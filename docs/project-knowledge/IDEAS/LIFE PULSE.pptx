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3.xml"/><Relationship Id="rId5" Type="http://schemas.openxmlformats.org/officeDocument/2006/relationships/viewProps" Target="viewProps.xml"/><Relationship Id="rId10" Type="http://schemas.openxmlformats.org/officeDocument/2006/relationships/customXml" Target="../customXml/item2.xml"/><Relationship Id="rId4" Type="http://schemas.openxmlformats.org/officeDocument/2006/relationships/presProps" Target="pres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vak, Narimaun" userId="3cb7bced-0adc-4c72-a758-0b08c5279754" providerId="ADAL" clId="{AB324578-6C7C-4954-B6F2-FD90BBA69032}"/>
    <pc:docChg chg="modSld">
      <pc:chgData name="Novak, Narimaun" userId="3cb7bced-0adc-4c72-a758-0b08c5279754" providerId="ADAL" clId="{AB324578-6C7C-4954-B6F2-FD90BBA69032}" dt="2026-04-07T11:40:15.252" v="7" actId="20577"/>
      <pc:docMkLst>
        <pc:docMk/>
      </pc:docMkLst>
      <pc:sldChg chg="modSp mod">
        <pc:chgData name="Novak, Narimaun" userId="3cb7bced-0adc-4c72-a758-0b08c5279754" providerId="ADAL" clId="{AB324578-6C7C-4954-B6F2-FD90BBA69032}" dt="2026-04-07T11:40:15.252" v="7" actId="20577"/>
        <pc:sldMkLst>
          <pc:docMk/>
          <pc:sldMk cId="450450117" sldId="256"/>
        </pc:sldMkLst>
        <pc:graphicFrameChg chg="modGraphic">
          <ac:chgData name="Novak, Narimaun" userId="3cb7bced-0adc-4c72-a758-0b08c5279754" providerId="ADAL" clId="{AB324578-6C7C-4954-B6F2-FD90BBA69032}" dt="2026-04-07T11:40:15.252" v="7" actId="20577"/>
          <ac:graphicFrameMkLst>
            <pc:docMk/>
            <pc:sldMk cId="450450117" sldId="256"/>
            <ac:graphicFrameMk id="4" creationId="{BF57B9BD-6925-57E5-BBE1-F8A897486CB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373BD-B9CD-C19D-61A0-E3E1582BC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829896-8041-14B1-C22F-B36B389E9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EC3C8-BC86-8F00-022B-C80C59FE7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303EC-5029-4662-A2B8-18BCD705B5CB}" type="datetimeFigureOut">
              <a:rPr lang="en-SE" smtClean="0"/>
              <a:t>2026-04-07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88E0A-AC7A-1478-9610-06E529ED9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DF7FF-5B58-B3DB-8B29-4711D33A3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D9FC-CE46-47FE-AE1F-7DF43CA6E59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49820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C508F-F44E-85C7-A7C2-50146D2E0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AF6DC-62A2-38DA-E848-C7D9F5DD1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EC575-6408-119A-AE70-ED3DB510F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303EC-5029-4662-A2B8-18BCD705B5CB}" type="datetimeFigureOut">
              <a:rPr lang="en-SE" smtClean="0"/>
              <a:t>2026-04-07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27FCD-2302-B4F9-BE2A-88C817B7B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C93D1-D4C5-B466-51B6-999B8EE3A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D9FC-CE46-47FE-AE1F-7DF43CA6E59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88435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F12CD-3112-B745-E1F7-A866465DA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D5D9C-4393-04A3-B799-C62962BD9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EFCCF-1C6F-80D9-83C4-2E592B93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303EC-5029-4662-A2B8-18BCD705B5CB}" type="datetimeFigureOut">
              <a:rPr lang="en-SE" smtClean="0"/>
              <a:t>2026-04-07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2D9C1-7B9F-D154-09B0-8BDD7C716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D484A-DBAA-9E4A-3DD2-453FBF56F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D9FC-CE46-47FE-AE1F-7DF43CA6E59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60728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86CE2-964D-45C7-4ACF-A493AC2B8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AE267-032B-2280-5273-3DA59C98D2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8843F-9922-3A3D-9EDD-EC4ED5BBA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52752-1D37-BA1C-3F05-CE49EA3E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303EC-5029-4662-A2B8-18BCD705B5CB}" type="datetimeFigureOut">
              <a:rPr lang="en-SE" smtClean="0"/>
              <a:t>2026-04-07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939A9-89AA-C4AD-F4E5-D55ED70B1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2CDD5-5A80-2483-9745-A317F1741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D9FC-CE46-47FE-AE1F-7DF43CA6E59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85256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8217B-708C-0715-5988-8C3B5D7BE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C62C0-9F02-6222-7811-560D6C6B5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ECC091-3D9F-F649-B7E1-BABBEF425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9B144-4516-8616-92BD-38942FA14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68C2B0-4EA8-DE8D-965C-9EC8D800A5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F5C50D-35BA-9995-4B74-C00B3EF8C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303EC-5029-4662-A2B8-18BCD705B5CB}" type="datetimeFigureOut">
              <a:rPr lang="en-SE" smtClean="0"/>
              <a:t>2026-04-07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FF8E86-A2A7-5FB1-ACEA-3F6BED33A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B525EF-8DB5-559F-13A9-73B5A808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D9FC-CE46-47FE-AE1F-7DF43CA6E59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297239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AC7D8-D350-C660-2CB8-1E318A3F1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A4D3D0-58EE-79AB-BA3F-62DD47F1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303EC-5029-4662-A2B8-18BCD705B5CB}" type="datetimeFigureOut">
              <a:rPr lang="en-SE" smtClean="0"/>
              <a:t>2026-04-07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2636BC-7E3A-64B3-3784-9C55BFF63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34A8C-6709-3D7F-6FE4-C979A1BE9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D9FC-CE46-47FE-AE1F-7DF43CA6E59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2641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D983C1-9A62-F9D6-BFEA-E240C5415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303EC-5029-4662-A2B8-18BCD705B5CB}" type="datetimeFigureOut">
              <a:rPr lang="en-SE" smtClean="0"/>
              <a:t>2026-04-07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B80311-CA84-9693-680D-32613137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C5B57-3EAC-2BE3-D171-3AD39127D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D9FC-CE46-47FE-AE1F-7DF43CA6E59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458213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09AE3-DE8D-EFFC-966A-BA940952E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2270F-C0D8-9CDA-E074-D34BA186D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DCA13-111B-9446-D6C3-E1A249095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D60F5-05FD-9BCE-A9FD-4B17E0FF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303EC-5029-4662-A2B8-18BCD705B5CB}" type="datetimeFigureOut">
              <a:rPr lang="en-SE" smtClean="0"/>
              <a:t>2026-04-07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A65BD-80A0-27CF-1775-2D535A007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4FC11-6FD6-29D7-7CB9-16B5010E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D9FC-CE46-47FE-AE1F-7DF43CA6E59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942126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05661-53C9-AF81-7DBA-7ADC870D7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586167-841D-0665-12C1-981B253191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B4E54-A624-EC7C-93F4-D69B106E0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C6B4D1-BE76-5122-9DEB-B333BE981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303EC-5029-4662-A2B8-18BCD705B5CB}" type="datetimeFigureOut">
              <a:rPr lang="en-SE" smtClean="0"/>
              <a:t>2026-04-07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887149-A45F-53BD-41FA-183848464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25D1C-9047-5B5F-6E34-8ABC1BF51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D9FC-CE46-47FE-AE1F-7DF43CA6E59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589264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F4570-C61D-6FF7-7D2E-82D3498DA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AF28C8-6097-7C5A-92F0-BFD90F8A0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6338D-32CD-F4B2-B8B8-380C79703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303EC-5029-4662-A2B8-18BCD705B5CB}" type="datetimeFigureOut">
              <a:rPr lang="en-SE" smtClean="0"/>
              <a:t>2026-04-07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5E6D4-702B-CB2E-BC45-06F344F98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073C6-7083-5893-CE99-C37F01680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D9FC-CE46-47FE-AE1F-7DF43CA6E59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306447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8785E0-D641-C18B-4BF0-D395E5F51D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9B2EF0-BCA3-5064-FBD9-B5F95152B5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8CBC4-CB73-BF8A-7A2F-1F1B88825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303EC-5029-4662-A2B8-18BCD705B5CB}" type="datetimeFigureOut">
              <a:rPr lang="en-SE" smtClean="0"/>
              <a:t>2026-04-07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51D72-DE42-88B0-CBC7-366BE9FFE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A1F15-8CDC-4AE4-A237-CAAF655D5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1D9FC-CE46-47FE-AE1F-7DF43CA6E59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3295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C04620-7D3D-0B3C-4ED1-F87843649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B5E95-6AB7-2FCF-F27B-71FC79194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92AD2-DBAE-B9CD-C455-B4F9E0EB6E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2303EC-5029-4662-A2B8-18BCD705B5CB}" type="datetimeFigureOut">
              <a:rPr lang="en-SE" smtClean="0"/>
              <a:t>2026-04-07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5E42E-EED9-0853-D94D-CBB710A6A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C18B0-F05F-D8E8-ADA6-D979EE29F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C1D9FC-CE46-47FE-AE1F-7DF43CA6E59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71934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EBFA723-5A7B-472D-ABD7-1526B8D3A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33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B27065-399A-4CF7-BF70-CF79B9848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33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F22986C-DDF7-4109-9D6A-006800D6B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6" y="52996"/>
            <a:ext cx="6093363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C025298-F835-4B83-A3A3-6555157E0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7106C81-A3F0-4DA0-9368-6BBCDB9648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3B35E8-1AF4-4D76-93A5-B0B088408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25C592F-8381-BE79-C087-776D744CF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3121701"/>
            <a:ext cx="3658053" cy="178651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LIFE PULSE </a:t>
            </a:r>
            <a:endParaRPr lang="en-SE" sz="40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418474-915E-9271-AF57-EF8914878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2032347"/>
            <a:ext cx="3658053" cy="955111"/>
          </a:xfrm>
        </p:spPr>
        <p:txBody>
          <a:bodyPr anchor="b">
            <a:normAutofit/>
          </a:bodyPr>
          <a:lstStyle/>
          <a:p>
            <a:pPr algn="l"/>
            <a:endParaRPr lang="en-SE" sz="2000">
              <a:solidFill>
                <a:schemeClr val="tx2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57B9BD-6925-57E5-BBE1-F8A897486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24514"/>
              </p:ext>
            </p:extLst>
          </p:nvPr>
        </p:nvGraphicFramePr>
        <p:xfrm>
          <a:off x="6727684" y="305843"/>
          <a:ext cx="5029200" cy="6469457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1408876987"/>
                    </a:ext>
                  </a:extLst>
                </a:gridCol>
              </a:tblGrid>
              <a:tr h="4250935">
                <a:tc>
                  <a:txBody>
                    <a:bodyPr/>
                    <a:lstStyle/>
                    <a:p>
                      <a:pPr algn="l" fontAlgn="t">
                        <a:lnSpc>
                          <a:spcPts val="1500"/>
                        </a:lnSpc>
                        <a:buNone/>
                      </a:pPr>
                      <a:r>
                        <a:rPr lang="en-US" sz="1200" b="1" i="0" u="none" strike="noStrike" dirty="0" err="1">
                          <a:effectLst/>
                          <a:latin typeface="Segoe UI" panose="020B0502040204020203" pitchFamily="34" charset="0"/>
                        </a:rPr>
                        <a:t>LifePulse</a:t>
                      </a:r>
                      <a:r>
                        <a:rPr lang="en-US" sz="1200" b="1" i="0" u="none" strike="noStrike" dirty="0">
                          <a:effectLst/>
                          <a:latin typeface="Segoe UI" panose="020B0502040204020203" pitchFamily="34" charset="0"/>
                        </a:rPr>
                        <a:t> Overview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i="0" u="none" strike="noStrike" dirty="0">
                          <a:effectLst/>
                          <a:latin typeface="Segoe UI" panose="020B0502040204020203" pitchFamily="34" charset="0"/>
                        </a:rPr>
                        <a:t>AI‑powered personal health command </a:t>
                      </a:r>
                      <a:r>
                        <a:rPr lang="en-US" sz="1200" b="1" i="0" u="none" strike="noStrike" dirty="0" err="1">
                          <a:effectLst/>
                          <a:latin typeface="Segoe UI" panose="020B0502040204020203" pitchFamily="34" charset="0"/>
                        </a:rPr>
                        <a:t>centre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740664" indent="-283464"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 err="1">
                          <a:effectLst/>
                          <a:latin typeface="Segoe UI" panose="020B0502040204020203" pitchFamily="34" charset="0"/>
                        </a:rPr>
                        <a:t>Centralises</a:t>
                      </a: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 all personal health data into one </a:t>
                      </a:r>
                      <a:r>
                        <a:rPr lang="en-US" sz="1200" b="0" i="0" u="none" strike="noStrike">
                          <a:effectLst/>
                          <a:latin typeface="Segoe UI" panose="020B0502040204020203" pitchFamily="34" charset="0"/>
                        </a:rPr>
                        <a:t>intelligent mobile </a:t>
                      </a: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application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i="0" u="none" strike="noStrike" dirty="0">
                          <a:effectLst/>
                          <a:latin typeface="Segoe UI" panose="020B0502040204020203" pitchFamily="34" charset="0"/>
                        </a:rPr>
                        <a:t>Unified data sources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740664" indent="-283464"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Blood and lab reports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740664" indent="-283464"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Medical documents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740664" indent="-283464"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Fitness and wearable data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740664" indent="-283464"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Grocery lists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740664" indent="-283464"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Mood and mental health logs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740664" indent="-283464"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Symptom journals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740664" indent="-283464"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Medication records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i="0" u="none" strike="noStrike" dirty="0" err="1">
                          <a:effectLst/>
                          <a:latin typeface="Segoe UI" panose="020B0502040204020203" pitchFamily="34" charset="0"/>
                        </a:rPr>
                        <a:t>Personalised</a:t>
                      </a:r>
                      <a:r>
                        <a:rPr lang="en-US" sz="1200" b="1" i="0" u="none" strike="noStrike" dirty="0">
                          <a:effectLst/>
                          <a:latin typeface="Segoe UI" panose="020B0502040204020203" pitchFamily="34" charset="0"/>
                        </a:rPr>
                        <a:t> health intelligence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740664" indent="-283464"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Actionable health insights driven by AI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740664" indent="-283464"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Lab‑informed meal planning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740664" indent="-283464"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Tailored exercise recommendations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740664" indent="-283464"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Continuous mental health tracking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740664" indent="-283464"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Medication management and reminders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i="0" u="none" strike="noStrike" dirty="0">
                          <a:effectLst/>
                          <a:latin typeface="Segoe UI" panose="020B0502040204020203" pitchFamily="34" charset="0"/>
                        </a:rPr>
                        <a:t>Proactive AI experience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740664" indent="-283464"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Daily AI coaching focused on prevention, </a:t>
                      </a:r>
                      <a:r>
                        <a:rPr lang="en-US" sz="1200" b="0" i="0" u="none" strike="noStrike" dirty="0" err="1">
                          <a:effectLst/>
                          <a:latin typeface="Segoe UI" panose="020B0502040204020203" pitchFamily="34" charset="0"/>
                        </a:rPr>
                        <a:t>optimisation</a:t>
                      </a: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, and wellbeing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i="0" u="none" strike="noStrike" dirty="0">
                          <a:effectLst/>
                          <a:latin typeface="Segoe UI" panose="020B0502040204020203" pitchFamily="34" charset="0"/>
                        </a:rPr>
                        <a:t>Microsoft‑native architecture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740664" indent="-283464"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Azure AI Foundry for AI reasoning and orchestration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740664" indent="-283464"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Azure Functions for scalable serverless compute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740664" indent="-283464"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Azure Static Web Apps for frontend hosting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740664" indent="-283464"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GitHub Copilot to accelerate development velocity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i="0" u="none" strike="noStrike" dirty="0">
                          <a:effectLst/>
                          <a:latin typeface="Segoe UI" panose="020B0502040204020203" pitchFamily="34" charset="0"/>
                        </a:rPr>
                        <a:t>Technical documentation scope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740664" indent="-283464"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System architecture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740664" indent="-283464"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Component responsibilities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740664" indent="-283464"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End‑to‑end data flow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740664" indent="-283464"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Deployment strategy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740664" indent="-283464" algn="l" fontAlgn="t">
                        <a:lnSpc>
                          <a:spcPts val="1500"/>
                        </a:lnSpc>
                        <a:buClrTx/>
                        <a:buSzPts val="1800"/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u="none" strike="noStrike" dirty="0">
                          <a:effectLst/>
                          <a:latin typeface="Segoe UI" panose="020B0502040204020203" pitchFamily="34" charset="0"/>
                        </a:rPr>
                        <a:t>Public and internal API surface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2243" marR="62243" marT="31121" marB="31121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620812"/>
                  </a:ext>
                </a:extLst>
              </a:tr>
              <a:tr h="31121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2243" marR="62243" marT="31121" marB="31121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013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0450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F6942C-62B9-4DF3-FA29-65291D0E37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3732" y="643466"/>
            <a:ext cx="6067393" cy="5566833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2325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2C44C9799C9545A5261C0AF70B4333" ma:contentTypeVersion="12" ma:contentTypeDescription="Create a new document." ma:contentTypeScope="" ma:versionID="5e4cadbf8931f3a42467c8a0955d4fc4">
  <xsd:schema xmlns:xsd="http://www.w3.org/2001/XMLSchema" xmlns:xs="http://www.w3.org/2001/XMLSchema" xmlns:p="http://schemas.microsoft.com/office/2006/metadata/properties" xmlns:ns2="71ec4482-8a5f-419e-a3fb-f1ff39837bb1" xmlns:ns3="289d593b-f9da-44ad-aeed-35e8c5022e75" targetNamespace="http://schemas.microsoft.com/office/2006/metadata/properties" ma:root="true" ma:fieldsID="914513dae8da38dff2ffd10bf6795a4a" ns2:_="" ns3:_="">
    <xsd:import namespace="71ec4482-8a5f-419e-a3fb-f1ff39837bb1"/>
    <xsd:import namespace="289d593b-f9da-44ad-aeed-35e8c5022e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ec4482-8a5f-419e-a3fb-f1ff39837b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d593b-f9da-44ad-aeed-35e8c5022e7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1e7f45-79c5-438a-9c31-31bb88d8ed8a}" ma:internalName="TaxCatchAll" ma:showField="CatchAllData" ma:web="289d593b-f9da-44ad-aeed-35e8c5022e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1ec4482-8a5f-419e-a3fb-f1ff39837bb1">
      <Terms xmlns="http://schemas.microsoft.com/office/infopath/2007/PartnerControls"/>
    </lcf76f155ced4ddcb4097134ff3c332f>
    <TaxCatchAll xmlns="289d593b-f9da-44ad-aeed-35e8c5022e75" xsi:nil="true"/>
  </documentManagement>
</p:properties>
</file>

<file path=customXml/itemProps1.xml><?xml version="1.0" encoding="utf-8"?>
<ds:datastoreItem xmlns:ds="http://schemas.openxmlformats.org/officeDocument/2006/customXml" ds:itemID="{AD2CC70C-0A4B-41CC-8C31-8F85636868F4}"/>
</file>

<file path=customXml/itemProps2.xml><?xml version="1.0" encoding="utf-8"?>
<ds:datastoreItem xmlns:ds="http://schemas.openxmlformats.org/officeDocument/2006/customXml" ds:itemID="{34270FD5-D3ED-4F92-B259-1619ECD115CB}"/>
</file>

<file path=customXml/itemProps3.xml><?xml version="1.0" encoding="utf-8"?>
<ds:datastoreItem xmlns:ds="http://schemas.openxmlformats.org/officeDocument/2006/customXml" ds:itemID="{E61BFC16-42F9-4479-8B91-E0410EB46933}"/>
</file>

<file path=docMetadata/LabelInfo.xml><?xml version="1.0" encoding="utf-8"?>
<clbl:labelList xmlns:clbl="http://schemas.microsoft.com/office/2020/mipLabelMetadata">
  <clbl:label id="{bb5d96ea-ab39-44a0-a6d6-b6f0aac5958b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136</Words>
  <Application>Microsoft Office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Office Theme</vt:lpstr>
      <vt:lpstr>LIFE PULSE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Novak, Narimaun</dc:creator>
  <cp:lastModifiedBy>Novak, Narimaun</cp:lastModifiedBy>
  <cp:revision>1</cp:revision>
  <dcterms:created xsi:type="dcterms:W3CDTF">2026-04-07T11:28:20Z</dcterms:created>
  <dcterms:modified xsi:type="dcterms:W3CDTF">2026-04-07T11:40:18Z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0x010100D72C44C9799C9545A5261C0AF70B4333</vt:lpwstr>
  </property>
</Properties>
</file>