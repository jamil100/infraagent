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810" r:id="rId4"/>
  </p:sldMasterIdLst>
  <p:notesMasterIdLst>
    <p:notesMasterId r:id="rId8"/>
  </p:notesMasterIdLst>
  <p:sldIdLst>
    <p:sldId id="263" r:id="rId5"/>
    <p:sldId id="2145706672" r:id="rId6"/>
    <p:sldId id="2145706673" r:id="rId7"/>
  </p:sldIdLst>
  <p:sldSz cx="12192000" cy="6858000"/>
  <p:notesSz cx="6858000" cy="9144000"/>
  <p:defaultTextStyle>
    <a:defPPr>
      <a:defRPr lang="en-P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Guidance" id="{99712D63-9960-EA4B-940C-022E3C89852C}">
          <p14:sldIdLst>
            <p14:sldId id="263"/>
            <p14:sldId id="2145706672"/>
            <p14:sldId id="2145706673"/>
          </p14:sldIdLst>
        </p14:section>
        <p14:section name="Untitled Section" id="{BF9A5F03-27B0-478D-9363-154BCB2578BD}">
          <p14:sldIdLst/>
        </p14:section>
      </p14:section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C9369B82-F61C-1DAB-D2B9-DBEF2F861C75}" name="Wójcik, Jakub" initials="WJ" userId="S::jakub.wojcik@capgemini.com::67d39b31-f876-42af-a5d3-3244421dda40" providerId="AD"/>
  <p188:author id="{ABFE7C8A-44D6-C62D-74C1-98F46929C423}" name="Derché, Aurélie" initials="AD" userId="S::aurelie.derche@capgemini.com::5f68c882-6845-4196-8575-a10c2237bca0"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000000"/>
    <a:srgbClr val="232323"/>
    <a:srgbClr val="010101"/>
    <a:srgbClr val="747474"/>
    <a:srgbClr val="555555"/>
    <a:srgbClr val="1ABAE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B306F66-D6A0-B454-09C5-8DA0C062F47D}" v="1" dt="2026-04-01T03:26:30.349"/>
    <p1510:client id="{E2E6D2F6-F761-9D90-CD91-81AE4C1DC15D}" v="18" dt="2026-04-01T06:37:55.87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howGuides="1">
      <p:cViewPr varScale="1">
        <p:scale>
          <a:sx n="67" d="100"/>
          <a:sy n="67" d="100"/>
        </p:scale>
        <p:origin x="548" y="4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13" Type="http://schemas.microsoft.com/office/2016/11/relationships/changesInfo" Target="changesInfos/changesInfo1.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tableStyles" Target="tableStyles.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theme" Target="theme/theme1.xml"/><Relationship Id="rId5" Type="http://schemas.openxmlformats.org/officeDocument/2006/relationships/slide" Target="slides/slide1.xml"/><Relationship Id="rId15" Type="http://schemas.microsoft.com/office/2018/10/relationships/authors" Target="authors.xml"/><Relationship Id="rId10"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presProps" Target="presProps.xml"/><Relationship Id="rId14"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apustenko, Dmytro" userId="7f77b7ca-589d-46d2-8cb6-6cbcb863d1ed" providerId="ADAL" clId="{D9BE9682-5CD7-4C21-8BC7-1F2F00ABC411}"/>
    <pc:docChg chg="undo custSel modSld">
      <pc:chgData name="Kapustenko, Dmytro" userId="7f77b7ca-589d-46d2-8cb6-6cbcb863d1ed" providerId="ADAL" clId="{D9BE9682-5CD7-4C21-8BC7-1F2F00ABC411}" dt="2026-04-01T16:29:39.238" v="16" actId="478"/>
      <pc:docMkLst>
        <pc:docMk/>
      </pc:docMkLst>
      <pc:sldChg chg="addSp delSp modSp mod">
        <pc:chgData name="Kapustenko, Dmytro" userId="7f77b7ca-589d-46d2-8cb6-6cbcb863d1ed" providerId="ADAL" clId="{D9BE9682-5CD7-4C21-8BC7-1F2F00ABC411}" dt="2026-04-01T16:29:39.238" v="16" actId="478"/>
        <pc:sldMkLst>
          <pc:docMk/>
          <pc:sldMk cId="4141162053" sldId="263"/>
        </pc:sldMkLst>
        <pc:spChg chg="add del mod">
          <ac:chgData name="Kapustenko, Dmytro" userId="7f77b7ca-589d-46d2-8cb6-6cbcb863d1ed" providerId="ADAL" clId="{D9BE9682-5CD7-4C21-8BC7-1F2F00ABC411}" dt="2026-04-01T16:29:39.238" v="16" actId="478"/>
          <ac:spMkLst>
            <pc:docMk/>
            <pc:sldMk cId="4141162053" sldId="263"/>
            <ac:spMk id="10" creationId="{0CAEC67B-1BCB-ED5E-B80C-B42AA1DCD281}"/>
          </ac:spMkLst>
        </pc:spChg>
        <pc:spChg chg="add del mod">
          <ac:chgData name="Kapustenko, Dmytro" userId="7f77b7ca-589d-46d2-8cb6-6cbcb863d1ed" providerId="ADAL" clId="{D9BE9682-5CD7-4C21-8BC7-1F2F00ABC411}" dt="2026-04-01T16:29:38.928" v="15" actId="478"/>
          <ac:spMkLst>
            <pc:docMk/>
            <pc:sldMk cId="4141162053" sldId="263"/>
            <ac:spMk id="13" creationId="{EC8F6680-90B4-0E5F-1FF2-A9C9EEEEC846}"/>
          </ac:spMkLst>
        </pc:spChg>
        <pc:spChg chg="add del">
          <ac:chgData name="Kapustenko, Dmytro" userId="7f77b7ca-589d-46d2-8cb6-6cbcb863d1ed" providerId="ADAL" clId="{D9BE9682-5CD7-4C21-8BC7-1F2F00ABC411}" dt="2026-04-01T16:28:28.514" v="6" actId="478"/>
          <ac:spMkLst>
            <pc:docMk/>
            <pc:sldMk cId="4141162053" sldId="263"/>
            <ac:spMk id="37" creationId="{AC704906-FAC6-CC28-217C-0492D17700D9}"/>
          </ac:spMkLst>
        </pc:spChg>
      </pc:sldChg>
    </pc:docChg>
  </pc:docChgLst>
  <pc:docChgLst>
    <pc:chgData name="Kapustenko, Dmytro" userId="S::dmytro.kapustenko@capgemini.com::7f77b7ca-589d-46d2-8cb6-6cbcb863d1ed" providerId="AD" clId="Web-{3932B1CD-4F10-8833-B3F1-B49490B80EC6}"/>
    <pc:docChg chg="modSld">
      <pc:chgData name="Kapustenko, Dmytro" userId="S::dmytro.kapustenko@capgemini.com::7f77b7ca-589d-46d2-8cb6-6cbcb863d1ed" providerId="AD" clId="Web-{3932B1CD-4F10-8833-B3F1-B49490B80EC6}" dt="2026-03-31T10:13:37.243" v="2" actId="1076"/>
      <pc:docMkLst>
        <pc:docMk/>
      </pc:docMkLst>
      <pc:sldChg chg="modSp">
        <pc:chgData name="Kapustenko, Dmytro" userId="S::dmytro.kapustenko@capgemini.com::7f77b7ca-589d-46d2-8cb6-6cbcb863d1ed" providerId="AD" clId="Web-{3932B1CD-4F10-8833-B3F1-B49490B80EC6}" dt="2026-03-31T10:13:37.243" v="2" actId="1076"/>
        <pc:sldMkLst>
          <pc:docMk/>
          <pc:sldMk cId="2946189433" sldId="2145706672"/>
        </pc:sldMkLst>
        <pc:picChg chg="mod">
          <ac:chgData name="Kapustenko, Dmytro" userId="S::dmytro.kapustenko@capgemini.com::7f77b7ca-589d-46d2-8cb6-6cbcb863d1ed" providerId="AD" clId="Web-{3932B1CD-4F10-8833-B3F1-B49490B80EC6}" dt="2026-03-31T10:13:37.243" v="2" actId="1076"/>
          <ac:picMkLst>
            <pc:docMk/>
            <pc:sldMk cId="2946189433" sldId="2145706672"/>
            <ac:picMk id="116" creationId="{8DAA7E2D-03AA-6C76-17F4-9ECC2FD47778}"/>
          </ac:picMkLst>
        </pc:picChg>
      </pc:sldChg>
    </pc:docChg>
  </pc:docChgLst>
  <pc:docChgLst>
    <pc:chgData name="Voghoei, Sahar" userId="S::sahar.voghoei@capgemini.com::9b6c9525-4e6a-4fe6-9eb3-c577004e273c" providerId="AD" clId="Web-{1B306F66-D6A0-B454-09C5-8DA0C062F47D}"/>
    <pc:docChg chg="modSld">
      <pc:chgData name="Voghoei, Sahar" userId="S::sahar.voghoei@capgemini.com::9b6c9525-4e6a-4fe6-9eb3-c577004e273c" providerId="AD" clId="Web-{1B306F66-D6A0-B454-09C5-8DA0C062F47D}" dt="2026-04-01T03:26:30.349" v="0" actId="14100"/>
      <pc:docMkLst>
        <pc:docMk/>
      </pc:docMkLst>
      <pc:sldChg chg="modSp">
        <pc:chgData name="Voghoei, Sahar" userId="S::sahar.voghoei@capgemini.com::9b6c9525-4e6a-4fe6-9eb3-c577004e273c" providerId="AD" clId="Web-{1B306F66-D6A0-B454-09C5-8DA0C062F47D}" dt="2026-04-01T03:26:30.349" v="0" actId="14100"/>
        <pc:sldMkLst>
          <pc:docMk/>
          <pc:sldMk cId="4141162053" sldId="263"/>
        </pc:sldMkLst>
        <pc:spChg chg="mod">
          <ac:chgData name="Voghoei, Sahar" userId="S::sahar.voghoei@capgemini.com::9b6c9525-4e6a-4fe6-9eb3-c577004e273c" providerId="AD" clId="Web-{1B306F66-D6A0-B454-09C5-8DA0C062F47D}" dt="2026-04-01T03:26:30.349" v="0" actId="14100"/>
          <ac:spMkLst>
            <pc:docMk/>
            <pc:sldMk cId="4141162053" sldId="263"/>
            <ac:spMk id="7" creationId="{3EF55D29-D549-A161-BAC6-AF540E6AF3A6}"/>
          </ac:spMkLst>
        </pc:spChg>
      </pc:sldChg>
    </pc:docChg>
  </pc:docChgLst>
  <pc:docChgLst>
    <pc:chgData name="Bharswadkar, Renukadas" userId="S::renukadas.bharswadkar@capgemini.com::851092ca-2a86-4891-8a7b-9d5463b6857e" providerId="AD" clId="Web-{FB83E14F-6D8C-AA2D-F09A-62FE4577D290}"/>
    <pc:docChg chg="modSld">
      <pc:chgData name="Bharswadkar, Renukadas" userId="S::renukadas.bharswadkar@capgemini.com::851092ca-2a86-4891-8a7b-9d5463b6857e" providerId="AD" clId="Web-{FB83E14F-6D8C-AA2D-F09A-62FE4577D290}" dt="2026-03-30T08:36:34.689" v="7"/>
      <pc:docMkLst>
        <pc:docMk/>
      </pc:docMkLst>
      <pc:sldChg chg="modSp">
        <pc:chgData name="Bharswadkar, Renukadas" userId="S::renukadas.bharswadkar@capgemini.com::851092ca-2a86-4891-8a7b-9d5463b6857e" providerId="AD" clId="Web-{FB83E14F-6D8C-AA2D-F09A-62FE4577D290}" dt="2026-03-30T08:36:34.689" v="7"/>
        <pc:sldMkLst>
          <pc:docMk/>
          <pc:sldMk cId="4141162053" sldId="263"/>
        </pc:sldMkLst>
        <pc:graphicFrameChg chg="mod modGraphic">
          <ac:chgData name="Bharswadkar, Renukadas" userId="S::renukadas.bharswadkar@capgemini.com::851092ca-2a86-4891-8a7b-9d5463b6857e" providerId="AD" clId="Web-{FB83E14F-6D8C-AA2D-F09A-62FE4577D290}" dt="2026-03-30T08:36:34.689" v="7"/>
          <ac:graphicFrameMkLst>
            <pc:docMk/>
            <pc:sldMk cId="4141162053" sldId="263"/>
            <ac:graphicFrameMk id="8" creationId="{8FFDDBCB-19C8-A6DB-E4B7-69346929AD07}"/>
          </ac:graphicFrameMkLst>
        </pc:graphicFrameChg>
      </pc:sldChg>
    </pc:docChg>
  </pc:docChgLst>
  <pc:docChgLst>
    <pc:chgData name="Aksu, Resul" userId="S::resul.aksu@capgemini.com::be9052f4-3328-4cd5-a51e-d661a40a0bfa" providerId="AD" clId="Web-{84C55A87-E636-ABCD-5241-44A9BB003A11}"/>
    <pc:docChg chg="sldOrd">
      <pc:chgData name="Aksu, Resul" userId="S::resul.aksu@capgemini.com::be9052f4-3328-4cd5-a51e-d661a40a0bfa" providerId="AD" clId="Web-{84C55A87-E636-ABCD-5241-44A9BB003A11}" dt="2026-03-30T14:20:41.210" v="0"/>
      <pc:docMkLst>
        <pc:docMk/>
      </pc:docMkLst>
      <pc:sldChg chg="ord">
        <pc:chgData name="Aksu, Resul" userId="S::resul.aksu@capgemini.com::be9052f4-3328-4cd5-a51e-d661a40a0bfa" providerId="AD" clId="Web-{84C55A87-E636-ABCD-5241-44A9BB003A11}" dt="2026-03-30T14:20:41.210" v="0"/>
        <pc:sldMkLst>
          <pc:docMk/>
          <pc:sldMk cId="3657648834" sldId="2145706673"/>
        </pc:sldMkLst>
      </pc:sldChg>
    </pc:docChg>
  </pc:docChgLst>
  <pc:docChgLst>
    <pc:chgData name="Shivananda, Akshata" userId="S::akshata.shivananda@capgemini.com::49d20864-db60-4448-b4e5-13c7032abc8d" providerId="AD" clId="Web-{1464D6AB-8143-2D66-F98A-B4EA6D1493B0}"/>
    <pc:docChg chg="modSld">
      <pc:chgData name="Shivananda, Akshata" userId="S::akshata.shivananda@capgemini.com::49d20864-db60-4448-b4e5-13c7032abc8d" providerId="AD" clId="Web-{1464D6AB-8143-2D66-F98A-B4EA6D1493B0}" dt="2026-03-30T07:02:02.922" v="0" actId="1076"/>
      <pc:docMkLst>
        <pc:docMk/>
      </pc:docMkLst>
      <pc:sldChg chg="modSp">
        <pc:chgData name="Shivananda, Akshata" userId="S::akshata.shivananda@capgemini.com::49d20864-db60-4448-b4e5-13c7032abc8d" providerId="AD" clId="Web-{1464D6AB-8143-2D66-F98A-B4EA6D1493B0}" dt="2026-03-30T07:02:02.922" v="0" actId="1076"/>
        <pc:sldMkLst>
          <pc:docMk/>
          <pc:sldMk cId="2946189433" sldId="2145706672"/>
        </pc:sldMkLst>
        <pc:picChg chg="mod">
          <ac:chgData name="Shivananda, Akshata" userId="S::akshata.shivananda@capgemini.com::49d20864-db60-4448-b4e5-13c7032abc8d" providerId="AD" clId="Web-{1464D6AB-8143-2D66-F98A-B4EA6D1493B0}" dt="2026-03-30T07:02:02.922" v="0" actId="1076"/>
          <ac:picMkLst>
            <pc:docMk/>
            <pc:sldMk cId="2946189433" sldId="2145706672"/>
            <ac:picMk id="116" creationId="{8DAA7E2D-03AA-6C76-17F4-9ECC2FD47778}"/>
          </ac:picMkLst>
        </pc:picChg>
      </pc:sldChg>
    </pc:docChg>
  </pc:docChgLst>
  <pc:docChgLst>
    <pc:chgData name="Cannan, Amber" userId="S::amber.cannan@capgemini.com::e1308d66-4c85-4f7a-99cc-79ef3f8aedd6" providerId="AD" clId="Web-{E2E6D2F6-F761-9D90-CD91-81AE4C1DC15D}"/>
    <pc:docChg chg="modSld">
      <pc:chgData name="Cannan, Amber" userId="S::amber.cannan@capgemini.com::e1308d66-4c85-4f7a-99cc-79ef3f8aedd6" providerId="AD" clId="Web-{E2E6D2F6-F761-9D90-CD91-81AE4C1DC15D}" dt="2026-04-01T06:37:53.105" v="15"/>
      <pc:docMkLst>
        <pc:docMk/>
      </pc:docMkLst>
      <pc:sldChg chg="modSp">
        <pc:chgData name="Cannan, Amber" userId="S::amber.cannan@capgemini.com::e1308d66-4c85-4f7a-99cc-79ef3f8aedd6" providerId="AD" clId="Web-{E2E6D2F6-F761-9D90-CD91-81AE4C1DC15D}" dt="2026-04-01T06:37:53.105" v="15"/>
        <pc:sldMkLst>
          <pc:docMk/>
          <pc:sldMk cId="4141162053" sldId="263"/>
        </pc:sldMkLst>
        <pc:graphicFrameChg chg="modGraphic">
          <ac:chgData name="Cannan, Amber" userId="S::amber.cannan@capgemini.com::e1308d66-4c85-4f7a-99cc-79ef3f8aedd6" providerId="AD" clId="Web-{E2E6D2F6-F761-9D90-CD91-81AE4C1DC15D}" dt="2026-04-01T06:37:31.948" v="10"/>
          <ac:graphicFrameMkLst>
            <pc:docMk/>
            <pc:sldMk cId="4141162053" sldId="263"/>
            <ac:graphicFrameMk id="8" creationId="{8FFDDBCB-19C8-A6DB-E4B7-69346929AD07}"/>
          </ac:graphicFrameMkLst>
        </pc:graphicFrameChg>
        <pc:graphicFrameChg chg="mod modGraphic">
          <ac:chgData name="Cannan, Amber" userId="S::amber.cannan@capgemini.com::e1308d66-4c85-4f7a-99cc-79ef3f8aedd6" providerId="AD" clId="Web-{E2E6D2F6-F761-9D90-CD91-81AE4C1DC15D}" dt="2026-04-01T06:37:53.105" v="15"/>
          <ac:graphicFrameMkLst>
            <pc:docMk/>
            <pc:sldMk cId="4141162053" sldId="263"/>
            <ac:graphicFrameMk id="9" creationId="{5DF6BF23-2B72-A30D-0654-7B7F3FFC7078}"/>
          </ac:graphicFrameMkLst>
        </pc:graphicFrameChg>
      </pc:sldChg>
    </pc:docChg>
  </pc:docChgLst>
  <pc:docChgLst>
    <pc:chgData name="Kapustenko, Dmytro" userId="S::dmytro.kapustenko@capgemini.com::7f77b7ca-589d-46d2-8cb6-6cbcb863d1ed" providerId="AD" clId="Web-{0F5FAA46-859F-C19D-5BB9-79C26C97C3FD}"/>
    <pc:docChg chg="modSld">
      <pc:chgData name="Kapustenko, Dmytro" userId="S::dmytro.kapustenko@capgemini.com::7f77b7ca-589d-46d2-8cb6-6cbcb863d1ed" providerId="AD" clId="Web-{0F5FAA46-859F-C19D-5BB9-79C26C97C3FD}" dt="2026-03-31T10:11:38.838" v="0" actId="1076"/>
      <pc:docMkLst>
        <pc:docMk/>
      </pc:docMkLst>
      <pc:sldChg chg="modSp">
        <pc:chgData name="Kapustenko, Dmytro" userId="S::dmytro.kapustenko@capgemini.com::7f77b7ca-589d-46d2-8cb6-6cbcb863d1ed" providerId="AD" clId="Web-{0F5FAA46-859F-C19D-5BB9-79C26C97C3FD}" dt="2026-03-31T10:11:38.838" v="0" actId="1076"/>
        <pc:sldMkLst>
          <pc:docMk/>
          <pc:sldMk cId="2946189433" sldId="2145706672"/>
        </pc:sldMkLst>
        <pc:picChg chg="mod">
          <ac:chgData name="Kapustenko, Dmytro" userId="S::dmytro.kapustenko@capgemini.com::7f77b7ca-589d-46d2-8cb6-6cbcb863d1ed" providerId="AD" clId="Web-{0F5FAA46-859F-C19D-5BB9-79C26C97C3FD}" dt="2026-03-31T10:11:38.838" v="0" actId="1076"/>
          <ac:picMkLst>
            <pc:docMk/>
            <pc:sldMk cId="2946189433" sldId="2145706672"/>
            <ac:picMk id="116" creationId="{8DAA7E2D-03AA-6C76-17F4-9ECC2FD47778}"/>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PL"/>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1EFCD6C-6423-8F47-8CE2-0C68727CE676}" type="datetimeFigureOut">
              <a:rPr lang="en-PL" smtClean="0"/>
              <a:t>04/01/2026</a:t>
            </a:fld>
            <a:endParaRPr lang="en-PL"/>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PL"/>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PL"/>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PL"/>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DB1FBD7-F02D-4C4F-915F-35E35DACACBF}" type="slidenum">
              <a:rPr lang="en-PL" smtClean="0"/>
              <a:t>‹#›</a:t>
            </a:fld>
            <a:endParaRPr lang="en-PL"/>
          </a:p>
        </p:txBody>
      </p:sp>
    </p:spTree>
    <p:extLst>
      <p:ext uri="{BB962C8B-B14F-4D97-AF65-F5344CB8AC3E}">
        <p14:creationId xmlns:p14="http://schemas.microsoft.com/office/powerpoint/2010/main" val="71340129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7DB1FBD7-F02D-4C4F-915F-35E35DACACBF}" type="slidenum">
              <a:rPr lang="en-PL" smtClean="0"/>
              <a:t>1</a:t>
            </a:fld>
            <a:endParaRPr lang="en-PL"/>
          </a:p>
        </p:txBody>
      </p:sp>
    </p:spTree>
    <p:extLst>
      <p:ext uri="{BB962C8B-B14F-4D97-AF65-F5344CB8AC3E}">
        <p14:creationId xmlns:p14="http://schemas.microsoft.com/office/powerpoint/2010/main" val="97356880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8" Type="http://schemas.openxmlformats.org/officeDocument/2006/relationships/hyperlink" Target="http://www.linkedin.com/company/capgemini" TargetMode="External"/><Relationship Id="rId3" Type="http://schemas.openxmlformats.org/officeDocument/2006/relationships/image" Target="../media/image5.png"/><Relationship Id="rId7" Type="http://schemas.openxmlformats.org/officeDocument/2006/relationships/image" Target="../media/image7.png"/><Relationship Id="rId2" Type="http://schemas.openxmlformats.org/officeDocument/2006/relationships/hyperlink" Target="https://www.glassdoor.com/Overview/Working-at-Capgemini-EI_IE3803.11,20.htm" TargetMode="External"/><Relationship Id="rId1" Type="http://schemas.openxmlformats.org/officeDocument/2006/relationships/slideMaster" Target="../slideMasters/slideMaster1.xml"/><Relationship Id="rId6" Type="http://schemas.openxmlformats.org/officeDocument/2006/relationships/hyperlink" Target="http://www.facebook.com/capgemini" TargetMode="External"/><Relationship Id="rId11" Type="http://schemas.openxmlformats.org/officeDocument/2006/relationships/image" Target="../media/image9.png"/><Relationship Id="rId5" Type="http://schemas.openxmlformats.org/officeDocument/2006/relationships/image" Target="../media/image6.png"/><Relationship Id="rId10" Type="http://schemas.openxmlformats.org/officeDocument/2006/relationships/hyperlink" Target="https://www.instagram.com/capgemini/" TargetMode="External"/><Relationship Id="rId4" Type="http://schemas.openxmlformats.org/officeDocument/2006/relationships/hyperlink" Target="http://www.youtube.com/capgeminimedia" TargetMode="External"/><Relationship Id="rId9" Type="http://schemas.openxmlformats.org/officeDocument/2006/relationships/image" Target="../media/image8.png"/></Relationships>
</file>

<file path=ppt/slideLayouts/_rels/slideLayout33.xml.rels><?xml version="1.0" encoding="UTF-8" standalone="yes"?>
<Relationships xmlns="http://schemas.openxmlformats.org/package/2006/relationships"><Relationship Id="rId8" Type="http://schemas.openxmlformats.org/officeDocument/2006/relationships/hyperlink" Target="http://www.facebook.com/capgemini" TargetMode="External"/><Relationship Id="rId13" Type="http://schemas.microsoft.com/office/2007/relationships/hdphoto" Target="../media/hdphoto4.wdp"/><Relationship Id="rId3" Type="http://schemas.openxmlformats.org/officeDocument/2006/relationships/image" Target="../media/image10.png"/><Relationship Id="rId7" Type="http://schemas.microsoft.com/office/2007/relationships/hdphoto" Target="../media/hdphoto2.wdp"/><Relationship Id="rId12" Type="http://schemas.openxmlformats.org/officeDocument/2006/relationships/image" Target="../media/image13.png"/><Relationship Id="rId2" Type="http://schemas.openxmlformats.org/officeDocument/2006/relationships/hyperlink" Target="https://www.glassdoor.com/Overview/Working-at-Capgemini-EI_IE3803.11,20.htm" TargetMode="External"/><Relationship Id="rId16" Type="http://schemas.microsoft.com/office/2007/relationships/hdphoto" Target="../media/hdphoto5.wdp"/><Relationship Id="rId1" Type="http://schemas.openxmlformats.org/officeDocument/2006/relationships/slideMaster" Target="../slideMasters/slideMaster1.xml"/><Relationship Id="rId6" Type="http://schemas.openxmlformats.org/officeDocument/2006/relationships/image" Target="../media/image11.png"/><Relationship Id="rId11" Type="http://schemas.openxmlformats.org/officeDocument/2006/relationships/hyperlink" Target="http://www.linkedin.com/company/capgemini" TargetMode="External"/><Relationship Id="rId5" Type="http://schemas.openxmlformats.org/officeDocument/2006/relationships/hyperlink" Target="http://www.youtube.com/capgeminimedia" TargetMode="External"/><Relationship Id="rId15" Type="http://schemas.openxmlformats.org/officeDocument/2006/relationships/image" Target="../media/image14.png"/><Relationship Id="rId10" Type="http://schemas.microsoft.com/office/2007/relationships/hdphoto" Target="../media/hdphoto3.wdp"/><Relationship Id="rId4" Type="http://schemas.microsoft.com/office/2007/relationships/hdphoto" Target="../media/hdphoto1.wdp"/><Relationship Id="rId9" Type="http://schemas.openxmlformats.org/officeDocument/2006/relationships/image" Target="../media/image12.png"/><Relationship Id="rId14" Type="http://schemas.openxmlformats.org/officeDocument/2006/relationships/hyperlink" Target="https://www.instagram.com/capgemini/" TargetMode="Externa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Logo Cut">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5276F6-E981-8407-5AD7-E85838815E5A}"/>
              </a:ext>
            </a:extLst>
          </p:cNvPr>
          <p:cNvSpPr>
            <a:spLocks noGrp="1"/>
          </p:cNvSpPr>
          <p:nvPr>
            <p:ph type="title"/>
          </p:nvPr>
        </p:nvSpPr>
        <p:spPr>
          <a:xfrm>
            <a:off x="2765723" y="1489457"/>
            <a:ext cx="6480175" cy="1677988"/>
          </a:xfrm>
          <a:noFill/>
        </p:spPr>
        <p:txBody>
          <a:bodyPr anchor="b"/>
          <a:lstStyle>
            <a:lvl1pPr algn="ctr">
              <a:defRPr kumimoji="0" lang="en-PL" sz="5400" b="0" i="0" u="none" strike="noStrike" kern="1200" cap="none" spc="0" normalizeH="0" baseline="0" noProof="0" dirty="0">
                <a:ln>
                  <a:noFill/>
                </a:ln>
                <a:solidFill>
                  <a:schemeClr val="bg1"/>
                </a:solidFill>
                <a:effectLst/>
                <a:uLnTx/>
                <a:uFillTx/>
                <a:latin typeface="+mn-lt"/>
                <a:ea typeface="+mj-ea"/>
                <a:cs typeface="+mj-cs"/>
              </a:defRPr>
            </a:lvl1pPr>
          </a:lstStyle>
          <a:p>
            <a:r>
              <a:rPr lang="en-US"/>
              <a:t>Click to edit Master title style</a:t>
            </a:r>
            <a:endParaRPr lang="en-PL"/>
          </a:p>
        </p:txBody>
      </p:sp>
      <p:sp>
        <p:nvSpPr>
          <p:cNvPr id="4" name="Text Placeholder 3">
            <a:extLst>
              <a:ext uri="{FF2B5EF4-FFF2-40B4-BE49-F238E27FC236}">
                <a16:creationId xmlns:a16="http://schemas.microsoft.com/office/drawing/2014/main" id="{710D5C00-226E-1369-C48F-FBB9D0A2D267}"/>
              </a:ext>
            </a:extLst>
          </p:cNvPr>
          <p:cNvSpPr>
            <a:spLocks noGrp="1"/>
          </p:cNvSpPr>
          <p:nvPr>
            <p:ph type="body" sz="quarter" idx="10" hasCustomPrompt="1"/>
          </p:nvPr>
        </p:nvSpPr>
        <p:spPr>
          <a:xfrm>
            <a:off x="2764136" y="3167445"/>
            <a:ext cx="6478587" cy="348286"/>
          </a:xfrm>
          <a:prstGeom prst="rect">
            <a:avLst/>
          </a:prstGeom>
        </p:spPr>
        <p:txBody>
          <a:bodyPr/>
          <a:lstStyle>
            <a:lvl1pPr algn="ctr">
              <a:defRPr lang="en-GB" sz="2000" kern="1200" dirty="0" smtClean="0">
                <a:solidFill>
                  <a:schemeClr val="bg1"/>
                </a:solidFill>
                <a:latin typeface="Ubuntu Light" panose="020B0304030602030204" pitchFamily="34" charset="0"/>
                <a:ea typeface="+mn-ea"/>
                <a:cs typeface="+mn-cs"/>
              </a:defRPr>
            </a:lvl1pPr>
            <a:lvl2pPr>
              <a:defRPr lang="en-GB" sz="1400" kern="1200" dirty="0" smtClean="0">
                <a:solidFill>
                  <a:schemeClr val="bg1"/>
                </a:solidFill>
                <a:latin typeface="+mn-lt"/>
                <a:ea typeface="+mn-ea"/>
                <a:cs typeface="+mn-cs"/>
              </a:defRPr>
            </a:lvl2pPr>
            <a:lvl3pPr>
              <a:defRPr lang="en-GB" sz="1400" kern="1200" dirty="0" smtClean="0">
                <a:solidFill>
                  <a:schemeClr val="bg1"/>
                </a:solidFill>
                <a:latin typeface="+mn-lt"/>
                <a:ea typeface="+mn-ea"/>
                <a:cs typeface="+mn-cs"/>
              </a:defRPr>
            </a:lvl3pPr>
            <a:lvl4pPr>
              <a:defRPr lang="en-GB" sz="1400" kern="1200" dirty="0" smtClean="0">
                <a:solidFill>
                  <a:schemeClr val="bg1"/>
                </a:solidFill>
                <a:latin typeface="+mn-lt"/>
                <a:ea typeface="+mn-ea"/>
                <a:cs typeface="+mn-cs"/>
              </a:defRPr>
            </a:lvl4pPr>
            <a:lvl5pPr>
              <a:defRPr lang="en-PL" sz="1400" kern="1200" dirty="0">
                <a:solidFill>
                  <a:schemeClr val="bg1"/>
                </a:solidFill>
                <a:latin typeface="+mn-lt"/>
                <a:ea typeface="+mn-ea"/>
                <a:cs typeface="+mn-cs"/>
              </a:defRPr>
            </a:lvl5pPr>
          </a:lstStyle>
          <a:p>
            <a:r>
              <a:rPr lang="en-GB"/>
              <a:t>Click to edit Master subtitle style</a:t>
            </a:r>
            <a:endParaRPr lang="en-US"/>
          </a:p>
        </p:txBody>
      </p:sp>
      <p:sp>
        <p:nvSpPr>
          <p:cNvPr id="6" name="Text Placeholder 3">
            <a:extLst>
              <a:ext uri="{FF2B5EF4-FFF2-40B4-BE49-F238E27FC236}">
                <a16:creationId xmlns:a16="http://schemas.microsoft.com/office/drawing/2014/main" id="{141DE9FA-300D-BBCE-A5BC-ECE60B3F1F61}"/>
              </a:ext>
            </a:extLst>
          </p:cNvPr>
          <p:cNvSpPr>
            <a:spLocks noGrp="1"/>
          </p:cNvSpPr>
          <p:nvPr>
            <p:ph type="body" sz="quarter" idx="11" hasCustomPrompt="1"/>
          </p:nvPr>
        </p:nvSpPr>
        <p:spPr>
          <a:xfrm>
            <a:off x="2763761" y="3709694"/>
            <a:ext cx="6479535" cy="253029"/>
          </a:xfrm>
          <a:prstGeom prst="rect">
            <a:avLst/>
          </a:prstGeom>
        </p:spPr>
        <p:txBody>
          <a:bodyPr/>
          <a:lstStyle>
            <a:lvl1pPr algn="ctr">
              <a:defRPr lang="en-GB" sz="1400" kern="1200" dirty="0" smtClean="0">
                <a:solidFill>
                  <a:schemeClr val="bg1"/>
                </a:solidFill>
                <a:latin typeface="Ubuntu Light" panose="020B0304030602030204" pitchFamily="34" charset="0"/>
                <a:ea typeface="+mn-ea"/>
                <a:cs typeface="+mn-cs"/>
              </a:defRPr>
            </a:lvl1pPr>
            <a:lvl2pPr>
              <a:defRPr lang="en-GB" sz="1400" kern="1200" dirty="0" smtClean="0">
                <a:solidFill>
                  <a:schemeClr val="bg1"/>
                </a:solidFill>
                <a:latin typeface="+mn-lt"/>
                <a:ea typeface="+mn-ea"/>
                <a:cs typeface="+mn-cs"/>
              </a:defRPr>
            </a:lvl2pPr>
            <a:lvl3pPr>
              <a:defRPr lang="en-GB" sz="1400" kern="1200" dirty="0" smtClean="0">
                <a:solidFill>
                  <a:schemeClr val="bg1"/>
                </a:solidFill>
                <a:latin typeface="+mn-lt"/>
                <a:ea typeface="+mn-ea"/>
                <a:cs typeface="+mn-cs"/>
              </a:defRPr>
            </a:lvl3pPr>
            <a:lvl4pPr>
              <a:defRPr lang="en-GB" sz="1400" kern="1200" dirty="0" smtClean="0">
                <a:solidFill>
                  <a:schemeClr val="bg1"/>
                </a:solidFill>
                <a:latin typeface="+mn-lt"/>
                <a:ea typeface="+mn-ea"/>
                <a:cs typeface="+mn-cs"/>
              </a:defRPr>
            </a:lvl4pPr>
            <a:lvl5pPr>
              <a:defRPr lang="en-PL" sz="1400" kern="1200" dirty="0">
                <a:solidFill>
                  <a:schemeClr val="bg1"/>
                </a:solidFill>
                <a:latin typeface="+mn-lt"/>
                <a:ea typeface="+mn-ea"/>
                <a:cs typeface="+mn-cs"/>
              </a:defRPr>
            </a:lvl5pPr>
          </a:lstStyle>
          <a:p>
            <a:r>
              <a:rPr lang="en-GB"/>
              <a:t>Click to edit Master subtitle style</a:t>
            </a:r>
            <a:endParaRPr lang="en-US"/>
          </a:p>
        </p:txBody>
      </p:sp>
      <p:grpSp>
        <p:nvGrpSpPr>
          <p:cNvPr id="3" name="Group 2">
            <a:extLst>
              <a:ext uri="{FF2B5EF4-FFF2-40B4-BE49-F238E27FC236}">
                <a16:creationId xmlns:a16="http://schemas.microsoft.com/office/drawing/2014/main" id="{29019898-C562-0E25-C4F3-334360D03193}"/>
              </a:ext>
            </a:extLst>
          </p:cNvPr>
          <p:cNvGrpSpPr>
            <a:grpSpLocks noChangeAspect="1"/>
          </p:cNvGrpSpPr>
          <p:nvPr userDrawn="1"/>
        </p:nvGrpSpPr>
        <p:grpSpPr>
          <a:xfrm>
            <a:off x="-175885" y="4642089"/>
            <a:ext cx="12564529" cy="2824804"/>
            <a:chOff x="5094083" y="5360390"/>
            <a:chExt cx="3039349" cy="683316"/>
          </a:xfrm>
          <a:solidFill>
            <a:schemeClr val="tx2"/>
          </a:solidFill>
        </p:grpSpPr>
        <p:sp>
          <p:nvSpPr>
            <p:cNvPr id="7" name="Freeform: Shape 4">
              <a:extLst>
                <a:ext uri="{FF2B5EF4-FFF2-40B4-BE49-F238E27FC236}">
                  <a16:creationId xmlns:a16="http://schemas.microsoft.com/office/drawing/2014/main" id="{F8CB933C-09AA-8C71-2E78-1561B27414F9}"/>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grpFill/>
            <a:ln w="9525" cap="flat">
              <a:noFill/>
              <a:prstDash val="solid"/>
              <a:miter/>
            </a:ln>
          </p:spPr>
          <p:txBody>
            <a:bodyPr rtlCol="0" anchor="ctr" anchorCtr="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Ubuntu"/>
                <a:ea typeface="+mn-ea"/>
                <a:cs typeface="+mn-cs"/>
              </a:endParaRPr>
            </a:p>
          </p:txBody>
        </p:sp>
        <p:sp>
          <p:nvSpPr>
            <p:cNvPr id="8" name="Freeform: Shape 5">
              <a:extLst>
                <a:ext uri="{FF2B5EF4-FFF2-40B4-BE49-F238E27FC236}">
                  <a16:creationId xmlns:a16="http://schemas.microsoft.com/office/drawing/2014/main" id="{99E6D307-271F-C8DB-706F-FE50815F9A39}"/>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grpFill/>
            <a:ln w="9525" cap="flat">
              <a:noFill/>
              <a:prstDash val="solid"/>
              <a:miter/>
            </a:ln>
          </p:spPr>
          <p:txBody>
            <a:bodyPr rtlCol="0" anchor="ctr" anchorCtr="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Ubuntu"/>
                <a:ea typeface="+mn-ea"/>
                <a:cs typeface="+mn-cs"/>
              </a:endParaRPr>
            </a:p>
          </p:txBody>
        </p:sp>
        <p:sp>
          <p:nvSpPr>
            <p:cNvPr id="9" name="Freeform: Shape 6">
              <a:extLst>
                <a:ext uri="{FF2B5EF4-FFF2-40B4-BE49-F238E27FC236}">
                  <a16:creationId xmlns:a16="http://schemas.microsoft.com/office/drawing/2014/main" id="{C39B46B1-97A6-4B30-142D-E2A1330E057D}"/>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grpFill/>
            <a:ln w="9525" cap="flat">
              <a:noFill/>
              <a:prstDash val="solid"/>
              <a:miter/>
            </a:ln>
          </p:spPr>
          <p:txBody>
            <a:bodyPr rtlCol="0" anchor="ctr" anchorCtr="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Ubuntu"/>
                <a:ea typeface="+mn-ea"/>
                <a:cs typeface="+mn-cs"/>
              </a:endParaRPr>
            </a:p>
          </p:txBody>
        </p:sp>
        <p:sp>
          <p:nvSpPr>
            <p:cNvPr id="10" name="Freeform: Shape 7">
              <a:extLst>
                <a:ext uri="{FF2B5EF4-FFF2-40B4-BE49-F238E27FC236}">
                  <a16:creationId xmlns:a16="http://schemas.microsoft.com/office/drawing/2014/main" id="{9BFEC525-2C7E-E980-B007-932804D5D51E}"/>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grpFill/>
            <a:ln w="9525" cap="flat">
              <a:noFill/>
              <a:prstDash val="solid"/>
              <a:miter/>
            </a:ln>
          </p:spPr>
          <p:txBody>
            <a:bodyPr rtlCol="0" anchor="ctr" anchorCtr="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Ubuntu"/>
                <a:ea typeface="+mn-ea"/>
                <a:cs typeface="+mn-cs"/>
              </a:endParaRPr>
            </a:p>
          </p:txBody>
        </p:sp>
        <p:sp>
          <p:nvSpPr>
            <p:cNvPr id="11" name="Freeform: Shape 8">
              <a:extLst>
                <a:ext uri="{FF2B5EF4-FFF2-40B4-BE49-F238E27FC236}">
                  <a16:creationId xmlns:a16="http://schemas.microsoft.com/office/drawing/2014/main" id="{4A1347D2-8F0A-9DF0-EE43-F2AA0C1B4213}"/>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grpFill/>
            <a:ln w="9525" cap="flat">
              <a:noFill/>
              <a:prstDash val="solid"/>
              <a:miter/>
            </a:ln>
          </p:spPr>
          <p:txBody>
            <a:bodyPr rtlCol="0" anchor="ctr" anchorCtr="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Ubuntu"/>
                <a:ea typeface="+mn-ea"/>
                <a:cs typeface="+mn-cs"/>
              </a:endParaRPr>
            </a:p>
          </p:txBody>
        </p:sp>
      </p:grpSp>
      <p:sp>
        <p:nvSpPr>
          <p:cNvPr id="12" name="Rectangle 11">
            <a:extLst>
              <a:ext uri="{FF2B5EF4-FFF2-40B4-BE49-F238E27FC236}">
                <a16:creationId xmlns:a16="http://schemas.microsoft.com/office/drawing/2014/main" id="{AEB98D74-27E3-F044-4F08-EF3F7C226178}"/>
              </a:ext>
            </a:extLst>
          </p:cNvPr>
          <p:cNvSpPr/>
          <p:nvPr userDrawn="1"/>
        </p:nvSpPr>
        <p:spPr>
          <a:xfrm>
            <a:off x="-902128" y="2536529"/>
            <a:ext cx="4660490" cy="289102"/>
          </a:xfrm>
          <a:prstGeom prst="rect">
            <a:avLst/>
          </a:prstGeom>
          <a:gradFill>
            <a:gsLst>
              <a:gs pos="99000">
                <a:srgbClr val="00D5D0"/>
              </a:gs>
              <a:gs pos="0">
                <a:srgbClr val="121A38"/>
              </a:gs>
              <a:gs pos="30000">
                <a:srgbClr val="0058AB"/>
              </a:gs>
              <a:gs pos="70000">
                <a:srgbClr val="1DB7F3"/>
              </a:gs>
            </a:gsLst>
            <a:lin ang="0" scaled="0"/>
          </a:gradFill>
          <a:ln w="9525"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PL" sz="1400" b="0" i="0" u="none" strike="noStrike" kern="0" cap="none" spc="0" normalizeH="0" baseline="0" noProof="0" err="1">
              <a:ln>
                <a:noFill/>
              </a:ln>
              <a:solidFill>
                <a:srgbClr val="000000"/>
              </a:solidFill>
              <a:effectLst/>
              <a:uLnTx/>
              <a:uFillTx/>
              <a:latin typeface="Ubuntu"/>
              <a:ea typeface="+mn-ea"/>
              <a:cs typeface="+mn-cs"/>
            </a:endParaRPr>
          </a:p>
        </p:txBody>
      </p:sp>
      <p:sp>
        <p:nvSpPr>
          <p:cNvPr id="16" name="Rectangle 15">
            <a:extLst>
              <a:ext uri="{FF2B5EF4-FFF2-40B4-BE49-F238E27FC236}">
                <a16:creationId xmlns:a16="http://schemas.microsoft.com/office/drawing/2014/main" id="{B977B1B2-8ECC-4719-803F-E7EBCFD4BEF8}"/>
              </a:ext>
            </a:extLst>
          </p:cNvPr>
          <p:cNvSpPr/>
          <p:nvPr userDrawn="1"/>
        </p:nvSpPr>
        <p:spPr>
          <a:xfrm>
            <a:off x="7696229" y="3673621"/>
            <a:ext cx="4660490" cy="289102"/>
          </a:xfrm>
          <a:prstGeom prst="rect">
            <a:avLst/>
          </a:prstGeom>
          <a:gradFill>
            <a:gsLst>
              <a:gs pos="99000">
                <a:srgbClr val="00D5D0"/>
              </a:gs>
              <a:gs pos="0">
                <a:srgbClr val="121A38"/>
              </a:gs>
              <a:gs pos="30000">
                <a:srgbClr val="0058AB"/>
              </a:gs>
              <a:gs pos="70000">
                <a:srgbClr val="1DB7F3"/>
              </a:gs>
            </a:gsLst>
            <a:lin ang="0" scaled="0"/>
          </a:gradFill>
          <a:ln w="9525"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PL" sz="1400" b="0" i="0" u="none" strike="noStrike" kern="0" cap="none" spc="0" normalizeH="0" baseline="0" noProof="0" err="1">
              <a:ln>
                <a:noFill/>
              </a:ln>
              <a:solidFill>
                <a:srgbClr val="000000"/>
              </a:solidFill>
              <a:effectLst/>
              <a:uLnTx/>
              <a:uFillTx/>
              <a:latin typeface="Ubuntu"/>
              <a:ea typeface="+mn-ea"/>
              <a:cs typeface="+mn-cs"/>
            </a:endParaRPr>
          </a:p>
        </p:txBody>
      </p:sp>
    </p:spTree>
    <p:extLst>
      <p:ext uri="{BB962C8B-B14F-4D97-AF65-F5344CB8AC3E}">
        <p14:creationId xmlns:p14="http://schemas.microsoft.com/office/powerpoint/2010/main" val="1999762969"/>
      </p:ext>
    </p:extLst>
  </p:cSld>
  <p:clrMapOvr>
    <a:masterClrMapping/>
  </p:clrMapOvr>
  <p:extLst>
    <p:ext uri="{DCECCB84-F9BA-43D5-87BE-67443E8EF086}">
      <p15:sldGuideLst xmlns:p15="http://schemas.microsoft.com/office/powerpoint/2012/main">
        <p15:guide id="1" pos="302">
          <p15:clr>
            <a:srgbClr val="FBAE40"/>
          </p15:clr>
        </p15:guide>
        <p15:guide id="2" pos="7423">
          <p15:clr>
            <a:srgbClr val="FBAE40"/>
          </p15:clr>
        </p15:guide>
        <p15:guide id="3" pos="438">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2_Blank">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D05BE089-2489-3604-1BFA-99F26E2657A3}"/>
              </a:ext>
            </a:extLst>
          </p:cNvPr>
          <p:cNvSpPr>
            <a:spLocks noGrp="1"/>
          </p:cNvSpPr>
          <p:nvPr>
            <p:ph type="dt" sz="half" idx="10"/>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27DD8718-6D0F-15C6-4CBD-55C472C3C492}"/>
              </a:ext>
            </a:extLst>
          </p:cNvPr>
          <p:cNvSpPr>
            <a:spLocks noGrp="1"/>
          </p:cNvSpPr>
          <p:nvPr>
            <p:ph type="ftr" sz="quarter" idx="11"/>
          </p:nvPr>
        </p:nvSpPr>
        <p:spPr/>
        <p:txBody>
          <a:bodyPr/>
          <a:lstStyle/>
          <a:p>
            <a:pPr>
              <a:spcBef>
                <a:spcPts val="1000"/>
              </a:spcBef>
              <a:buFont typeface="Arial" panose="020B0604020202020204" pitchFamily="34" charset="0"/>
              <a:buNone/>
            </a:pPr>
            <a:r>
              <a:rPr lang="en-US"/>
              <a:t>Presentation Title | Author | Date</a:t>
            </a:r>
          </a:p>
        </p:txBody>
      </p:sp>
      <p:sp>
        <p:nvSpPr>
          <p:cNvPr id="6" name="Slide Number Placeholder 5">
            <a:extLst>
              <a:ext uri="{FF2B5EF4-FFF2-40B4-BE49-F238E27FC236}">
                <a16:creationId xmlns:a16="http://schemas.microsoft.com/office/drawing/2014/main" id="{A98A8975-BB8E-4570-BA8F-A91834025269}"/>
              </a:ext>
            </a:extLst>
          </p:cNvPr>
          <p:cNvSpPr>
            <a:spLocks noGrp="1"/>
          </p:cNvSpPr>
          <p:nvPr>
            <p:ph type="sldNum" sz="quarter" idx="12"/>
          </p:nvPr>
        </p:nvSpPr>
        <p:spPr/>
        <p:txBody>
          <a:bodyPr/>
          <a:lstStyle/>
          <a:p>
            <a:pPr algn="r"/>
            <a:fld id="{5D9A5160-6218-4E5A-B9E6-B93E3DAE377C}" type="slidenum">
              <a:rPr lang="en-US" smtClean="0"/>
              <a:pPr algn="r"/>
              <a:t>‹#›</a:t>
            </a:fld>
            <a:endParaRPr lang="en-US"/>
          </a:p>
        </p:txBody>
      </p:sp>
      <p:sp>
        <p:nvSpPr>
          <p:cNvPr id="2" name="Rounded Rectangle 1">
            <a:extLst>
              <a:ext uri="{FF2B5EF4-FFF2-40B4-BE49-F238E27FC236}">
                <a16:creationId xmlns:a16="http://schemas.microsoft.com/office/drawing/2014/main" id="{FB5E1A75-4EBA-DF96-78B5-DDD08BCCF2AF}"/>
              </a:ext>
            </a:extLst>
          </p:cNvPr>
          <p:cNvSpPr/>
          <p:nvPr userDrawn="1"/>
        </p:nvSpPr>
        <p:spPr>
          <a:xfrm>
            <a:off x="228600" y="152400"/>
            <a:ext cx="3276600" cy="3810000"/>
          </a:xfrm>
          <a:prstGeom prst="roundRect">
            <a:avLst>
              <a:gd name="adj" fmla="val 5069"/>
            </a:avLst>
          </a:prstGeom>
          <a:gradFill flip="none" rotWithShape="1">
            <a:gsLst>
              <a:gs pos="37000">
                <a:schemeClr val="accent1">
                  <a:lumMod val="67000"/>
                </a:schemeClr>
              </a:gs>
              <a:gs pos="82000">
                <a:schemeClr val="accent1">
                  <a:lumMod val="97000"/>
                  <a:lumOff val="3000"/>
                </a:schemeClr>
              </a:gs>
              <a:gs pos="100000">
                <a:schemeClr val="accent1">
                  <a:lumMod val="60000"/>
                  <a:lumOff val="40000"/>
                </a:schemeClr>
              </a:gs>
            </a:gsLst>
            <a:lin ang="17400000" scaled="0"/>
            <a:tileRect/>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bg1"/>
              </a:solidFill>
            </a:endParaRPr>
          </a:p>
        </p:txBody>
      </p:sp>
      <p:sp>
        <p:nvSpPr>
          <p:cNvPr id="5" name="TextBox 4">
            <a:extLst>
              <a:ext uri="{FF2B5EF4-FFF2-40B4-BE49-F238E27FC236}">
                <a16:creationId xmlns:a16="http://schemas.microsoft.com/office/drawing/2014/main" id="{057B955F-1B62-B2CB-9B0D-4438B88344F6}"/>
              </a:ext>
            </a:extLst>
          </p:cNvPr>
          <p:cNvSpPr txBox="1"/>
          <p:nvPr userDrawn="1"/>
        </p:nvSpPr>
        <p:spPr>
          <a:xfrm>
            <a:off x="381000" y="228600"/>
            <a:ext cx="1263785" cy="263791"/>
          </a:xfrm>
          <a:prstGeom prst="rect">
            <a:avLst/>
          </a:prstGeom>
          <a:noFill/>
        </p:spPr>
        <p:txBody>
          <a:bodyPr vert="horz" wrap="none" lIns="90000" tIns="46800" rIns="90000" bIns="46800" rtlCol="0" anchor="ctr">
            <a:spAutoFit/>
          </a:bodyPr>
          <a:lstStyle/>
          <a:p>
            <a:pPr algn="l">
              <a:spcBef>
                <a:spcPct val="0"/>
              </a:spcBef>
            </a:pPr>
            <a:r>
              <a:rPr lang="en-US" sz="1100">
                <a:solidFill>
                  <a:schemeClr val="bg1"/>
                </a:solidFill>
              </a:rPr>
              <a:t>CASE OVERVIEW</a:t>
            </a:r>
          </a:p>
        </p:txBody>
      </p:sp>
      <p:sp>
        <p:nvSpPr>
          <p:cNvPr id="7" name="TextBox 6">
            <a:extLst>
              <a:ext uri="{FF2B5EF4-FFF2-40B4-BE49-F238E27FC236}">
                <a16:creationId xmlns:a16="http://schemas.microsoft.com/office/drawing/2014/main" id="{3A0C21DE-586C-397B-8753-F537C4EBAA4A}"/>
              </a:ext>
            </a:extLst>
          </p:cNvPr>
          <p:cNvSpPr txBox="1"/>
          <p:nvPr userDrawn="1"/>
        </p:nvSpPr>
        <p:spPr>
          <a:xfrm>
            <a:off x="2587361" y="189020"/>
            <a:ext cx="710749" cy="263791"/>
          </a:xfrm>
          <a:prstGeom prst="rect">
            <a:avLst/>
          </a:prstGeom>
          <a:noFill/>
        </p:spPr>
        <p:txBody>
          <a:bodyPr vert="horz" wrap="none" lIns="90000" tIns="46800" rIns="90000" bIns="46800" rtlCol="0" anchor="ctr">
            <a:spAutoFit/>
          </a:bodyPr>
          <a:lstStyle/>
          <a:p>
            <a:pPr algn="l">
              <a:spcBef>
                <a:spcPct val="0"/>
              </a:spcBef>
            </a:pPr>
            <a:r>
              <a:rPr lang="en-US" sz="1100">
                <a:solidFill>
                  <a:schemeClr val="bg1"/>
                </a:solidFill>
              </a:rPr>
              <a:t>Industry</a:t>
            </a:r>
          </a:p>
        </p:txBody>
      </p:sp>
      <p:sp>
        <p:nvSpPr>
          <p:cNvPr id="8" name="TextBox 7">
            <a:extLst>
              <a:ext uri="{FF2B5EF4-FFF2-40B4-BE49-F238E27FC236}">
                <a16:creationId xmlns:a16="http://schemas.microsoft.com/office/drawing/2014/main" id="{AFCE576E-A8B5-0322-4A16-038C0A6525C3}"/>
              </a:ext>
            </a:extLst>
          </p:cNvPr>
          <p:cNvSpPr txBox="1"/>
          <p:nvPr userDrawn="1"/>
        </p:nvSpPr>
        <p:spPr>
          <a:xfrm>
            <a:off x="381000" y="533400"/>
            <a:ext cx="1820027" cy="402291"/>
          </a:xfrm>
          <a:prstGeom prst="rect">
            <a:avLst/>
          </a:prstGeom>
          <a:noFill/>
        </p:spPr>
        <p:txBody>
          <a:bodyPr vert="horz" wrap="none" lIns="90000" tIns="46800" rIns="90000" bIns="46800" rtlCol="0" anchor="ctr">
            <a:spAutoFit/>
          </a:bodyPr>
          <a:lstStyle/>
          <a:p>
            <a:pPr algn="l">
              <a:spcBef>
                <a:spcPct val="0"/>
              </a:spcBef>
            </a:pPr>
            <a:r>
              <a:rPr lang="en-US" sz="2000">
                <a:solidFill>
                  <a:schemeClr val="bg1"/>
                </a:solidFill>
              </a:rPr>
              <a:t>Process Name</a:t>
            </a:r>
          </a:p>
        </p:txBody>
      </p:sp>
    </p:spTree>
    <p:extLst>
      <p:ext uri="{BB962C8B-B14F-4D97-AF65-F5344CB8AC3E}">
        <p14:creationId xmlns:p14="http://schemas.microsoft.com/office/powerpoint/2010/main" val="71603774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Blank">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D05BE089-2489-3604-1BFA-99F26E2657A3}"/>
              </a:ext>
            </a:extLst>
          </p:cNvPr>
          <p:cNvSpPr>
            <a:spLocks noGrp="1"/>
          </p:cNvSpPr>
          <p:nvPr>
            <p:ph type="dt" sz="half" idx="10"/>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27DD8718-6D0F-15C6-4CBD-55C472C3C492}"/>
              </a:ext>
            </a:extLst>
          </p:cNvPr>
          <p:cNvSpPr>
            <a:spLocks noGrp="1"/>
          </p:cNvSpPr>
          <p:nvPr>
            <p:ph type="ftr" sz="quarter" idx="11"/>
          </p:nvPr>
        </p:nvSpPr>
        <p:spPr/>
        <p:txBody>
          <a:bodyPr/>
          <a:lstStyle/>
          <a:p>
            <a:pPr>
              <a:spcBef>
                <a:spcPts val="1000"/>
              </a:spcBef>
              <a:buFont typeface="Arial" panose="020B0604020202020204" pitchFamily="34" charset="0"/>
              <a:buNone/>
            </a:pPr>
            <a:r>
              <a:rPr lang="en-US"/>
              <a:t>Presentation Title | Author | Date</a:t>
            </a:r>
          </a:p>
        </p:txBody>
      </p:sp>
      <p:sp>
        <p:nvSpPr>
          <p:cNvPr id="6" name="Slide Number Placeholder 5">
            <a:extLst>
              <a:ext uri="{FF2B5EF4-FFF2-40B4-BE49-F238E27FC236}">
                <a16:creationId xmlns:a16="http://schemas.microsoft.com/office/drawing/2014/main" id="{A98A8975-BB8E-4570-BA8F-A91834025269}"/>
              </a:ext>
            </a:extLst>
          </p:cNvPr>
          <p:cNvSpPr>
            <a:spLocks noGrp="1"/>
          </p:cNvSpPr>
          <p:nvPr>
            <p:ph type="sldNum" sz="quarter" idx="12"/>
          </p:nvPr>
        </p:nvSpPr>
        <p:spPr/>
        <p:txBody>
          <a:bodyPr/>
          <a:lstStyle/>
          <a:p>
            <a:pPr algn="r"/>
            <a:fld id="{5D9A5160-6218-4E5A-B9E6-B93E3DAE377C}" type="slidenum">
              <a:rPr lang="en-US" smtClean="0"/>
              <a:pPr algn="r"/>
              <a:t>‹#›</a:t>
            </a:fld>
            <a:endParaRPr lang="en-US"/>
          </a:p>
        </p:txBody>
      </p:sp>
      <p:sp>
        <p:nvSpPr>
          <p:cNvPr id="2" name="Rounded Rectangle 1">
            <a:extLst>
              <a:ext uri="{FF2B5EF4-FFF2-40B4-BE49-F238E27FC236}">
                <a16:creationId xmlns:a16="http://schemas.microsoft.com/office/drawing/2014/main" id="{5ED96F17-8E1D-2DFB-9678-C900A36D701E}"/>
              </a:ext>
            </a:extLst>
          </p:cNvPr>
          <p:cNvSpPr/>
          <p:nvPr userDrawn="1"/>
        </p:nvSpPr>
        <p:spPr>
          <a:xfrm>
            <a:off x="228599" y="152400"/>
            <a:ext cx="3882053" cy="1066800"/>
          </a:xfrm>
          <a:prstGeom prst="roundRect">
            <a:avLst>
              <a:gd name="adj" fmla="val 5069"/>
            </a:avLst>
          </a:prstGeom>
          <a:gradFill flip="none" rotWithShape="1">
            <a:gsLst>
              <a:gs pos="37000">
                <a:schemeClr val="accent1">
                  <a:lumMod val="67000"/>
                </a:schemeClr>
              </a:gs>
              <a:gs pos="82000">
                <a:schemeClr val="accent1">
                  <a:lumMod val="97000"/>
                  <a:lumOff val="3000"/>
                </a:schemeClr>
              </a:gs>
              <a:gs pos="100000">
                <a:schemeClr val="accent1">
                  <a:lumMod val="60000"/>
                  <a:lumOff val="40000"/>
                </a:schemeClr>
              </a:gs>
            </a:gsLst>
            <a:lin ang="17400000" scaled="0"/>
            <a:tileRect/>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bg1"/>
              </a:solidFill>
            </a:endParaRPr>
          </a:p>
        </p:txBody>
      </p:sp>
      <p:sp>
        <p:nvSpPr>
          <p:cNvPr id="5" name="Rounded Rectangle 4">
            <a:extLst>
              <a:ext uri="{FF2B5EF4-FFF2-40B4-BE49-F238E27FC236}">
                <a16:creationId xmlns:a16="http://schemas.microsoft.com/office/drawing/2014/main" id="{A3563060-2936-91B7-E585-2D5F933D7905}"/>
              </a:ext>
            </a:extLst>
          </p:cNvPr>
          <p:cNvSpPr/>
          <p:nvPr userDrawn="1"/>
        </p:nvSpPr>
        <p:spPr>
          <a:xfrm>
            <a:off x="3888611" y="148291"/>
            <a:ext cx="7838984" cy="1070910"/>
          </a:xfrm>
          <a:prstGeom prst="roundRect">
            <a:avLst>
              <a:gd name="adj" fmla="val 5069"/>
            </a:avLst>
          </a:prstGeom>
          <a:solidFill>
            <a:schemeClr val="bg1"/>
          </a:solidFill>
          <a:ln w="9525">
            <a:solidFill>
              <a:schemeClr val="tx2"/>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bg1"/>
              </a:solidFill>
            </a:endParaRPr>
          </a:p>
        </p:txBody>
      </p:sp>
      <p:sp>
        <p:nvSpPr>
          <p:cNvPr id="7" name="TextBox 6">
            <a:extLst>
              <a:ext uri="{FF2B5EF4-FFF2-40B4-BE49-F238E27FC236}">
                <a16:creationId xmlns:a16="http://schemas.microsoft.com/office/drawing/2014/main" id="{3A7A9AF7-E939-3D90-CEDE-40D540F3D66D}"/>
              </a:ext>
            </a:extLst>
          </p:cNvPr>
          <p:cNvSpPr txBox="1"/>
          <p:nvPr userDrawn="1"/>
        </p:nvSpPr>
        <p:spPr>
          <a:xfrm>
            <a:off x="381000" y="228600"/>
            <a:ext cx="1263785" cy="263791"/>
          </a:xfrm>
          <a:prstGeom prst="rect">
            <a:avLst/>
          </a:prstGeom>
          <a:noFill/>
        </p:spPr>
        <p:txBody>
          <a:bodyPr vert="horz" wrap="none" lIns="90000" tIns="46800" rIns="90000" bIns="46800" rtlCol="0" anchor="ctr">
            <a:spAutoFit/>
          </a:bodyPr>
          <a:lstStyle/>
          <a:p>
            <a:pPr algn="l">
              <a:spcBef>
                <a:spcPct val="0"/>
              </a:spcBef>
            </a:pPr>
            <a:r>
              <a:rPr lang="en-US" sz="1100">
                <a:solidFill>
                  <a:schemeClr val="bg1"/>
                </a:solidFill>
              </a:rPr>
              <a:t>CASE OVERVIEW</a:t>
            </a:r>
          </a:p>
        </p:txBody>
      </p:sp>
      <p:sp>
        <p:nvSpPr>
          <p:cNvPr id="8" name="TextBox 7">
            <a:extLst>
              <a:ext uri="{FF2B5EF4-FFF2-40B4-BE49-F238E27FC236}">
                <a16:creationId xmlns:a16="http://schemas.microsoft.com/office/drawing/2014/main" id="{088CC983-49C6-B05D-A518-613477F4D1C8}"/>
              </a:ext>
            </a:extLst>
          </p:cNvPr>
          <p:cNvSpPr txBox="1"/>
          <p:nvPr userDrawn="1"/>
        </p:nvSpPr>
        <p:spPr>
          <a:xfrm>
            <a:off x="2587361" y="189020"/>
            <a:ext cx="710749" cy="263791"/>
          </a:xfrm>
          <a:prstGeom prst="rect">
            <a:avLst/>
          </a:prstGeom>
          <a:noFill/>
        </p:spPr>
        <p:txBody>
          <a:bodyPr vert="horz" wrap="none" lIns="90000" tIns="46800" rIns="90000" bIns="46800" rtlCol="0" anchor="ctr">
            <a:spAutoFit/>
          </a:bodyPr>
          <a:lstStyle/>
          <a:p>
            <a:pPr algn="l">
              <a:spcBef>
                <a:spcPct val="0"/>
              </a:spcBef>
            </a:pPr>
            <a:r>
              <a:rPr lang="en-US" sz="1100">
                <a:solidFill>
                  <a:schemeClr val="bg1"/>
                </a:solidFill>
              </a:rPr>
              <a:t>Industry</a:t>
            </a:r>
          </a:p>
        </p:txBody>
      </p:sp>
      <p:sp>
        <p:nvSpPr>
          <p:cNvPr id="9" name="TextBox 8">
            <a:extLst>
              <a:ext uri="{FF2B5EF4-FFF2-40B4-BE49-F238E27FC236}">
                <a16:creationId xmlns:a16="http://schemas.microsoft.com/office/drawing/2014/main" id="{7781B0B2-34DD-8721-F816-E4CB93485CEE}"/>
              </a:ext>
            </a:extLst>
          </p:cNvPr>
          <p:cNvSpPr txBox="1"/>
          <p:nvPr userDrawn="1"/>
        </p:nvSpPr>
        <p:spPr>
          <a:xfrm>
            <a:off x="381000" y="533400"/>
            <a:ext cx="1820027" cy="402291"/>
          </a:xfrm>
          <a:prstGeom prst="rect">
            <a:avLst/>
          </a:prstGeom>
          <a:noFill/>
        </p:spPr>
        <p:txBody>
          <a:bodyPr vert="horz" wrap="none" lIns="90000" tIns="46800" rIns="90000" bIns="46800" rtlCol="0" anchor="ctr">
            <a:spAutoFit/>
          </a:bodyPr>
          <a:lstStyle/>
          <a:p>
            <a:pPr algn="l">
              <a:spcBef>
                <a:spcPct val="0"/>
              </a:spcBef>
            </a:pPr>
            <a:r>
              <a:rPr lang="en-US" sz="2000">
                <a:solidFill>
                  <a:schemeClr val="bg1"/>
                </a:solidFill>
              </a:rPr>
              <a:t>Process Name</a:t>
            </a:r>
          </a:p>
        </p:txBody>
      </p:sp>
      <p:sp>
        <p:nvSpPr>
          <p:cNvPr id="12" name="Title 11">
            <a:extLst>
              <a:ext uri="{FF2B5EF4-FFF2-40B4-BE49-F238E27FC236}">
                <a16:creationId xmlns:a16="http://schemas.microsoft.com/office/drawing/2014/main" id="{D017FCA3-A06A-DB4F-F4AC-54523E730D07}"/>
              </a:ext>
            </a:extLst>
          </p:cNvPr>
          <p:cNvSpPr>
            <a:spLocks noGrp="1"/>
          </p:cNvSpPr>
          <p:nvPr>
            <p:ph type="title"/>
          </p:nvPr>
        </p:nvSpPr>
        <p:spPr>
          <a:xfrm>
            <a:off x="3888610" y="324019"/>
            <a:ext cx="7753711" cy="666581"/>
          </a:xfrm>
        </p:spPr>
        <p:txBody>
          <a:bodyPr/>
          <a:lstStyle>
            <a:lvl1pPr algn="l">
              <a:spcBef>
                <a:spcPct val="0"/>
              </a:spcBef>
              <a:defRPr>
                <a:solidFill>
                  <a:schemeClr val="tx2"/>
                </a:solidFill>
              </a:defRPr>
            </a:lvl1pPr>
          </a:lstStyle>
          <a:p>
            <a:pPr algn="l">
              <a:spcBef>
                <a:spcPct val="0"/>
              </a:spcBef>
            </a:pPr>
            <a:r>
              <a:rPr lang="en-US"/>
              <a:t>Click to edit Master title style</a:t>
            </a:r>
            <a:endParaRPr lang="en-US" sz="2800">
              <a:solidFill>
                <a:schemeClr val="tx2"/>
              </a:solidFill>
            </a:endParaRPr>
          </a:p>
        </p:txBody>
      </p:sp>
    </p:spTree>
    <p:extLst>
      <p:ext uri="{BB962C8B-B14F-4D97-AF65-F5344CB8AC3E}">
        <p14:creationId xmlns:p14="http://schemas.microsoft.com/office/powerpoint/2010/main" val="158392222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D05BE089-2489-3604-1BFA-99F26E2657A3}"/>
              </a:ext>
            </a:extLst>
          </p:cNvPr>
          <p:cNvSpPr>
            <a:spLocks noGrp="1"/>
          </p:cNvSpPr>
          <p:nvPr>
            <p:ph type="dt" sz="half" idx="10"/>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27DD8718-6D0F-15C6-4CBD-55C472C3C492}"/>
              </a:ext>
            </a:extLst>
          </p:cNvPr>
          <p:cNvSpPr>
            <a:spLocks noGrp="1"/>
          </p:cNvSpPr>
          <p:nvPr>
            <p:ph type="ftr" sz="quarter" idx="11"/>
          </p:nvPr>
        </p:nvSpPr>
        <p:spPr/>
        <p:txBody>
          <a:bodyPr/>
          <a:lstStyle/>
          <a:p>
            <a:pPr>
              <a:spcBef>
                <a:spcPts val="1000"/>
              </a:spcBef>
              <a:buFont typeface="Arial" panose="020B0604020202020204" pitchFamily="34" charset="0"/>
              <a:buNone/>
            </a:pPr>
            <a:r>
              <a:rPr lang="en-US"/>
              <a:t>Presentation Title | Author | Date</a:t>
            </a:r>
          </a:p>
        </p:txBody>
      </p:sp>
      <p:sp>
        <p:nvSpPr>
          <p:cNvPr id="6" name="Slide Number Placeholder 5">
            <a:extLst>
              <a:ext uri="{FF2B5EF4-FFF2-40B4-BE49-F238E27FC236}">
                <a16:creationId xmlns:a16="http://schemas.microsoft.com/office/drawing/2014/main" id="{A98A8975-BB8E-4570-BA8F-A91834025269}"/>
              </a:ext>
            </a:extLst>
          </p:cNvPr>
          <p:cNvSpPr>
            <a:spLocks noGrp="1"/>
          </p:cNvSpPr>
          <p:nvPr>
            <p:ph type="sldNum" sz="quarter" idx="12"/>
          </p:nvPr>
        </p:nvSpPr>
        <p:spPr/>
        <p:txBody>
          <a:bodyPr/>
          <a:lstStyle/>
          <a:p>
            <a:pPr algn="r"/>
            <a:fld id="{5D9A5160-6218-4E5A-B9E6-B93E3DAE377C}" type="slidenum">
              <a:rPr lang="en-US" smtClean="0"/>
              <a:pPr algn="r"/>
              <a:t>‹#›</a:t>
            </a:fld>
            <a:endParaRPr lang="en-US"/>
          </a:p>
        </p:txBody>
      </p:sp>
    </p:spTree>
    <p:extLst>
      <p:ext uri="{BB962C8B-B14F-4D97-AF65-F5344CB8AC3E}">
        <p14:creationId xmlns:p14="http://schemas.microsoft.com/office/powerpoint/2010/main" val="5779857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ntent 1">
    <p:spTree>
      <p:nvGrpSpPr>
        <p:cNvPr id="1" name=""/>
        <p:cNvGrpSpPr/>
        <p:nvPr/>
      </p:nvGrpSpPr>
      <p:grpSpPr>
        <a:xfrm>
          <a:off x="0" y="0"/>
          <a:ext cx="0" cy="0"/>
          <a:chOff x="0" y="0"/>
          <a:chExt cx="0" cy="0"/>
        </a:xfrm>
      </p:grpSpPr>
      <p:sp>
        <p:nvSpPr>
          <p:cNvPr id="11" name="Text Placeholder 9">
            <a:extLst>
              <a:ext uri="{FF2B5EF4-FFF2-40B4-BE49-F238E27FC236}">
                <a16:creationId xmlns:a16="http://schemas.microsoft.com/office/drawing/2014/main" id="{0D6E650F-BA4C-6AA4-9148-F570EFB99F38}"/>
              </a:ext>
            </a:extLst>
          </p:cNvPr>
          <p:cNvSpPr>
            <a:spLocks noGrp="1"/>
          </p:cNvSpPr>
          <p:nvPr>
            <p:ph type="body" sz="quarter" idx="22"/>
          </p:nvPr>
        </p:nvSpPr>
        <p:spPr>
          <a:xfrm>
            <a:off x="550200" y="1634286"/>
            <a:ext cx="11090938" cy="307777"/>
          </a:xfrm>
          <a:prstGeom prst="rect">
            <a:avLst/>
          </a:prstGeom>
        </p:spPr>
        <p:txBody>
          <a:bodyPr vert="horz" lIns="0" tIns="0" rIns="0" bIns="0" rtlCol="0">
            <a:spAutoFit/>
          </a:bodyPr>
          <a:lstStyle>
            <a:lvl1pPr>
              <a:defRPr lang="en-US" sz="2000" b="1" smtClean="0">
                <a:solidFill>
                  <a:schemeClr val="tx2"/>
                </a:solidFill>
              </a:defRPr>
            </a:lvl1pPr>
          </a:lstStyle>
          <a:p>
            <a:pPr lvl="0"/>
            <a:r>
              <a:rPr lang="en-US"/>
              <a:t>Click to edit Master text styles</a:t>
            </a:r>
          </a:p>
        </p:txBody>
      </p:sp>
      <p:sp>
        <p:nvSpPr>
          <p:cNvPr id="2" name="Date Placeholder 1">
            <a:extLst>
              <a:ext uri="{FF2B5EF4-FFF2-40B4-BE49-F238E27FC236}">
                <a16:creationId xmlns:a16="http://schemas.microsoft.com/office/drawing/2014/main" id="{7E2DCB00-3596-4BD8-9F35-38D8EA5CF694}"/>
              </a:ext>
            </a:extLst>
          </p:cNvPr>
          <p:cNvSpPr>
            <a:spLocks noGrp="1"/>
          </p:cNvSpPr>
          <p:nvPr>
            <p:ph type="dt" sz="half" idx="28"/>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AA6CA9E0-8796-0651-659C-4AA35745A35A}"/>
              </a:ext>
            </a:extLst>
          </p:cNvPr>
          <p:cNvSpPr>
            <a:spLocks noGrp="1"/>
          </p:cNvSpPr>
          <p:nvPr>
            <p:ph type="ftr" sz="quarter" idx="29"/>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7C8C212F-0CAF-442A-97AB-25CC338803B1}"/>
              </a:ext>
            </a:extLst>
          </p:cNvPr>
          <p:cNvSpPr>
            <a:spLocks noGrp="1"/>
          </p:cNvSpPr>
          <p:nvPr>
            <p:ph type="sldNum" sz="quarter" idx="30"/>
          </p:nvPr>
        </p:nvSpPr>
        <p:spPr/>
        <p:txBody>
          <a:bodyPr/>
          <a:lstStyle/>
          <a:p>
            <a:pPr algn="r"/>
            <a:fld id="{5D9A5160-6218-4E5A-B9E6-B93E3DAE377C}" type="slidenum">
              <a:rPr lang="en-US" smtClean="0"/>
              <a:pPr algn="r"/>
              <a:t>‹#›</a:t>
            </a:fld>
            <a:endParaRPr lang="en-US"/>
          </a:p>
        </p:txBody>
      </p:sp>
      <p:sp>
        <p:nvSpPr>
          <p:cNvPr id="5" name="Title 4">
            <a:extLst>
              <a:ext uri="{FF2B5EF4-FFF2-40B4-BE49-F238E27FC236}">
                <a16:creationId xmlns:a16="http://schemas.microsoft.com/office/drawing/2014/main" id="{F51FE388-96EB-60B4-BDE5-75205588111D}"/>
              </a:ext>
            </a:extLst>
          </p:cNvPr>
          <p:cNvSpPr>
            <a:spLocks noGrp="1"/>
          </p:cNvSpPr>
          <p:nvPr>
            <p:ph type="title"/>
          </p:nvPr>
        </p:nvSpPr>
        <p:spPr/>
        <p:txBody>
          <a:bodyPr/>
          <a:lstStyle/>
          <a:p>
            <a:r>
              <a:rPr lang="en-US"/>
              <a:t>Click to edit Master title style</a:t>
            </a:r>
          </a:p>
        </p:txBody>
      </p:sp>
      <p:sp>
        <p:nvSpPr>
          <p:cNvPr id="6" name="Content Placeholder 5">
            <a:extLst>
              <a:ext uri="{FF2B5EF4-FFF2-40B4-BE49-F238E27FC236}">
                <a16:creationId xmlns:a16="http://schemas.microsoft.com/office/drawing/2014/main" id="{B1642B4B-22B4-952E-DD1B-30B2523729DC}"/>
              </a:ext>
            </a:extLst>
          </p:cNvPr>
          <p:cNvSpPr>
            <a:spLocks noGrp="1"/>
          </p:cNvSpPr>
          <p:nvPr>
            <p:ph sz="quarter" idx="31"/>
          </p:nvPr>
        </p:nvSpPr>
        <p:spPr>
          <a:xfrm>
            <a:off x="551384" y="2132856"/>
            <a:ext cx="11090938"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89821446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Content 2">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377C5B2B-C975-C7B1-B844-1E018309B61A}"/>
              </a:ext>
            </a:extLst>
          </p:cNvPr>
          <p:cNvSpPr/>
          <p:nvPr userDrawn="1"/>
        </p:nvSpPr>
        <p:spPr>
          <a:xfrm rot="16200000" flipV="1">
            <a:off x="4793851" y="-540154"/>
            <a:ext cx="6857998" cy="7938307"/>
          </a:xfrm>
          <a:prstGeom prst="rect">
            <a:avLst/>
          </a:prstGeom>
          <a:solidFill>
            <a:schemeClr val="tx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bg1"/>
              </a:solidFill>
            </a:endParaRPr>
          </a:p>
        </p:txBody>
      </p:sp>
      <p:grpSp>
        <p:nvGrpSpPr>
          <p:cNvPr id="14" name="Group 37">
            <a:extLst>
              <a:ext uri="{FF2B5EF4-FFF2-40B4-BE49-F238E27FC236}">
                <a16:creationId xmlns:a16="http://schemas.microsoft.com/office/drawing/2014/main" id="{C2BCEB8F-2E64-576C-BD81-D1EA1D1C485E}"/>
              </a:ext>
            </a:extLst>
          </p:cNvPr>
          <p:cNvGrpSpPr/>
          <p:nvPr userDrawn="1"/>
        </p:nvGrpSpPr>
        <p:grpSpPr>
          <a:xfrm>
            <a:off x="11770322" y="176700"/>
            <a:ext cx="260230" cy="240782"/>
            <a:chOff x="5481638" y="2859088"/>
            <a:chExt cx="1231900" cy="1139825"/>
          </a:xfrm>
          <a:solidFill>
            <a:schemeClr val="bg2"/>
          </a:solidFill>
        </p:grpSpPr>
        <p:sp>
          <p:nvSpPr>
            <p:cNvPr id="15" name="Freeform 320">
              <a:extLst>
                <a:ext uri="{FF2B5EF4-FFF2-40B4-BE49-F238E27FC236}">
                  <a16:creationId xmlns:a16="http://schemas.microsoft.com/office/drawing/2014/main" id="{D5CA2252-9D37-30A4-0693-791158A53452}"/>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16" name="Freeform 321">
              <a:extLst>
                <a:ext uri="{FF2B5EF4-FFF2-40B4-BE49-F238E27FC236}">
                  <a16:creationId xmlns:a16="http://schemas.microsoft.com/office/drawing/2014/main" id="{41A547D1-47C8-9981-46A6-D3C7D68EDC13}"/>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3" name="Date Placeholder 2">
            <a:extLst>
              <a:ext uri="{FF2B5EF4-FFF2-40B4-BE49-F238E27FC236}">
                <a16:creationId xmlns:a16="http://schemas.microsoft.com/office/drawing/2014/main" id="{766145ED-D9CE-08CB-28E4-8A4A79A6FB2B}"/>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2D2C1A62-1994-E6C5-D27B-038BDFD0C15D}"/>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5" name="Slide Number Placeholder 4">
            <a:extLst>
              <a:ext uri="{FF2B5EF4-FFF2-40B4-BE49-F238E27FC236}">
                <a16:creationId xmlns:a16="http://schemas.microsoft.com/office/drawing/2014/main" id="{FE33FDCA-05A6-1B47-853B-F56E9D56B728}"/>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17" name="Text Placeholder 10">
            <a:extLst>
              <a:ext uri="{FF2B5EF4-FFF2-40B4-BE49-F238E27FC236}">
                <a16:creationId xmlns:a16="http://schemas.microsoft.com/office/drawing/2014/main" id="{90464251-F267-6F64-58DE-3A8369AE008F}"/>
              </a:ext>
            </a:extLst>
          </p:cNvPr>
          <p:cNvSpPr>
            <a:spLocks noGrp="1"/>
          </p:cNvSpPr>
          <p:nvPr>
            <p:ph type="body" sz="quarter" idx="27"/>
          </p:nvPr>
        </p:nvSpPr>
        <p:spPr>
          <a:xfrm>
            <a:off x="4655841" y="1634285"/>
            <a:ext cx="6985298" cy="307777"/>
          </a:xfrm>
          <a:prstGeom prst="rect">
            <a:avLst/>
          </a:prstGeom>
        </p:spPr>
        <p:txBody>
          <a:bodyPr vert="horz" wrap="square" lIns="0" tIns="0" rIns="0" bIns="0" rtlCol="0">
            <a:spAutoFit/>
          </a:bodyPr>
          <a:lstStyle>
            <a:lvl1pPr>
              <a:defRPr lang="en-US" sz="2000" b="1" smtClean="0">
                <a:solidFill>
                  <a:schemeClr val="bg1"/>
                </a:solidFill>
              </a:defRPr>
            </a:lvl1pPr>
          </a:lstStyle>
          <a:p>
            <a:pPr lvl="0"/>
            <a:r>
              <a:rPr lang="en-US"/>
              <a:t>Click to edit Master text styles</a:t>
            </a:r>
          </a:p>
        </p:txBody>
      </p:sp>
      <p:sp>
        <p:nvSpPr>
          <p:cNvPr id="21" name="Content Placeholder 20">
            <a:extLst>
              <a:ext uri="{FF2B5EF4-FFF2-40B4-BE49-F238E27FC236}">
                <a16:creationId xmlns:a16="http://schemas.microsoft.com/office/drawing/2014/main" id="{E70BDE52-9B00-C2A8-F626-B256D02BD0F0}"/>
              </a:ext>
            </a:extLst>
          </p:cNvPr>
          <p:cNvSpPr>
            <a:spLocks noGrp="1"/>
          </p:cNvSpPr>
          <p:nvPr>
            <p:ph sz="quarter" idx="28"/>
          </p:nvPr>
        </p:nvSpPr>
        <p:spPr>
          <a:xfrm>
            <a:off x="4655841" y="2132856"/>
            <a:ext cx="6985298"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ext Placeholder 9">
            <a:extLst>
              <a:ext uri="{FF2B5EF4-FFF2-40B4-BE49-F238E27FC236}">
                <a16:creationId xmlns:a16="http://schemas.microsoft.com/office/drawing/2014/main" id="{11D06750-D717-3C72-A9E7-30B20496520E}"/>
              </a:ext>
            </a:extLst>
          </p:cNvPr>
          <p:cNvSpPr>
            <a:spLocks noGrp="1"/>
          </p:cNvSpPr>
          <p:nvPr>
            <p:ph type="body" sz="quarter" idx="22" hasCustomPrompt="1"/>
          </p:nvPr>
        </p:nvSpPr>
        <p:spPr>
          <a:xfrm>
            <a:off x="550200" y="1634286"/>
            <a:ext cx="3312368"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9" name="Title 4">
            <a:extLst>
              <a:ext uri="{FF2B5EF4-FFF2-40B4-BE49-F238E27FC236}">
                <a16:creationId xmlns:a16="http://schemas.microsoft.com/office/drawing/2014/main" id="{621CAE5D-3E25-1FC1-0588-6D3144862513}"/>
              </a:ext>
            </a:extLst>
          </p:cNvPr>
          <p:cNvSpPr>
            <a:spLocks noGrp="1"/>
          </p:cNvSpPr>
          <p:nvPr>
            <p:ph type="title"/>
          </p:nvPr>
        </p:nvSpPr>
        <p:spPr>
          <a:xfrm>
            <a:off x="551384" y="549274"/>
            <a:ext cx="3312368" cy="930372"/>
          </a:xfrm>
        </p:spPr>
        <p:txBody>
          <a:bodyPr/>
          <a:lstStyle/>
          <a:p>
            <a:r>
              <a:rPr lang="en-US"/>
              <a:t>Click to edit Master title style</a:t>
            </a:r>
          </a:p>
        </p:txBody>
      </p:sp>
      <p:sp>
        <p:nvSpPr>
          <p:cNvPr id="11" name="Content Placeholder 5">
            <a:extLst>
              <a:ext uri="{FF2B5EF4-FFF2-40B4-BE49-F238E27FC236}">
                <a16:creationId xmlns:a16="http://schemas.microsoft.com/office/drawing/2014/main" id="{929189C8-410E-9C4A-019C-9B1A47D8D2ED}"/>
              </a:ext>
            </a:extLst>
          </p:cNvPr>
          <p:cNvSpPr>
            <a:spLocks noGrp="1"/>
          </p:cNvSpPr>
          <p:nvPr>
            <p:ph sz="quarter" idx="31"/>
          </p:nvPr>
        </p:nvSpPr>
        <p:spPr>
          <a:xfrm>
            <a:off x="551384" y="2132856"/>
            <a:ext cx="3312368"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52202102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Content 2 Chapterbox">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377C5B2B-C975-C7B1-B844-1E018309B61A}"/>
              </a:ext>
            </a:extLst>
          </p:cNvPr>
          <p:cNvSpPr/>
          <p:nvPr userDrawn="1"/>
        </p:nvSpPr>
        <p:spPr>
          <a:xfrm rot="16200000" flipV="1">
            <a:off x="4793851" y="-540154"/>
            <a:ext cx="6857998" cy="7938307"/>
          </a:xfrm>
          <a:prstGeom prst="rect">
            <a:avLst/>
          </a:prstGeom>
          <a:solidFill>
            <a:schemeClr val="tx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bg1"/>
              </a:solidFill>
            </a:endParaRPr>
          </a:p>
        </p:txBody>
      </p:sp>
      <p:grpSp>
        <p:nvGrpSpPr>
          <p:cNvPr id="14" name="Group 37">
            <a:extLst>
              <a:ext uri="{FF2B5EF4-FFF2-40B4-BE49-F238E27FC236}">
                <a16:creationId xmlns:a16="http://schemas.microsoft.com/office/drawing/2014/main" id="{C2BCEB8F-2E64-576C-BD81-D1EA1D1C485E}"/>
              </a:ext>
            </a:extLst>
          </p:cNvPr>
          <p:cNvGrpSpPr/>
          <p:nvPr userDrawn="1"/>
        </p:nvGrpSpPr>
        <p:grpSpPr>
          <a:xfrm>
            <a:off x="11770322" y="176700"/>
            <a:ext cx="260230" cy="240782"/>
            <a:chOff x="5481638" y="2859088"/>
            <a:chExt cx="1231900" cy="1139825"/>
          </a:xfrm>
          <a:solidFill>
            <a:schemeClr val="bg2"/>
          </a:solidFill>
        </p:grpSpPr>
        <p:sp>
          <p:nvSpPr>
            <p:cNvPr id="15" name="Freeform 320">
              <a:extLst>
                <a:ext uri="{FF2B5EF4-FFF2-40B4-BE49-F238E27FC236}">
                  <a16:creationId xmlns:a16="http://schemas.microsoft.com/office/drawing/2014/main" id="{D5CA2252-9D37-30A4-0693-791158A53452}"/>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16" name="Freeform 321">
              <a:extLst>
                <a:ext uri="{FF2B5EF4-FFF2-40B4-BE49-F238E27FC236}">
                  <a16:creationId xmlns:a16="http://schemas.microsoft.com/office/drawing/2014/main" id="{41A547D1-47C8-9981-46A6-D3C7D68EDC13}"/>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3" name="Date Placeholder 2">
            <a:extLst>
              <a:ext uri="{FF2B5EF4-FFF2-40B4-BE49-F238E27FC236}">
                <a16:creationId xmlns:a16="http://schemas.microsoft.com/office/drawing/2014/main" id="{766145ED-D9CE-08CB-28E4-8A4A79A6FB2B}"/>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2D2C1A62-1994-E6C5-D27B-038BDFD0C15D}"/>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5" name="Slide Number Placeholder 4">
            <a:extLst>
              <a:ext uri="{FF2B5EF4-FFF2-40B4-BE49-F238E27FC236}">
                <a16:creationId xmlns:a16="http://schemas.microsoft.com/office/drawing/2014/main" id="{FE33FDCA-05A6-1B47-853B-F56E9D56B728}"/>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9" name="Content Placeholder 20">
            <a:extLst>
              <a:ext uri="{FF2B5EF4-FFF2-40B4-BE49-F238E27FC236}">
                <a16:creationId xmlns:a16="http://schemas.microsoft.com/office/drawing/2014/main" id="{8AF30424-EC22-815F-0364-A40BD8FB5A94}"/>
              </a:ext>
            </a:extLst>
          </p:cNvPr>
          <p:cNvSpPr>
            <a:spLocks noGrp="1"/>
          </p:cNvSpPr>
          <p:nvPr>
            <p:ph sz="quarter" idx="28"/>
          </p:nvPr>
        </p:nvSpPr>
        <p:spPr>
          <a:xfrm>
            <a:off x="4655841" y="2132856"/>
            <a:ext cx="6985298"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ext Placeholder 9">
            <a:extLst>
              <a:ext uri="{FF2B5EF4-FFF2-40B4-BE49-F238E27FC236}">
                <a16:creationId xmlns:a16="http://schemas.microsoft.com/office/drawing/2014/main" id="{3D8C5119-2E27-2F8D-2393-F11C985DEEFE}"/>
              </a:ext>
            </a:extLst>
          </p:cNvPr>
          <p:cNvSpPr>
            <a:spLocks noGrp="1"/>
          </p:cNvSpPr>
          <p:nvPr>
            <p:ph type="body" sz="quarter" idx="22" hasCustomPrompt="1"/>
          </p:nvPr>
        </p:nvSpPr>
        <p:spPr>
          <a:xfrm>
            <a:off x="550200" y="1634286"/>
            <a:ext cx="3312368"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13" name="Title 4">
            <a:extLst>
              <a:ext uri="{FF2B5EF4-FFF2-40B4-BE49-F238E27FC236}">
                <a16:creationId xmlns:a16="http://schemas.microsoft.com/office/drawing/2014/main" id="{AFA6B1A6-69A7-1CAE-0836-CA4C24413C3B}"/>
              </a:ext>
            </a:extLst>
          </p:cNvPr>
          <p:cNvSpPr>
            <a:spLocks noGrp="1"/>
          </p:cNvSpPr>
          <p:nvPr>
            <p:ph type="title"/>
          </p:nvPr>
        </p:nvSpPr>
        <p:spPr>
          <a:xfrm>
            <a:off x="551384" y="549274"/>
            <a:ext cx="3312368" cy="930372"/>
          </a:xfrm>
        </p:spPr>
        <p:txBody>
          <a:bodyPr/>
          <a:lstStyle/>
          <a:p>
            <a:r>
              <a:rPr lang="en-US"/>
              <a:t>Click to edit Master title style</a:t>
            </a:r>
          </a:p>
        </p:txBody>
      </p:sp>
      <p:sp>
        <p:nvSpPr>
          <p:cNvPr id="18" name="Content Placeholder 5">
            <a:extLst>
              <a:ext uri="{FF2B5EF4-FFF2-40B4-BE49-F238E27FC236}">
                <a16:creationId xmlns:a16="http://schemas.microsoft.com/office/drawing/2014/main" id="{98A4F07B-7612-308A-3654-BE7DBBF41070}"/>
              </a:ext>
            </a:extLst>
          </p:cNvPr>
          <p:cNvSpPr>
            <a:spLocks noGrp="1"/>
          </p:cNvSpPr>
          <p:nvPr>
            <p:ph sz="quarter" idx="31"/>
          </p:nvPr>
        </p:nvSpPr>
        <p:spPr>
          <a:xfrm>
            <a:off x="551384" y="2132856"/>
            <a:ext cx="3312368"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Chapter Placeholder 2">
            <a:extLst>
              <a:ext uri="{FF2B5EF4-FFF2-40B4-BE49-F238E27FC236}">
                <a16:creationId xmlns:a16="http://schemas.microsoft.com/office/drawing/2014/main" id="{45C81183-EAF5-59AC-9312-889607D0BF65}"/>
              </a:ext>
            </a:extLst>
          </p:cNvPr>
          <p:cNvSpPr>
            <a:spLocks noGrp="1"/>
          </p:cNvSpPr>
          <p:nvPr>
            <p:ph type="body" sz="quarter" idx="13" hasCustomPrompt="1"/>
          </p:nvPr>
        </p:nvSpPr>
        <p:spPr>
          <a:xfrm>
            <a:off x="550863" y="266219"/>
            <a:ext cx="3311705" cy="151264"/>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
        <p:nvSpPr>
          <p:cNvPr id="20" name="Text Placeholder 10">
            <a:extLst>
              <a:ext uri="{FF2B5EF4-FFF2-40B4-BE49-F238E27FC236}">
                <a16:creationId xmlns:a16="http://schemas.microsoft.com/office/drawing/2014/main" id="{AF667FFB-A6CF-0DAC-F73F-F6AC39EE2761}"/>
              </a:ext>
            </a:extLst>
          </p:cNvPr>
          <p:cNvSpPr>
            <a:spLocks noGrp="1"/>
          </p:cNvSpPr>
          <p:nvPr>
            <p:ph type="body" sz="quarter" idx="27"/>
          </p:nvPr>
        </p:nvSpPr>
        <p:spPr>
          <a:xfrm>
            <a:off x="4655841" y="1634285"/>
            <a:ext cx="6985298" cy="307777"/>
          </a:xfrm>
          <a:prstGeom prst="rect">
            <a:avLst/>
          </a:prstGeom>
        </p:spPr>
        <p:txBody>
          <a:bodyPr vert="horz" wrap="square" lIns="0" tIns="0" rIns="0" bIns="0" rtlCol="0">
            <a:spAutoFit/>
          </a:bodyPr>
          <a:lstStyle>
            <a:lvl1pPr>
              <a:defRPr lang="en-US" sz="2000" b="1" smtClean="0">
                <a:solidFill>
                  <a:schemeClr val="bg1"/>
                </a:solidFill>
              </a:defRPr>
            </a:lvl1pPr>
          </a:lstStyle>
          <a:p>
            <a:pPr lvl="0"/>
            <a:r>
              <a:rPr lang="en-US"/>
              <a:t>Click to edit Master text styles</a:t>
            </a:r>
          </a:p>
        </p:txBody>
      </p:sp>
    </p:spTree>
    <p:extLst>
      <p:ext uri="{BB962C8B-B14F-4D97-AF65-F5344CB8AC3E}">
        <p14:creationId xmlns:p14="http://schemas.microsoft.com/office/powerpoint/2010/main" val="25693347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Content 3">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FFDA5053-3D63-3C3B-F1E9-69CFF9FC43BA}"/>
              </a:ext>
            </a:extLst>
          </p:cNvPr>
          <p:cNvSpPr/>
          <p:nvPr userDrawn="1"/>
        </p:nvSpPr>
        <p:spPr>
          <a:xfrm rot="16200000" flipV="1">
            <a:off x="5715003" y="380999"/>
            <a:ext cx="6857998" cy="6096002"/>
          </a:xfrm>
          <a:prstGeom prst="rect">
            <a:avLst/>
          </a:prstGeom>
          <a:solidFill>
            <a:schemeClr val="tx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20" name="Group 37">
            <a:extLst>
              <a:ext uri="{FF2B5EF4-FFF2-40B4-BE49-F238E27FC236}">
                <a16:creationId xmlns:a16="http://schemas.microsoft.com/office/drawing/2014/main" id="{C7484E95-42C9-8DB4-CE16-9F65A190121F}"/>
              </a:ext>
            </a:extLst>
          </p:cNvPr>
          <p:cNvGrpSpPr/>
          <p:nvPr userDrawn="1"/>
        </p:nvGrpSpPr>
        <p:grpSpPr>
          <a:xfrm>
            <a:off x="11770322" y="176700"/>
            <a:ext cx="260230" cy="240782"/>
            <a:chOff x="5481638" y="2859088"/>
            <a:chExt cx="1231900" cy="1139825"/>
          </a:xfrm>
          <a:solidFill>
            <a:schemeClr val="bg2"/>
          </a:solidFill>
        </p:grpSpPr>
        <p:sp>
          <p:nvSpPr>
            <p:cNvPr id="21" name="Freeform 320">
              <a:extLst>
                <a:ext uri="{FF2B5EF4-FFF2-40B4-BE49-F238E27FC236}">
                  <a16:creationId xmlns:a16="http://schemas.microsoft.com/office/drawing/2014/main" id="{1A559A5A-FF5B-C4A1-FBB9-17F04B2572FB}"/>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2" name="Freeform 321">
              <a:extLst>
                <a:ext uri="{FF2B5EF4-FFF2-40B4-BE49-F238E27FC236}">
                  <a16:creationId xmlns:a16="http://schemas.microsoft.com/office/drawing/2014/main" id="{AA3487D1-995C-B436-2407-E724FC0582FA}"/>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4" name="Date Placeholder 3">
            <a:extLst>
              <a:ext uri="{FF2B5EF4-FFF2-40B4-BE49-F238E27FC236}">
                <a16:creationId xmlns:a16="http://schemas.microsoft.com/office/drawing/2014/main" id="{358A13D8-885F-6258-82CC-EE1A7ED60DB2}"/>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6" name="Footer Placeholder 5">
            <a:extLst>
              <a:ext uri="{FF2B5EF4-FFF2-40B4-BE49-F238E27FC236}">
                <a16:creationId xmlns:a16="http://schemas.microsoft.com/office/drawing/2014/main" id="{F3CB3B34-F920-D8B3-B36B-15435A286DB2}"/>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7" name="Slide Number Placeholder 6">
            <a:extLst>
              <a:ext uri="{FF2B5EF4-FFF2-40B4-BE49-F238E27FC236}">
                <a16:creationId xmlns:a16="http://schemas.microsoft.com/office/drawing/2014/main" id="{D2B44653-FCDA-83BF-7377-AD5F2E69077A}"/>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8" name="Text Placeholder 9">
            <a:extLst>
              <a:ext uri="{FF2B5EF4-FFF2-40B4-BE49-F238E27FC236}">
                <a16:creationId xmlns:a16="http://schemas.microsoft.com/office/drawing/2014/main" id="{F94673B4-77FE-F1CB-0F2B-E9CA250FB2B6}"/>
              </a:ext>
            </a:extLst>
          </p:cNvPr>
          <p:cNvSpPr>
            <a:spLocks noGrp="1"/>
          </p:cNvSpPr>
          <p:nvPr>
            <p:ph type="body" sz="quarter" idx="22" hasCustomPrompt="1"/>
          </p:nvPr>
        </p:nvSpPr>
        <p:spPr>
          <a:xfrm>
            <a:off x="550200" y="1634286"/>
            <a:ext cx="5112568"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10" name="Title 4">
            <a:extLst>
              <a:ext uri="{FF2B5EF4-FFF2-40B4-BE49-F238E27FC236}">
                <a16:creationId xmlns:a16="http://schemas.microsoft.com/office/drawing/2014/main" id="{1E48061D-F3E5-383D-6B8F-2C827E9EE8FD}"/>
              </a:ext>
            </a:extLst>
          </p:cNvPr>
          <p:cNvSpPr>
            <a:spLocks noGrp="1"/>
          </p:cNvSpPr>
          <p:nvPr>
            <p:ph type="title"/>
          </p:nvPr>
        </p:nvSpPr>
        <p:spPr>
          <a:xfrm>
            <a:off x="551384" y="549274"/>
            <a:ext cx="5112568" cy="930372"/>
          </a:xfrm>
        </p:spPr>
        <p:txBody>
          <a:bodyPr/>
          <a:lstStyle/>
          <a:p>
            <a:r>
              <a:rPr lang="en-US"/>
              <a:t>Click to edit Master title style</a:t>
            </a:r>
          </a:p>
        </p:txBody>
      </p:sp>
      <p:sp>
        <p:nvSpPr>
          <p:cNvPr id="12" name="Content Placeholder 5">
            <a:extLst>
              <a:ext uri="{FF2B5EF4-FFF2-40B4-BE49-F238E27FC236}">
                <a16:creationId xmlns:a16="http://schemas.microsoft.com/office/drawing/2014/main" id="{626CD0FD-2710-377C-0AF5-3D235D7D2581}"/>
              </a:ext>
            </a:extLst>
          </p:cNvPr>
          <p:cNvSpPr>
            <a:spLocks noGrp="1"/>
          </p:cNvSpPr>
          <p:nvPr>
            <p:ph sz="quarter" idx="31"/>
          </p:nvPr>
        </p:nvSpPr>
        <p:spPr>
          <a:xfrm>
            <a:off x="551384" y="2132856"/>
            <a:ext cx="5112568"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ontent Placeholder 20">
            <a:extLst>
              <a:ext uri="{FF2B5EF4-FFF2-40B4-BE49-F238E27FC236}">
                <a16:creationId xmlns:a16="http://schemas.microsoft.com/office/drawing/2014/main" id="{2B515CA7-8DCF-54B4-09AA-94A802519A74}"/>
              </a:ext>
            </a:extLst>
          </p:cNvPr>
          <p:cNvSpPr>
            <a:spLocks noGrp="1"/>
          </p:cNvSpPr>
          <p:nvPr>
            <p:ph sz="quarter" idx="28"/>
          </p:nvPr>
        </p:nvSpPr>
        <p:spPr>
          <a:xfrm>
            <a:off x="6491381" y="2132856"/>
            <a:ext cx="5149757"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Text Placeholder 10">
            <a:extLst>
              <a:ext uri="{FF2B5EF4-FFF2-40B4-BE49-F238E27FC236}">
                <a16:creationId xmlns:a16="http://schemas.microsoft.com/office/drawing/2014/main" id="{2ED5F6CF-D037-F768-2935-84A770471395}"/>
              </a:ext>
            </a:extLst>
          </p:cNvPr>
          <p:cNvSpPr>
            <a:spLocks noGrp="1"/>
          </p:cNvSpPr>
          <p:nvPr>
            <p:ph type="body" sz="quarter" idx="27"/>
          </p:nvPr>
        </p:nvSpPr>
        <p:spPr>
          <a:xfrm>
            <a:off x="6491381" y="1634285"/>
            <a:ext cx="5149758" cy="307777"/>
          </a:xfrm>
          <a:prstGeom prst="rect">
            <a:avLst/>
          </a:prstGeom>
        </p:spPr>
        <p:txBody>
          <a:bodyPr vert="horz" wrap="square" lIns="0" tIns="0" rIns="0" bIns="0" rtlCol="0">
            <a:spAutoFit/>
          </a:bodyPr>
          <a:lstStyle>
            <a:lvl1pPr>
              <a:defRPr lang="en-US" sz="2000" b="1" smtClean="0">
                <a:solidFill>
                  <a:schemeClr val="bg1"/>
                </a:solidFill>
              </a:defRPr>
            </a:lvl1pPr>
          </a:lstStyle>
          <a:p>
            <a:pPr lvl="0"/>
            <a:r>
              <a:rPr lang="en-US"/>
              <a:t>Click to edit Master text styles</a:t>
            </a:r>
          </a:p>
        </p:txBody>
      </p:sp>
    </p:spTree>
    <p:extLst>
      <p:ext uri="{BB962C8B-B14F-4D97-AF65-F5344CB8AC3E}">
        <p14:creationId xmlns:p14="http://schemas.microsoft.com/office/powerpoint/2010/main" val="131036761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Content 3 Chapterbox">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FFDA5053-3D63-3C3B-F1E9-69CFF9FC43BA}"/>
              </a:ext>
            </a:extLst>
          </p:cNvPr>
          <p:cNvSpPr/>
          <p:nvPr userDrawn="1"/>
        </p:nvSpPr>
        <p:spPr>
          <a:xfrm rot="16200000" flipV="1">
            <a:off x="5715003" y="381000"/>
            <a:ext cx="6857998" cy="6096002"/>
          </a:xfrm>
          <a:prstGeom prst="rect">
            <a:avLst/>
          </a:prstGeom>
          <a:solidFill>
            <a:schemeClr val="tx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20" name="Group 37">
            <a:extLst>
              <a:ext uri="{FF2B5EF4-FFF2-40B4-BE49-F238E27FC236}">
                <a16:creationId xmlns:a16="http://schemas.microsoft.com/office/drawing/2014/main" id="{C7484E95-42C9-8DB4-CE16-9F65A190121F}"/>
              </a:ext>
            </a:extLst>
          </p:cNvPr>
          <p:cNvGrpSpPr/>
          <p:nvPr userDrawn="1"/>
        </p:nvGrpSpPr>
        <p:grpSpPr>
          <a:xfrm>
            <a:off x="11770322" y="176700"/>
            <a:ext cx="260230" cy="240782"/>
            <a:chOff x="5481638" y="2859088"/>
            <a:chExt cx="1231900" cy="1139825"/>
          </a:xfrm>
          <a:solidFill>
            <a:schemeClr val="bg2"/>
          </a:solidFill>
        </p:grpSpPr>
        <p:sp>
          <p:nvSpPr>
            <p:cNvPr id="21" name="Freeform 320">
              <a:extLst>
                <a:ext uri="{FF2B5EF4-FFF2-40B4-BE49-F238E27FC236}">
                  <a16:creationId xmlns:a16="http://schemas.microsoft.com/office/drawing/2014/main" id="{1A559A5A-FF5B-C4A1-FBB9-17F04B2572FB}"/>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2" name="Freeform 321">
              <a:extLst>
                <a:ext uri="{FF2B5EF4-FFF2-40B4-BE49-F238E27FC236}">
                  <a16:creationId xmlns:a16="http://schemas.microsoft.com/office/drawing/2014/main" id="{AA3487D1-995C-B436-2407-E724FC0582FA}"/>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4" name="Date Placeholder 3">
            <a:extLst>
              <a:ext uri="{FF2B5EF4-FFF2-40B4-BE49-F238E27FC236}">
                <a16:creationId xmlns:a16="http://schemas.microsoft.com/office/drawing/2014/main" id="{358A13D8-885F-6258-82CC-EE1A7ED60DB2}"/>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6" name="Footer Placeholder 5">
            <a:extLst>
              <a:ext uri="{FF2B5EF4-FFF2-40B4-BE49-F238E27FC236}">
                <a16:creationId xmlns:a16="http://schemas.microsoft.com/office/drawing/2014/main" id="{F3CB3B34-F920-D8B3-B36B-15435A286DB2}"/>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7" name="Slide Number Placeholder 6">
            <a:extLst>
              <a:ext uri="{FF2B5EF4-FFF2-40B4-BE49-F238E27FC236}">
                <a16:creationId xmlns:a16="http://schemas.microsoft.com/office/drawing/2014/main" id="{D2B44653-FCDA-83BF-7377-AD5F2E69077A}"/>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8" name="Text Placeholder 9">
            <a:extLst>
              <a:ext uri="{FF2B5EF4-FFF2-40B4-BE49-F238E27FC236}">
                <a16:creationId xmlns:a16="http://schemas.microsoft.com/office/drawing/2014/main" id="{B596F1C6-4A2C-32A4-F91B-7A46197FE40E}"/>
              </a:ext>
            </a:extLst>
          </p:cNvPr>
          <p:cNvSpPr>
            <a:spLocks noGrp="1"/>
          </p:cNvSpPr>
          <p:nvPr>
            <p:ph type="body" sz="quarter" idx="22" hasCustomPrompt="1"/>
          </p:nvPr>
        </p:nvSpPr>
        <p:spPr>
          <a:xfrm>
            <a:off x="550200" y="1634286"/>
            <a:ext cx="5112568"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12" name="Title 4">
            <a:extLst>
              <a:ext uri="{FF2B5EF4-FFF2-40B4-BE49-F238E27FC236}">
                <a16:creationId xmlns:a16="http://schemas.microsoft.com/office/drawing/2014/main" id="{028C5415-53AD-E669-9486-5FBA89A04F29}"/>
              </a:ext>
            </a:extLst>
          </p:cNvPr>
          <p:cNvSpPr>
            <a:spLocks noGrp="1"/>
          </p:cNvSpPr>
          <p:nvPr>
            <p:ph type="title"/>
          </p:nvPr>
        </p:nvSpPr>
        <p:spPr>
          <a:xfrm>
            <a:off x="551384" y="549274"/>
            <a:ext cx="5112568" cy="930372"/>
          </a:xfrm>
        </p:spPr>
        <p:txBody>
          <a:bodyPr/>
          <a:lstStyle/>
          <a:p>
            <a:r>
              <a:rPr lang="en-US"/>
              <a:t>Click to edit Master title style</a:t>
            </a:r>
          </a:p>
        </p:txBody>
      </p:sp>
      <p:sp>
        <p:nvSpPr>
          <p:cNvPr id="13" name="Content Placeholder 5">
            <a:extLst>
              <a:ext uri="{FF2B5EF4-FFF2-40B4-BE49-F238E27FC236}">
                <a16:creationId xmlns:a16="http://schemas.microsoft.com/office/drawing/2014/main" id="{1BEDBCBF-3BC8-AA4A-1F58-81530B90708A}"/>
              </a:ext>
            </a:extLst>
          </p:cNvPr>
          <p:cNvSpPr>
            <a:spLocks noGrp="1"/>
          </p:cNvSpPr>
          <p:nvPr>
            <p:ph sz="quarter" idx="31"/>
          </p:nvPr>
        </p:nvSpPr>
        <p:spPr>
          <a:xfrm>
            <a:off x="551384" y="2132856"/>
            <a:ext cx="5112568"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Content Placeholder 20">
            <a:extLst>
              <a:ext uri="{FF2B5EF4-FFF2-40B4-BE49-F238E27FC236}">
                <a16:creationId xmlns:a16="http://schemas.microsoft.com/office/drawing/2014/main" id="{1B7CBEC2-7246-C86B-4339-C14AFC3677BC}"/>
              </a:ext>
            </a:extLst>
          </p:cNvPr>
          <p:cNvSpPr>
            <a:spLocks noGrp="1"/>
          </p:cNvSpPr>
          <p:nvPr>
            <p:ph sz="quarter" idx="28"/>
          </p:nvPr>
        </p:nvSpPr>
        <p:spPr>
          <a:xfrm>
            <a:off x="6491381" y="2132856"/>
            <a:ext cx="5149757"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7" name="Chapter Placeholder 2">
            <a:extLst>
              <a:ext uri="{FF2B5EF4-FFF2-40B4-BE49-F238E27FC236}">
                <a16:creationId xmlns:a16="http://schemas.microsoft.com/office/drawing/2014/main" id="{81125B0F-654E-18D6-D135-80BD1EED9DED}"/>
              </a:ext>
            </a:extLst>
          </p:cNvPr>
          <p:cNvSpPr>
            <a:spLocks noGrp="1"/>
          </p:cNvSpPr>
          <p:nvPr>
            <p:ph type="body" sz="quarter" idx="13" hasCustomPrompt="1"/>
          </p:nvPr>
        </p:nvSpPr>
        <p:spPr>
          <a:xfrm>
            <a:off x="550863" y="266219"/>
            <a:ext cx="5111905" cy="151263"/>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
        <p:nvSpPr>
          <p:cNvPr id="18" name="Text Placeholder 10">
            <a:extLst>
              <a:ext uri="{FF2B5EF4-FFF2-40B4-BE49-F238E27FC236}">
                <a16:creationId xmlns:a16="http://schemas.microsoft.com/office/drawing/2014/main" id="{258EBFC3-CBC8-925F-B836-0EE26BFE8CF5}"/>
              </a:ext>
            </a:extLst>
          </p:cNvPr>
          <p:cNvSpPr>
            <a:spLocks noGrp="1"/>
          </p:cNvSpPr>
          <p:nvPr>
            <p:ph type="body" sz="quarter" idx="27"/>
          </p:nvPr>
        </p:nvSpPr>
        <p:spPr>
          <a:xfrm>
            <a:off x="6491381" y="1634285"/>
            <a:ext cx="5149758" cy="307777"/>
          </a:xfrm>
          <a:prstGeom prst="rect">
            <a:avLst/>
          </a:prstGeom>
        </p:spPr>
        <p:txBody>
          <a:bodyPr vert="horz" wrap="square" lIns="0" tIns="0" rIns="0" bIns="0" rtlCol="0">
            <a:spAutoFit/>
          </a:bodyPr>
          <a:lstStyle>
            <a:lvl1pPr>
              <a:defRPr lang="en-US" sz="2000" b="1" smtClean="0">
                <a:solidFill>
                  <a:schemeClr val="bg1"/>
                </a:solidFill>
              </a:defRPr>
            </a:lvl1pPr>
          </a:lstStyle>
          <a:p>
            <a:pPr lvl="0"/>
            <a:r>
              <a:rPr lang="en-US"/>
              <a:t>Click to edit Master text styles</a:t>
            </a:r>
          </a:p>
        </p:txBody>
      </p:sp>
    </p:spTree>
    <p:extLst>
      <p:ext uri="{BB962C8B-B14F-4D97-AF65-F5344CB8AC3E}">
        <p14:creationId xmlns:p14="http://schemas.microsoft.com/office/powerpoint/2010/main" val="149068518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Content 4">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6900C123-9D30-0EBC-5FF8-AB8833A92E04}"/>
              </a:ext>
            </a:extLst>
          </p:cNvPr>
          <p:cNvSpPr/>
          <p:nvPr userDrawn="1"/>
        </p:nvSpPr>
        <p:spPr>
          <a:xfrm rot="16200000" flipV="1">
            <a:off x="6640013" y="1306009"/>
            <a:ext cx="6857998" cy="4245983"/>
          </a:xfrm>
          <a:prstGeom prst="rect">
            <a:avLst/>
          </a:prstGeom>
          <a:solidFill>
            <a:schemeClr val="tx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18" name="Group 37">
            <a:extLst>
              <a:ext uri="{FF2B5EF4-FFF2-40B4-BE49-F238E27FC236}">
                <a16:creationId xmlns:a16="http://schemas.microsoft.com/office/drawing/2014/main" id="{EAB09A99-143F-FC31-39FF-7DF7B4ACA5CF}"/>
              </a:ext>
            </a:extLst>
          </p:cNvPr>
          <p:cNvGrpSpPr/>
          <p:nvPr userDrawn="1"/>
        </p:nvGrpSpPr>
        <p:grpSpPr>
          <a:xfrm>
            <a:off x="11770322" y="176700"/>
            <a:ext cx="260230" cy="240782"/>
            <a:chOff x="5481638" y="2859088"/>
            <a:chExt cx="1231900" cy="1139825"/>
          </a:xfrm>
          <a:solidFill>
            <a:schemeClr val="bg2"/>
          </a:solidFill>
        </p:grpSpPr>
        <p:sp>
          <p:nvSpPr>
            <p:cNvPr id="19" name="Freeform 320">
              <a:extLst>
                <a:ext uri="{FF2B5EF4-FFF2-40B4-BE49-F238E27FC236}">
                  <a16:creationId xmlns:a16="http://schemas.microsoft.com/office/drawing/2014/main" id="{87F6F8F7-5BC0-8EDE-8130-67B046E555CF}"/>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0" name="Freeform 321">
              <a:extLst>
                <a:ext uri="{FF2B5EF4-FFF2-40B4-BE49-F238E27FC236}">
                  <a16:creationId xmlns:a16="http://schemas.microsoft.com/office/drawing/2014/main" id="{59BC8A90-2223-E3B3-3D95-0EBCFB812F23}"/>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3" name="Date Placeholder 2">
            <a:extLst>
              <a:ext uri="{FF2B5EF4-FFF2-40B4-BE49-F238E27FC236}">
                <a16:creationId xmlns:a16="http://schemas.microsoft.com/office/drawing/2014/main" id="{545F7198-C878-E20D-1FB2-E42A8A78A28C}"/>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8F3B15C5-4190-C7AB-2CDF-2D3ACCBB15AD}"/>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6" name="Slide Number Placeholder 5">
            <a:extLst>
              <a:ext uri="{FF2B5EF4-FFF2-40B4-BE49-F238E27FC236}">
                <a16:creationId xmlns:a16="http://schemas.microsoft.com/office/drawing/2014/main" id="{65F939E0-4FD6-2BB5-5421-0B506A62A78F}"/>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8" name="Text Placeholder 9">
            <a:extLst>
              <a:ext uri="{FF2B5EF4-FFF2-40B4-BE49-F238E27FC236}">
                <a16:creationId xmlns:a16="http://schemas.microsoft.com/office/drawing/2014/main" id="{1ED26950-AB5A-C0D9-81A8-A04EA350762D}"/>
              </a:ext>
            </a:extLst>
          </p:cNvPr>
          <p:cNvSpPr>
            <a:spLocks noGrp="1"/>
          </p:cNvSpPr>
          <p:nvPr>
            <p:ph type="body" sz="quarter" idx="22" hasCustomPrompt="1"/>
          </p:nvPr>
        </p:nvSpPr>
        <p:spPr>
          <a:xfrm>
            <a:off x="550200" y="1634286"/>
            <a:ext cx="6984776"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10" name="Title 4">
            <a:extLst>
              <a:ext uri="{FF2B5EF4-FFF2-40B4-BE49-F238E27FC236}">
                <a16:creationId xmlns:a16="http://schemas.microsoft.com/office/drawing/2014/main" id="{8EC1972F-9263-1D56-27E9-E603C2AABB72}"/>
              </a:ext>
            </a:extLst>
          </p:cNvPr>
          <p:cNvSpPr>
            <a:spLocks noGrp="1"/>
          </p:cNvSpPr>
          <p:nvPr>
            <p:ph type="title"/>
          </p:nvPr>
        </p:nvSpPr>
        <p:spPr>
          <a:xfrm>
            <a:off x="551384" y="549274"/>
            <a:ext cx="6984776" cy="930372"/>
          </a:xfrm>
        </p:spPr>
        <p:txBody>
          <a:bodyPr/>
          <a:lstStyle/>
          <a:p>
            <a:r>
              <a:rPr lang="en-US"/>
              <a:t>Click to edit Master title style</a:t>
            </a:r>
          </a:p>
        </p:txBody>
      </p:sp>
      <p:sp>
        <p:nvSpPr>
          <p:cNvPr id="13" name="Content Placeholder 5">
            <a:extLst>
              <a:ext uri="{FF2B5EF4-FFF2-40B4-BE49-F238E27FC236}">
                <a16:creationId xmlns:a16="http://schemas.microsoft.com/office/drawing/2014/main" id="{7FBCB093-A7B1-0D7A-1FAF-74CB36D79D0C}"/>
              </a:ext>
            </a:extLst>
          </p:cNvPr>
          <p:cNvSpPr>
            <a:spLocks noGrp="1"/>
          </p:cNvSpPr>
          <p:nvPr>
            <p:ph sz="quarter" idx="31"/>
          </p:nvPr>
        </p:nvSpPr>
        <p:spPr>
          <a:xfrm>
            <a:off x="551384" y="2132856"/>
            <a:ext cx="6984776"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ontent Placeholder 20">
            <a:extLst>
              <a:ext uri="{FF2B5EF4-FFF2-40B4-BE49-F238E27FC236}">
                <a16:creationId xmlns:a16="http://schemas.microsoft.com/office/drawing/2014/main" id="{392BB9FB-913E-27BD-009B-3894E1694801}"/>
              </a:ext>
            </a:extLst>
          </p:cNvPr>
          <p:cNvSpPr>
            <a:spLocks noGrp="1"/>
          </p:cNvSpPr>
          <p:nvPr>
            <p:ph sz="quarter" idx="28"/>
          </p:nvPr>
        </p:nvSpPr>
        <p:spPr>
          <a:xfrm>
            <a:off x="8341401" y="2132856"/>
            <a:ext cx="3299737"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Text Placeholder 10">
            <a:extLst>
              <a:ext uri="{FF2B5EF4-FFF2-40B4-BE49-F238E27FC236}">
                <a16:creationId xmlns:a16="http://schemas.microsoft.com/office/drawing/2014/main" id="{A2B384BF-001B-7351-C51D-C08A1F393AB6}"/>
              </a:ext>
            </a:extLst>
          </p:cNvPr>
          <p:cNvSpPr>
            <a:spLocks noGrp="1"/>
          </p:cNvSpPr>
          <p:nvPr>
            <p:ph type="body" sz="quarter" idx="27" hasCustomPrompt="1"/>
          </p:nvPr>
        </p:nvSpPr>
        <p:spPr>
          <a:xfrm>
            <a:off x="8341401" y="1634285"/>
            <a:ext cx="3299738" cy="307777"/>
          </a:xfrm>
          <a:prstGeom prst="rect">
            <a:avLst/>
          </a:prstGeom>
        </p:spPr>
        <p:txBody>
          <a:bodyPr vert="horz" wrap="square" lIns="0" tIns="0" rIns="0" bIns="0" rtlCol="0">
            <a:spAutoFit/>
          </a:bodyPr>
          <a:lstStyle>
            <a:lvl1pPr>
              <a:defRPr lang="en-US" sz="2000" b="1" smtClean="0">
                <a:solidFill>
                  <a:schemeClr val="bg1"/>
                </a:solidFill>
              </a:defRPr>
            </a:lvl1pPr>
          </a:lstStyle>
          <a:p>
            <a:pPr lvl="0"/>
            <a:r>
              <a:rPr lang="en-GB"/>
              <a:t>Click to edit Master styles</a:t>
            </a:r>
          </a:p>
        </p:txBody>
      </p:sp>
    </p:spTree>
    <p:extLst>
      <p:ext uri="{BB962C8B-B14F-4D97-AF65-F5344CB8AC3E}">
        <p14:creationId xmlns:p14="http://schemas.microsoft.com/office/powerpoint/2010/main" val="647113677"/>
      </p:ext>
    </p:extLst>
  </p:cSld>
  <p:clrMapOvr>
    <a:overrideClrMapping bg1="lt1" tx1="dk1" bg2="lt2" tx2="dk2" accent1="accent1" accent2="accent2" accent3="accent3" accent4="accent4" accent5="accent5" accent6="accent6" hlink="hlink" folHlink="folHlink"/>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Content 4 Chapterbox">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6900C123-9D30-0EBC-5FF8-AB8833A92E04}"/>
              </a:ext>
            </a:extLst>
          </p:cNvPr>
          <p:cNvSpPr/>
          <p:nvPr userDrawn="1"/>
        </p:nvSpPr>
        <p:spPr>
          <a:xfrm rot="16200000" flipV="1">
            <a:off x="6640013" y="1306009"/>
            <a:ext cx="6857998" cy="4245983"/>
          </a:xfrm>
          <a:prstGeom prst="rect">
            <a:avLst/>
          </a:prstGeom>
          <a:solidFill>
            <a:schemeClr val="tx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18" name="Group 37">
            <a:extLst>
              <a:ext uri="{FF2B5EF4-FFF2-40B4-BE49-F238E27FC236}">
                <a16:creationId xmlns:a16="http://schemas.microsoft.com/office/drawing/2014/main" id="{EAB09A99-143F-FC31-39FF-7DF7B4ACA5CF}"/>
              </a:ext>
            </a:extLst>
          </p:cNvPr>
          <p:cNvGrpSpPr/>
          <p:nvPr userDrawn="1"/>
        </p:nvGrpSpPr>
        <p:grpSpPr>
          <a:xfrm>
            <a:off x="11770322" y="176700"/>
            <a:ext cx="260230" cy="240782"/>
            <a:chOff x="5481638" y="2859088"/>
            <a:chExt cx="1231900" cy="1139825"/>
          </a:xfrm>
          <a:solidFill>
            <a:schemeClr val="bg2"/>
          </a:solidFill>
        </p:grpSpPr>
        <p:sp>
          <p:nvSpPr>
            <p:cNvPr id="19" name="Freeform 320">
              <a:extLst>
                <a:ext uri="{FF2B5EF4-FFF2-40B4-BE49-F238E27FC236}">
                  <a16:creationId xmlns:a16="http://schemas.microsoft.com/office/drawing/2014/main" id="{87F6F8F7-5BC0-8EDE-8130-67B046E555CF}"/>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0" name="Freeform 321">
              <a:extLst>
                <a:ext uri="{FF2B5EF4-FFF2-40B4-BE49-F238E27FC236}">
                  <a16:creationId xmlns:a16="http://schemas.microsoft.com/office/drawing/2014/main" id="{59BC8A90-2223-E3B3-3D95-0EBCFB812F23}"/>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3" name="Date Placeholder 2">
            <a:extLst>
              <a:ext uri="{FF2B5EF4-FFF2-40B4-BE49-F238E27FC236}">
                <a16:creationId xmlns:a16="http://schemas.microsoft.com/office/drawing/2014/main" id="{545F7198-C878-E20D-1FB2-E42A8A78A28C}"/>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8F3B15C5-4190-C7AB-2CDF-2D3ACCBB15AD}"/>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6" name="Slide Number Placeholder 5">
            <a:extLst>
              <a:ext uri="{FF2B5EF4-FFF2-40B4-BE49-F238E27FC236}">
                <a16:creationId xmlns:a16="http://schemas.microsoft.com/office/drawing/2014/main" id="{65F939E0-4FD6-2BB5-5421-0B506A62A78F}"/>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8" name="Text Placeholder 9">
            <a:extLst>
              <a:ext uri="{FF2B5EF4-FFF2-40B4-BE49-F238E27FC236}">
                <a16:creationId xmlns:a16="http://schemas.microsoft.com/office/drawing/2014/main" id="{239C7379-C19E-9AE6-CB5B-2451CFFD4A17}"/>
              </a:ext>
            </a:extLst>
          </p:cNvPr>
          <p:cNvSpPr>
            <a:spLocks noGrp="1"/>
          </p:cNvSpPr>
          <p:nvPr>
            <p:ph type="body" sz="quarter" idx="22" hasCustomPrompt="1"/>
          </p:nvPr>
        </p:nvSpPr>
        <p:spPr>
          <a:xfrm>
            <a:off x="550200" y="1634286"/>
            <a:ext cx="6984776"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13" name="Title 4">
            <a:extLst>
              <a:ext uri="{FF2B5EF4-FFF2-40B4-BE49-F238E27FC236}">
                <a16:creationId xmlns:a16="http://schemas.microsoft.com/office/drawing/2014/main" id="{21AAEB23-95CA-45A9-837B-CD7BF8DDE56C}"/>
              </a:ext>
            </a:extLst>
          </p:cNvPr>
          <p:cNvSpPr>
            <a:spLocks noGrp="1"/>
          </p:cNvSpPr>
          <p:nvPr>
            <p:ph type="title"/>
          </p:nvPr>
        </p:nvSpPr>
        <p:spPr>
          <a:xfrm>
            <a:off x="551384" y="549274"/>
            <a:ext cx="6984776" cy="930372"/>
          </a:xfrm>
        </p:spPr>
        <p:txBody>
          <a:bodyPr/>
          <a:lstStyle/>
          <a:p>
            <a:r>
              <a:rPr lang="en-US"/>
              <a:t>Click to edit Master title style</a:t>
            </a:r>
          </a:p>
        </p:txBody>
      </p:sp>
      <p:sp>
        <p:nvSpPr>
          <p:cNvPr id="14" name="Content Placeholder 5">
            <a:extLst>
              <a:ext uri="{FF2B5EF4-FFF2-40B4-BE49-F238E27FC236}">
                <a16:creationId xmlns:a16="http://schemas.microsoft.com/office/drawing/2014/main" id="{F9DB2775-E9C6-BBF6-4F21-AC89CB5A2445}"/>
              </a:ext>
            </a:extLst>
          </p:cNvPr>
          <p:cNvSpPr>
            <a:spLocks noGrp="1"/>
          </p:cNvSpPr>
          <p:nvPr>
            <p:ph sz="quarter" idx="31"/>
          </p:nvPr>
        </p:nvSpPr>
        <p:spPr>
          <a:xfrm>
            <a:off x="551384" y="2132856"/>
            <a:ext cx="6984776"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Content Placeholder 20">
            <a:extLst>
              <a:ext uri="{FF2B5EF4-FFF2-40B4-BE49-F238E27FC236}">
                <a16:creationId xmlns:a16="http://schemas.microsoft.com/office/drawing/2014/main" id="{C3ABAB46-458D-AA82-5E79-A54A7AF168E3}"/>
              </a:ext>
            </a:extLst>
          </p:cNvPr>
          <p:cNvSpPr>
            <a:spLocks noGrp="1"/>
          </p:cNvSpPr>
          <p:nvPr>
            <p:ph sz="quarter" idx="28"/>
          </p:nvPr>
        </p:nvSpPr>
        <p:spPr>
          <a:xfrm>
            <a:off x="8341401" y="2132856"/>
            <a:ext cx="3299737"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Chapter Placeholder 2">
            <a:extLst>
              <a:ext uri="{FF2B5EF4-FFF2-40B4-BE49-F238E27FC236}">
                <a16:creationId xmlns:a16="http://schemas.microsoft.com/office/drawing/2014/main" id="{6A60C175-61A3-58D8-BABE-160BC93795DC}"/>
              </a:ext>
            </a:extLst>
          </p:cNvPr>
          <p:cNvSpPr>
            <a:spLocks noGrp="1"/>
          </p:cNvSpPr>
          <p:nvPr>
            <p:ph type="body" sz="quarter" idx="13" hasCustomPrompt="1"/>
          </p:nvPr>
        </p:nvSpPr>
        <p:spPr>
          <a:xfrm>
            <a:off x="550863" y="266219"/>
            <a:ext cx="6983870" cy="151263"/>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
        <p:nvSpPr>
          <p:cNvPr id="17" name="Text Placeholder 10">
            <a:extLst>
              <a:ext uri="{FF2B5EF4-FFF2-40B4-BE49-F238E27FC236}">
                <a16:creationId xmlns:a16="http://schemas.microsoft.com/office/drawing/2014/main" id="{6C357538-B7AF-C31E-63AB-4F5FF078BFCB}"/>
              </a:ext>
            </a:extLst>
          </p:cNvPr>
          <p:cNvSpPr>
            <a:spLocks noGrp="1"/>
          </p:cNvSpPr>
          <p:nvPr>
            <p:ph type="body" sz="quarter" idx="27" hasCustomPrompt="1"/>
          </p:nvPr>
        </p:nvSpPr>
        <p:spPr>
          <a:xfrm>
            <a:off x="8341401" y="1634285"/>
            <a:ext cx="3299738" cy="307777"/>
          </a:xfrm>
          <a:prstGeom prst="rect">
            <a:avLst/>
          </a:prstGeom>
        </p:spPr>
        <p:txBody>
          <a:bodyPr vert="horz" wrap="square" lIns="0" tIns="0" rIns="0" bIns="0" rtlCol="0">
            <a:spAutoFit/>
          </a:bodyPr>
          <a:lstStyle>
            <a:lvl1pPr>
              <a:defRPr lang="en-US" sz="2000" b="1" smtClean="0">
                <a:solidFill>
                  <a:schemeClr val="bg1"/>
                </a:solidFill>
              </a:defRPr>
            </a:lvl1pPr>
          </a:lstStyle>
          <a:p>
            <a:pPr lvl="0"/>
            <a:r>
              <a:rPr lang="en-GB"/>
              <a:t>Click to edit Master styles</a:t>
            </a:r>
          </a:p>
        </p:txBody>
      </p:sp>
    </p:spTree>
    <p:extLst>
      <p:ext uri="{BB962C8B-B14F-4D97-AF65-F5344CB8AC3E}">
        <p14:creationId xmlns:p14="http://schemas.microsoft.com/office/powerpoint/2010/main" val="4185219580"/>
      </p:ext>
    </p:extLst>
  </p:cSld>
  <p:clrMapOvr>
    <a:overrideClrMapping bg1="lt1" tx1="dk1" bg2="lt2" tx2="dk2" accent1="accent1" accent2="accent2" accent3="accent3" accent4="accent4" accent5="accent5" accent6="accent6" hlink="hlink" folHlink="folHlink"/>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Content 5">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AAEFDD5A-0E10-35E6-046E-79E61257DDF1}"/>
              </a:ext>
            </a:extLst>
          </p:cNvPr>
          <p:cNvSpPr/>
          <p:nvPr userDrawn="1"/>
        </p:nvSpPr>
        <p:spPr>
          <a:xfrm rot="16200000" flipV="1">
            <a:off x="7103001" y="1768998"/>
            <a:ext cx="6857998" cy="3320006"/>
          </a:xfrm>
          <a:prstGeom prst="rect">
            <a:avLst/>
          </a:prstGeom>
          <a:solidFill>
            <a:schemeClr val="tx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20" name="Group 37">
            <a:extLst>
              <a:ext uri="{FF2B5EF4-FFF2-40B4-BE49-F238E27FC236}">
                <a16:creationId xmlns:a16="http://schemas.microsoft.com/office/drawing/2014/main" id="{AA1EA1F2-A678-B9A4-119A-DA3923B39A3A}"/>
              </a:ext>
            </a:extLst>
          </p:cNvPr>
          <p:cNvGrpSpPr/>
          <p:nvPr userDrawn="1"/>
        </p:nvGrpSpPr>
        <p:grpSpPr>
          <a:xfrm>
            <a:off x="11770322" y="176700"/>
            <a:ext cx="260230" cy="240782"/>
            <a:chOff x="5481638" y="2859088"/>
            <a:chExt cx="1231900" cy="1139825"/>
          </a:xfrm>
          <a:solidFill>
            <a:schemeClr val="bg2"/>
          </a:solidFill>
        </p:grpSpPr>
        <p:sp>
          <p:nvSpPr>
            <p:cNvPr id="21" name="Freeform 320">
              <a:extLst>
                <a:ext uri="{FF2B5EF4-FFF2-40B4-BE49-F238E27FC236}">
                  <a16:creationId xmlns:a16="http://schemas.microsoft.com/office/drawing/2014/main" id="{F2CAAAB8-8F85-36D6-90A3-F9EF7CA3A4F1}"/>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2" name="Freeform 321">
              <a:extLst>
                <a:ext uri="{FF2B5EF4-FFF2-40B4-BE49-F238E27FC236}">
                  <a16:creationId xmlns:a16="http://schemas.microsoft.com/office/drawing/2014/main" id="{5CFC2EFB-5E04-2EE5-FF07-1211D0C87D5E}"/>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2" name="Date Placeholder 1">
            <a:extLst>
              <a:ext uri="{FF2B5EF4-FFF2-40B4-BE49-F238E27FC236}">
                <a16:creationId xmlns:a16="http://schemas.microsoft.com/office/drawing/2014/main" id="{2B8F9C6F-5E55-F6B7-39D2-CF5A9A6F84BD}"/>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230850CD-89CD-C34B-151D-32B983A0A5B1}"/>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C3F4590F-315C-56B0-3B3E-63266FA764B6}"/>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5" name="Text Placeholder 9">
            <a:extLst>
              <a:ext uri="{FF2B5EF4-FFF2-40B4-BE49-F238E27FC236}">
                <a16:creationId xmlns:a16="http://schemas.microsoft.com/office/drawing/2014/main" id="{1FD69EF5-DC55-0043-E707-9957A11A30E5}"/>
              </a:ext>
            </a:extLst>
          </p:cNvPr>
          <p:cNvSpPr>
            <a:spLocks noGrp="1"/>
          </p:cNvSpPr>
          <p:nvPr>
            <p:ph type="body" sz="quarter" idx="22" hasCustomPrompt="1"/>
          </p:nvPr>
        </p:nvSpPr>
        <p:spPr>
          <a:xfrm>
            <a:off x="550200" y="1634286"/>
            <a:ext cx="7920880"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7" name="Title 4">
            <a:extLst>
              <a:ext uri="{FF2B5EF4-FFF2-40B4-BE49-F238E27FC236}">
                <a16:creationId xmlns:a16="http://schemas.microsoft.com/office/drawing/2014/main" id="{C93203A2-28D5-E542-8692-E8BEA6720D63}"/>
              </a:ext>
            </a:extLst>
          </p:cNvPr>
          <p:cNvSpPr>
            <a:spLocks noGrp="1"/>
          </p:cNvSpPr>
          <p:nvPr>
            <p:ph type="title"/>
          </p:nvPr>
        </p:nvSpPr>
        <p:spPr>
          <a:xfrm>
            <a:off x="551384" y="549274"/>
            <a:ext cx="7920880" cy="930372"/>
          </a:xfrm>
        </p:spPr>
        <p:txBody>
          <a:bodyPr/>
          <a:lstStyle/>
          <a:p>
            <a:r>
              <a:rPr lang="en-US"/>
              <a:t>Click to edit Master title style</a:t>
            </a:r>
          </a:p>
        </p:txBody>
      </p:sp>
      <p:sp>
        <p:nvSpPr>
          <p:cNvPr id="9" name="Content Placeholder 5">
            <a:extLst>
              <a:ext uri="{FF2B5EF4-FFF2-40B4-BE49-F238E27FC236}">
                <a16:creationId xmlns:a16="http://schemas.microsoft.com/office/drawing/2014/main" id="{D5680A08-73A9-5D82-7781-A59825059862}"/>
              </a:ext>
            </a:extLst>
          </p:cNvPr>
          <p:cNvSpPr>
            <a:spLocks noGrp="1"/>
          </p:cNvSpPr>
          <p:nvPr>
            <p:ph sz="quarter" idx="31"/>
          </p:nvPr>
        </p:nvSpPr>
        <p:spPr>
          <a:xfrm>
            <a:off x="551384" y="2132856"/>
            <a:ext cx="7920880"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Content Placeholder 20">
            <a:extLst>
              <a:ext uri="{FF2B5EF4-FFF2-40B4-BE49-F238E27FC236}">
                <a16:creationId xmlns:a16="http://schemas.microsoft.com/office/drawing/2014/main" id="{2D43B5A9-14F0-DD78-070F-A995030041DA}"/>
              </a:ext>
            </a:extLst>
          </p:cNvPr>
          <p:cNvSpPr>
            <a:spLocks noGrp="1"/>
          </p:cNvSpPr>
          <p:nvPr>
            <p:ph sz="quarter" idx="28"/>
          </p:nvPr>
        </p:nvSpPr>
        <p:spPr>
          <a:xfrm>
            <a:off x="9264352" y="2132856"/>
            <a:ext cx="2376786"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Text Placeholder 10">
            <a:extLst>
              <a:ext uri="{FF2B5EF4-FFF2-40B4-BE49-F238E27FC236}">
                <a16:creationId xmlns:a16="http://schemas.microsoft.com/office/drawing/2014/main" id="{5F56F677-F5B9-1784-B704-0F0DD8F83E23}"/>
              </a:ext>
            </a:extLst>
          </p:cNvPr>
          <p:cNvSpPr>
            <a:spLocks noGrp="1"/>
          </p:cNvSpPr>
          <p:nvPr>
            <p:ph type="body" sz="quarter" idx="27"/>
          </p:nvPr>
        </p:nvSpPr>
        <p:spPr>
          <a:xfrm>
            <a:off x="9264351" y="1635328"/>
            <a:ext cx="2376787" cy="307777"/>
          </a:xfrm>
          <a:prstGeom prst="rect">
            <a:avLst/>
          </a:prstGeom>
        </p:spPr>
        <p:txBody>
          <a:bodyPr vert="horz" wrap="square" lIns="0" tIns="0" rIns="0" bIns="0" rtlCol="0">
            <a:spAutoFit/>
          </a:bodyPr>
          <a:lstStyle>
            <a:lvl1pPr>
              <a:defRPr lang="en-US" sz="2000" b="1" smtClean="0">
                <a:solidFill>
                  <a:schemeClr val="bg1"/>
                </a:solidFill>
              </a:defRPr>
            </a:lvl1pPr>
          </a:lstStyle>
          <a:p>
            <a:pPr lvl="0"/>
            <a:r>
              <a:rPr lang="en-US"/>
              <a:t>Click to edit Master text styles</a:t>
            </a:r>
          </a:p>
        </p:txBody>
      </p:sp>
    </p:spTree>
    <p:extLst>
      <p:ext uri="{BB962C8B-B14F-4D97-AF65-F5344CB8AC3E}">
        <p14:creationId xmlns:p14="http://schemas.microsoft.com/office/powerpoint/2010/main" val="194263785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Content 5 Chapterbox">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AAEFDD5A-0E10-35E6-046E-79E61257DDF1}"/>
              </a:ext>
            </a:extLst>
          </p:cNvPr>
          <p:cNvSpPr/>
          <p:nvPr userDrawn="1"/>
        </p:nvSpPr>
        <p:spPr>
          <a:xfrm rot="16200000" flipV="1">
            <a:off x="7103001" y="1768998"/>
            <a:ext cx="6857998" cy="3320006"/>
          </a:xfrm>
          <a:prstGeom prst="rect">
            <a:avLst/>
          </a:prstGeom>
          <a:solidFill>
            <a:schemeClr val="tx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20" name="Group 37">
            <a:extLst>
              <a:ext uri="{FF2B5EF4-FFF2-40B4-BE49-F238E27FC236}">
                <a16:creationId xmlns:a16="http://schemas.microsoft.com/office/drawing/2014/main" id="{AA1EA1F2-A678-B9A4-119A-DA3923B39A3A}"/>
              </a:ext>
            </a:extLst>
          </p:cNvPr>
          <p:cNvGrpSpPr/>
          <p:nvPr userDrawn="1"/>
        </p:nvGrpSpPr>
        <p:grpSpPr>
          <a:xfrm>
            <a:off x="11770322" y="176700"/>
            <a:ext cx="260230" cy="240782"/>
            <a:chOff x="5481638" y="2859088"/>
            <a:chExt cx="1231900" cy="1139825"/>
          </a:xfrm>
          <a:solidFill>
            <a:schemeClr val="bg2"/>
          </a:solidFill>
        </p:grpSpPr>
        <p:sp>
          <p:nvSpPr>
            <p:cNvPr id="21" name="Freeform 320">
              <a:extLst>
                <a:ext uri="{FF2B5EF4-FFF2-40B4-BE49-F238E27FC236}">
                  <a16:creationId xmlns:a16="http://schemas.microsoft.com/office/drawing/2014/main" id="{F2CAAAB8-8F85-36D6-90A3-F9EF7CA3A4F1}"/>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2" name="Freeform 321">
              <a:extLst>
                <a:ext uri="{FF2B5EF4-FFF2-40B4-BE49-F238E27FC236}">
                  <a16:creationId xmlns:a16="http://schemas.microsoft.com/office/drawing/2014/main" id="{5CFC2EFB-5E04-2EE5-FF07-1211D0C87D5E}"/>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2" name="Date Placeholder 1">
            <a:extLst>
              <a:ext uri="{FF2B5EF4-FFF2-40B4-BE49-F238E27FC236}">
                <a16:creationId xmlns:a16="http://schemas.microsoft.com/office/drawing/2014/main" id="{2B8F9C6F-5E55-F6B7-39D2-CF5A9A6F84BD}"/>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230850CD-89CD-C34B-151D-32B983A0A5B1}"/>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C3F4590F-315C-56B0-3B3E-63266FA764B6}"/>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5" name="Text Placeholder 9">
            <a:extLst>
              <a:ext uri="{FF2B5EF4-FFF2-40B4-BE49-F238E27FC236}">
                <a16:creationId xmlns:a16="http://schemas.microsoft.com/office/drawing/2014/main" id="{77CB4701-5EA8-F228-EB41-0CFF2D895F32}"/>
              </a:ext>
            </a:extLst>
          </p:cNvPr>
          <p:cNvSpPr>
            <a:spLocks noGrp="1"/>
          </p:cNvSpPr>
          <p:nvPr>
            <p:ph type="body" sz="quarter" idx="22" hasCustomPrompt="1"/>
          </p:nvPr>
        </p:nvSpPr>
        <p:spPr>
          <a:xfrm>
            <a:off x="550200" y="1634286"/>
            <a:ext cx="7920880"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9" name="Title 4">
            <a:extLst>
              <a:ext uri="{FF2B5EF4-FFF2-40B4-BE49-F238E27FC236}">
                <a16:creationId xmlns:a16="http://schemas.microsoft.com/office/drawing/2014/main" id="{A5D329F4-F440-1971-934F-BB7E30406179}"/>
              </a:ext>
            </a:extLst>
          </p:cNvPr>
          <p:cNvSpPr>
            <a:spLocks noGrp="1"/>
          </p:cNvSpPr>
          <p:nvPr>
            <p:ph type="title"/>
          </p:nvPr>
        </p:nvSpPr>
        <p:spPr>
          <a:xfrm>
            <a:off x="551384" y="549274"/>
            <a:ext cx="7920880" cy="930372"/>
          </a:xfrm>
        </p:spPr>
        <p:txBody>
          <a:bodyPr/>
          <a:lstStyle/>
          <a:p>
            <a:r>
              <a:rPr lang="en-US"/>
              <a:t>Click to edit Master title style</a:t>
            </a:r>
          </a:p>
        </p:txBody>
      </p:sp>
      <p:sp>
        <p:nvSpPr>
          <p:cNvPr id="11" name="Content Placeholder 5">
            <a:extLst>
              <a:ext uri="{FF2B5EF4-FFF2-40B4-BE49-F238E27FC236}">
                <a16:creationId xmlns:a16="http://schemas.microsoft.com/office/drawing/2014/main" id="{C57AAAE3-15FB-8EBD-D80A-38D40EBDDEBF}"/>
              </a:ext>
            </a:extLst>
          </p:cNvPr>
          <p:cNvSpPr>
            <a:spLocks noGrp="1"/>
          </p:cNvSpPr>
          <p:nvPr>
            <p:ph sz="quarter" idx="31"/>
          </p:nvPr>
        </p:nvSpPr>
        <p:spPr>
          <a:xfrm>
            <a:off x="551384" y="2132856"/>
            <a:ext cx="7920880"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ontent Placeholder 20">
            <a:extLst>
              <a:ext uri="{FF2B5EF4-FFF2-40B4-BE49-F238E27FC236}">
                <a16:creationId xmlns:a16="http://schemas.microsoft.com/office/drawing/2014/main" id="{D9F4F301-816D-BBA5-0D4F-7106C88BF450}"/>
              </a:ext>
            </a:extLst>
          </p:cNvPr>
          <p:cNvSpPr>
            <a:spLocks noGrp="1"/>
          </p:cNvSpPr>
          <p:nvPr>
            <p:ph sz="quarter" idx="28"/>
          </p:nvPr>
        </p:nvSpPr>
        <p:spPr>
          <a:xfrm>
            <a:off x="9264352" y="2132856"/>
            <a:ext cx="2376786"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Chapter Placeholder 2">
            <a:extLst>
              <a:ext uri="{FF2B5EF4-FFF2-40B4-BE49-F238E27FC236}">
                <a16:creationId xmlns:a16="http://schemas.microsoft.com/office/drawing/2014/main" id="{E584A6CD-5C38-ABB3-1278-14FD6AFFF366}"/>
              </a:ext>
            </a:extLst>
          </p:cNvPr>
          <p:cNvSpPr>
            <a:spLocks noGrp="1"/>
          </p:cNvSpPr>
          <p:nvPr>
            <p:ph type="body" sz="quarter" idx="13" hasCustomPrompt="1"/>
          </p:nvPr>
        </p:nvSpPr>
        <p:spPr>
          <a:xfrm>
            <a:off x="550862" y="266219"/>
            <a:ext cx="7919853" cy="151263"/>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
        <p:nvSpPr>
          <p:cNvPr id="17" name="Text Placeholder 10">
            <a:extLst>
              <a:ext uri="{FF2B5EF4-FFF2-40B4-BE49-F238E27FC236}">
                <a16:creationId xmlns:a16="http://schemas.microsoft.com/office/drawing/2014/main" id="{3D4DF89C-E36B-311B-F8AD-FE3524EF4EF8}"/>
              </a:ext>
            </a:extLst>
          </p:cNvPr>
          <p:cNvSpPr>
            <a:spLocks noGrp="1"/>
          </p:cNvSpPr>
          <p:nvPr>
            <p:ph type="body" sz="quarter" idx="27"/>
          </p:nvPr>
        </p:nvSpPr>
        <p:spPr>
          <a:xfrm>
            <a:off x="9264351" y="1634285"/>
            <a:ext cx="2376787" cy="307777"/>
          </a:xfrm>
          <a:prstGeom prst="rect">
            <a:avLst/>
          </a:prstGeom>
        </p:spPr>
        <p:txBody>
          <a:bodyPr vert="horz" wrap="square" lIns="0" tIns="0" rIns="0" bIns="0" rtlCol="0">
            <a:spAutoFit/>
          </a:bodyPr>
          <a:lstStyle>
            <a:lvl1pPr>
              <a:defRPr lang="en-US" sz="2000" b="1" smtClean="0">
                <a:solidFill>
                  <a:schemeClr val="bg1"/>
                </a:solidFill>
              </a:defRPr>
            </a:lvl1pPr>
          </a:lstStyle>
          <a:p>
            <a:pPr lvl="0"/>
            <a:r>
              <a:rPr lang="en-US"/>
              <a:t>Click to edit Master text styles</a:t>
            </a:r>
          </a:p>
        </p:txBody>
      </p:sp>
    </p:spTree>
    <p:extLst>
      <p:ext uri="{BB962C8B-B14F-4D97-AF65-F5344CB8AC3E}">
        <p14:creationId xmlns:p14="http://schemas.microsoft.com/office/powerpoint/2010/main" val="355682757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Content 6">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44142192-00F6-71C9-9A77-489CD275D234}"/>
              </a:ext>
            </a:extLst>
          </p:cNvPr>
          <p:cNvSpPr/>
          <p:nvPr userDrawn="1"/>
        </p:nvSpPr>
        <p:spPr>
          <a:xfrm rot="16200000" flipV="1">
            <a:off x="7563095" y="2229091"/>
            <a:ext cx="6857998" cy="2399819"/>
          </a:xfrm>
          <a:prstGeom prst="rect">
            <a:avLst/>
          </a:prstGeom>
          <a:solidFill>
            <a:schemeClr val="tx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25" name="Group 37">
            <a:extLst>
              <a:ext uri="{FF2B5EF4-FFF2-40B4-BE49-F238E27FC236}">
                <a16:creationId xmlns:a16="http://schemas.microsoft.com/office/drawing/2014/main" id="{3DFDE37E-5420-F85E-8E48-40542DA08033}"/>
              </a:ext>
            </a:extLst>
          </p:cNvPr>
          <p:cNvGrpSpPr/>
          <p:nvPr userDrawn="1"/>
        </p:nvGrpSpPr>
        <p:grpSpPr>
          <a:xfrm>
            <a:off x="11770322" y="176700"/>
            <a:ext cx="260230" cy="240782"/>
            <a:chOff x="5481638" y="2859088"/>
            <a:chExt cx="1231900" cy="1139825"/>
          </a:xfrm>
          <a:solidFill>
            <a:schemeClr val="bg2"/>
          </a:solidFill>
        </p:grpSpPr>
        <p:sp>
          <p:nvSpPr>
            <p:cNvPr id="26" name="Freeform 320">
              <a:extLst>
                <a:ext uri="{FF2B5EF4-FFF2-40B4-BE49-F238E27FC236}">
                  <a16:creationId xmlns:a16="http://schemas.microsoft.com/office/drawing/2014/main" id="{AD48A599-A45D-8D69-AEA6-662642AD9D93}"/>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7" name="Freeform 321">
              <a:extLst>
                <a:ext uri="{FF2B5EF4-FFF2-40B4-BE49-F238E27FC236}">
                  <a16:creationId xmlns:a16="http://schemas.microsoft.com/office/drawing/2014/main" id="{D65A51CC-4C31-51CB-14AC-6B1601AB8ADE}"/>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3" name="Date Placeholder 2">
            <a:extLst>
              <a:ext uri="{FF2B5EF4-FFF2-40B4-BE49-F238E27FC236}">
                <a16:creationId xmlns:a16="http://schemas.microsoft.com/office/drawing/2014/main" id="{D5AE9DA6-521B-F449-72BF-F6B58357D1E2}"/>
              </a:ext>
            </a:extLst>
          </p:cNvPr>
          <p:cNvSpPr>
            <a:spLocks noGrp="1"/>
          </p:cNvSpPr>
          <p:nvPr>
            <p:ph type="dt" sz="half" idx="25"/>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B8E5A5A4-4ABB-75D4-0347-730FFE4FE623}"/>
              </a:ext>
            </a:extLst>
          </p:cNvPr>
          <p:cNvSpPr>
            <a:spLocks noGrp="1"/>
          </p:cNvSpPr>
          <p:nvPr>
            <p:ph type="ftr" sz="quarter" idx="26"/>
          </p:nvPr>
        </p:nvSpPr>
        <p:spPr/>
        <p:txBody>
          <a:bodyPr/>
          <a:lstStyle/>
          <a:p>
            <a:pPr>
              <a:spcBef>
                <a:spcPts val="1000"/>
              </a:spcBef>
              <a:buFont typeface="Arial" panose="020B0604020202020204" pitchFamily="34" charset="0"/>
              <a:buNone/>
            </a:pPr>
            <a:r>
              <a:rPr lang="en-US"/>
              <a:t>Presentation Title | Author | Date</a:t>
            </a:r>
          </a:p>
        </p:txBody>
      </p:sp>
      <p:sp>
        <p:nvSpPr>
          <p:cNvPr id="6" name="Slide Number Placeholder 5">
            <a:extLst>
              <a:ext uri="{FF2B5EF4-FFF2-40B4-BE49-F238E27FC236}">
                <a16:creationId xmlns:a16="http://schemas.microsoft.com/office/drawing/2014/main" id="{1D8486EB-33DC-2A07-4FA3-E55575E4F077}"/>
              </a:ext>
            </a:extLst>
          </p:cNvPr>
          <p:cNvSpPr>
            <a:spLocks noGrp="1"/>
          </p:cNvSpPr>
          <p:nvPr>
            <p:ph type="sldNum" sz="quarter" idx="27"/>
          </p:nvPr>
        </p:nvSpPr>
        <p:spPr/>
        <p:txBody>
          <a:bodyPr/>
          <a:lstStyle/>
          <a:p>
            <a:pPr algn="r"/>
            <a:fld id="{5D9A5160-6218-4E5A-B9E6-B93E3DAE377C}" type="slidenum">
              <a:rPr lang="en-US" smtClean="0"/>
              <a:pPr algn="r"/>
              <a:t>‹#›</a:t>
            </a:fld>
            <a:endParaRPr lang="en-US"/>
          </a:p>
        </p:txBody>
      </p:sp>
      <p:sp>
        <p:nvSpPr>
          <p:cNvPr id="8" name="Text Placeholder 9">
            <a:extLst>
              <a:ext uri="{FF2B5EF4-FFF2-40B4-BE49-F238E27FC236}">
                <a16:creationId xmlns:a16="http://schemas.microsoft.com/office/drawing/2014/main" id="{F49FFE9F-318B-AD07-86E6-3D605204274E}"/>
              </a:ext>
            </a:extLst>
          </p:cNvPr>
          <p:cNvSpPr>
            <a:spLocks noGrp="1"/>
          </p:cNvSpPr>
          <p:nvPr>
            <p:ph type="body" sz="quarter" idx="22" hasCustomPrompt="1"/>
          </p:nvPr>
        </p:nvSpPr>
        <p:spPr>
          <a:xfrm>
            <a:off x="550200" y="1634286"/>
            <a:ext cx="8954190"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10" name="Title 4">
            <a:extLst>
              <a:ext uri="{FF2B5EF4-FFF2-40B4-BE49-F238E27FC236}">
                <a16:creationId xmlns:a16="http://schemas.microsoft.com/office/drawing/2014/main" id="{6B5BE04E-C718-08CB-4873-0698E24EE643}"/>
              </a:ext>
            </a:extLst>
          </p:cNvPr>
          <p:cNvSpPr>
            <a:spLocks noGrp="1"/>
          </p:cNvSpPr>
          <p:nvPr>
            <p:ph type="title"/>
          </p:nvPr>
        </p:nvSpPr>
        <p:spPr>
          <a:xfrm>
            <a:off x="551384" y="549274"/>
            <a:ext cx="8954190" cy="930372"/>
          </a:xfrm>
        </p:spPr>
        <p:txBody>
          <a:bodyPr/>
          <a:lstStyle/>
          <a:p>
            <a:r>
              <a:rPr lang="en-US"/>
              <a:t>Click to edit Master title style</a:t>
            </a:r>
          </a:p>
        </p:txBody>
      </p:sp>
      <p:sp>
        <p:nvSpPr>
          <p:cNvPr id="12" name="Content Placeholder 5">
            <a:extLst>
              <a:ext uri="{FF2B5EF4-FFF2-40B4-BE49-F238E27FC236}">
                <a16:creationId xmlns:a16="http://schemas.microsoft.com/office/drawing/2014/main" id="{2AE819EF-5661-07DD-8D8E-3816C9C948FA}"/>
              </a:ext>
            </a:extLst>
          </p:cNvPr>
          <p:cNvSpPr>
            <a:spLocks noGrp="1"/>
          </p:cNvSpPr>
          <p:nvPr>
            <p:ph sz="quarter" idx="31"/>
          </p:nvPr>
        </p:nvSpPr>
        <p:spPr>
          <a:xfrm>
            <a:off x="551384" y="2132856"/>
            <a:ext cx="8954190"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Content Placeholder 20">
            <a:extLst>
              <a:ext uri="{FF2B5EF4-FFF2-40B4-BE49-F238E27FC236}">
                <a16:creationId xmlns:a16="http://schemas.microsoft.com/office/drawing/2014/main" id="{6FD27327-DD4E-745F-BEE6-F2456262CD9F}"/>
              </a:ext>
            </a:extLst>
          </p:cNvPr>
          <p:cNvSpPr>
            <a:spLocks noGrp="1"/>
          </p:cNvSpPr>
          <p:nvPr>
            <p:ph sz="quarter" idx="28"/>
          </p:nvPr>
        </p:nvSpPr>
        <p:spPr>
          <a:xfrm>
            <a:off x="10056440" y="2132856"/>
            <a:ext cx="1584698"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Text Placeholder 10">
            <a:extLst>
              <a:ext uri="{FF2B5EF4-FFF2-40B4-BE49-F238E27FC236}">
                <a16:creationId xmlns:a16="http://schemas.microsoft.com/office/drawing/2014/main" id="{50CD247E-0744-79CF-8F93-524394145128}"/>
              </a:ext>
            </a:extLst>
          </p:cNvPr>
          <p:cNvSpPr>
            <a:spLocks noGrp="1"/>
          </p:cNvSpPr>
          <p:nvPr>
            <p:ph type="body" sz="quarter" idx="32"/>
          </p:nvPr>
        </p:nvSpPr>
        <p:spPr>
          <a:xfrm>
            <a:off x="10056439" y="1634286"/>
            <a:ext cx="1584699" cy="307777"/>
          </a:xfrm>
          <a:prstGeom prst="rect">
            <a:avLst/>
          </a:prstGeom>
        </p:spPr>
        <p:txBody>
          <a:bodyPr vert="horz" wrap="square" lIns="0" tIns="0" rIns="0" bIns="0" rtlCol="0">
            <a:spAutoFit/>
          </a:bodyPr>
          <a:lstStyle>
            <a:lvl1pPr>
              <a:defRPr lang="en-US" sz="2000" b="1" smtClean="0">
                <a:solidFill>
                  <a:schemeClr val="bg1"/>
                </a:solidFill>
              </a:defRPr>
            </a:lvl1pPr>
          </a:lstStyle>
          <a:p>
            <a:pPr lvl="0"/>
            <a:r>
              <a:rPr lang="en-US"/>
              <a:t>Click to edit Master text styles</a:t>
            </a:r>
          </a:p>
        </p:txBody>
      </p:sp>
    </p:spTree>
    <p:extLst>
      <p:ext uri="{BB962C8B-B14F-4D97-AF65-F5344CB8AC3E}">
        <p14:creationId xmlns:p14="http://schemas.microsoft.com/office/powerpoint/2010/main" val="250520372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Content 6  Chapterbox">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44142192-00F6-71C9-9A77-489CD275D234}"/>
              </a:ext>
            </a:extLst>
          </p:cNvPr>
          <p:cNvSpPr/>
          <p:nvPr userDrawn="1"/>
        </p:nvSpPr>
        <p:spPr>
          <a:xfrm rot="16200000" flipV="1">
            <a:off x="7563095" y="2229091"/>
            <a:ext cx="6857998" cy="2399819"/>
          </a:xfrm>
          <a:prstGeom prst="rect">
            <a:avLst/>
          </a:prstGeom>
          <a:solidFill>
            <a:schemeClr val="tx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25" name="Group 37">
            <a:extLst>
              <a:ext uri="{FF2B5EF4-FFF2-40B4-BE49-F238E27FC236}">
                <a16:creationId xmlns:a16="http://schemas.microsoft.com/office/drawing/2014/main" id="{3DFDE37E-5420-F85E-8E48-40542DA08033}"/>
              </a:ext>
            </a:extLst>
          </p:cNvPr>
          <p:cNvGrpSpPr/>
          <p:nvPr userDrawn="1"/>
        </p:nvGrpSpPr>
        <p:grpSpPr>
          <a:xfrm>
            <a:off x="11770322" y="176700"/>
            <a:ext cx="260230" cy="240782"/>
            <a:chOff x="5481638" y="2859088"/>
            <a:chExt cx="1231900" cy="1139825"/>
          </a:xfrm>
          <a:solidFill>
            <a:schemeClr val="bg2"/>
          </a:solidFill>
        </p:grpSpPr>
        <p:sp>
          <p:nvSpPr>
            <p:cNvPr id="26" name="Freeform 320">
              <a:extLst>
                <a:ext uri="{FF2B5EF4-FFF2-40B4-BE49-F238E27FC236}">
                  <a16:creationId xmlns:a16="http://schemas.microsoft.com/office/drawing/2014/main" id="{AD48A599-A45D-8D69-AEA6-662642AD9D93}"/>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7" name="Freeform 321">
              <a:extLst>
                <a:ext uri="{FF2B5EF4-FFF2-40B4-BE49-F238E27FC236}">
                  <a16:creationId xmlns:a16="http://schemas.microsoft.com/office/drawing/2014/main" id="{D65A51CC-4C31-51CB-14AC-6B1601AB8ADE}"/>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3" name="Date Placeholder 2">
            <a:extLst>
              <a:ext uri="{FF2B5EF4-FFF2-40B4-BE49-F238E27FC236}">
                <a16:creationId xmlns:a16="http://schemas.microsoft.com/office/drawing/2014/main" id="{D5AE9DA6-521B-F449-72BF-F6B58357D1E2}"/>
              </a:ext>
            </a:extLst>
          </p:cNvPr>
          <p:cNvSpPr>
            <a:spLocks noGrp="1"/>
          </p:cNvSpPr>
          <p:nvPr>
            <p:ph type="dt" sz="half" idx="25"/>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B8E5A5A4-4ABB-75D4-0347-730FFE4FE623}"/>
              </a:ext>
            </a:extLst>
          </p:cNvPr>
          <p:cNvSpPr>
            <a:spLocks noGrp="1"/>
          </p:cNvSpPr>
          <p:nvPr>
            <p:ph type="ftr" sz="quarter" idx="26"/>
          </p:nvPr>
        </p:nvSpPr>
        <p:spPr/>
        <p:txBody>
          <a:bodyPr/>
          <a:lstStyle/>
          <a:p>
            <a:pPr>
              <a:spcBef>
                <a:spcPts val="1000"/>
              </a:spcBef>
              <a:buFont typeface="Arial" panose="020B0604020202020204" pitchFamily="34" charset="0"/>
              <a:buNone/>
            </a:pPr>
            <a:r>
              <a:rPr lang="en-US"/>
              <a:t>Presentation Title | Author | Date</a:t>
            </a:r>
          </a:p>
        </p:txBody>
      </p:sp>
      <p:sp>
        <p:nvSpPr>
          <p:cNvPr id="6" name="Slide Number Placeholder 5">
            <a:extLst>
              <a:ext uri="{FF2B5EF4-FFF2-40B4-BE49-F238E27FC236}">
                <a16:creationId xmlns:a16="http://schemas.microsoft.com/office/drawing/2014/main" id="{1D8486EB-33DC-2A07-4FA3-E55575E4F077}"/>
              </a:ext>
            </a:extLst>
          </p:cNvPr>
          <p:cNvSpPr>
            <a:spLocks noGrp="1"/>
          </p:cNvSpPr>
          <p:nvPr>
            <p:ph type="sldNum" sz="quarter" idx="27"/>
          </p:nvPr>
        </p:nvSpPr>
        <p:spPr/>
        <p:txBody>
          <a:bodyPr/>
          <a:lstStyle/>
          <a:p>
            <a:pPr algn="r"/>
            <a:fld id="{5D9A5160-6218-4E5A-B9E6-B93E3DAE377C}" type="slidenum">
              <a:rPr lang="en-US" smtClean="0"/>
              <a:pPr algn="r"/>
              <a:t>‹#›</a:t>
            </a:fld>
            <a:endParaRPr lang="en-US"/>
          </a:p>
        </p:txBody>
      </p:sp>
      <p:sp>
        <p:nvSpPr>
          <p:cNvPr id="8" name="Text Placeholder 9">
            <a:extLst>
              <a:ext uri="{FF2B5EF4-FFF2-40B4-BE49-F238E27FC236}">
                <a16:creationId xmlns:a16="http://schemas.microsoft.com/office/drawing/2014/main" id="{73D4D2DE-857C-432B-542C-776B73D12295}"/>
              </a:ext>
            </a:extLst>
          </p:cNvPr>
          <p:cNvSpPr>
            <a:spLocks noGrp="1"/>
          </p:cNvSpPr>
          <p:nvPr>
            <p:ph type="body" sz="quarter" idx="22" hasCustomPrompt="1"/>
          </p:nvPr>
        </p:nvSpPr>
        <p:spPr>
          <a:xfrm>
            <a:off x="550200" y="1634286"/>
            <a:ext cx="8954190"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12" name="Title 4">
            <a:extLst>
              <a:ext uri="{FF2B5EF4-FFF2-40B4-BE49-F238E27FC236}">
                <a16:creationId xmlns:a16="http://schemas.microsoft.com/office/drawing/2014/main" id="{D58330D2-B44D-B4BF-A2E5-010DDD74BFE7}"/>
              </a:ext>
            </a:extLst>
          </p:cNvPr>
          <p:cNvSpPr>
            <a:spLocks noGrp="1"/>
          </p:cNvSpPr>
          <p:nvPr>
            <p:ph type="title"/>
          </p:nvPr>
        </p:nvSpPr>
        <p:spPr>
          <a:xfrm>
            <a:off x="551384" y="549274"/>
            <a:ext cx="8954190" cy="930372"/>
          </a:xfrm>
        </p:spPr>
        <p:txBody>
          <a:bodyPr/>
          <a:lstStyle/>
          <a:p>
            <a:r>
              <a:rPr lang="en-US"/>
              <a:t>Click to edit Master title style</a:t>
            </a:r>
          </a:p>
        </p:txBody>
      </p:sp>
      <p:sp>
        <p:nvSpPr>
          <p:cNvPr id="13" name="Content Placeholder 5">
            <a:extLst>
              <a:ext uri="{FF2B5EF4-FFF2-40B4-BE49-F238E27FC236}">
                <a16:creationId xmlns:a16="http://schemas.microsoft.com/office/drawing/2014/main" id="{BD895A44-21D8-7652-F6B3-A65F96845F49}"/>
              </a:ext>
            </a:extLst>
          </p:cNvPr>
          <p:cNvSpPr>
            <a:spLocks noGrp="1"/>
          </p:cNvSpPr>
          <p:nvPr>
            <p:ph sz="quarter" idx="31"/>
          </p:nvPr>
        </p:nvSpPr>
        <p:spPr>
          <a:xfrm>
            <a:off x="551384" y="2132856"/>
            <a:ext cx="8954190"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ontent Placeholder 20">
            <a:extLst>
              <a:ext uri="{FF2B5EF4-FFF2-40B4-BE49-F238E27FC236}">
                <a16:creationId xmlns:a16="http://schemas.microsoft.com/office/drawing/2014/main" id="{B7B3AFE6-55A3-42D9-6DD3-DA26A44341E4}"/>
              </a:ext>
            </a:extLst>
          </p:cNvPr>
          <p:cNvSpPr>
            <a:spLocks noGrp="1"/>
          </p:cNvSpPr>
          <p:nvPr>
            <p:ph sz="quarter" idx="28"/>
          </p:nvPr>
        </p:nvSpPr>
        <p:spPr>
          <a:xfrm>
            <a:off x="10056440" y="2132856"/>
            <a:ext cx="1584698"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Chapter Placeholder 2">
            <a:extLst>
              <a:ext uri="{FF2B5EF4-FFF2-40B4-BE49-F238E27FC236}">
                <a16:creationId xmlns:a16="http://schemas.microsoft.com/office/drawing/2014/main" id="{32B7BC2A-9784-4487-0ABA-5451BC0797E4}"/>
              </a:ext>
            </a:extLst>
          </p:cNvPr>
          <p:cNvSpPr>
            <a:spLocks noGrp="1"/>
          </p:cNvSpPr>
          <p:nvPr>
            <p:ph type="body" sz="quarter" idx="13" hasCustomPrompt="1"/>
          </p:nvPr>
        </p:nvSpPr>
        <p:spPr>
          <a:xfrm>
            <a:off x="550862" y="266219"/>
            <a:ext cx="8953029" cy="151263"/>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
        <p:nvSpPr>
          <p:cNvPr id="16" name="Text Placeholder 10">
            <a:extLst>
              <a:ext uri="{FF2B5EF4-FFF2-40B4-BE49-F238E27FC236}">
                <a16:creationId xmlns:a16="http://schemas.microsoft.com/office/drawing/2014/main" id="{5A4921A4-14DE-EAC1-42A7-044F67135397}"/>
              </a:ext>
            </a:extLst>
          </p:cNvPr>
          <p:cNvSpPr>
            <a:spLocks noGrp="1"/>
          </p:cNvSpPr>
          <p:nvPr>
            <p:ph type="body" sz="quarter" idx="32"/>
          </p:nvPr>
        </p:nvSpPr>
        <p:spPr>
          <a:xfrm>
            <a:off x="10056439" y="1635328"/>
            <a:ext cx="1584699" cy="307777"/>
          </a:xfrm>
          <a:prstGeom prst="rect">
            <a:avLst/>
          </a:prstGeom>
        </p:spPr>
        <p:txBody>
          <a:bodyPr vert="horz" wrap="square" lIns="0" tIns="0" rIns="0" bIns="0" rtlCol="0">
            <a:spAutoFit/>
          </a:bodyPr>
          <a:lstStyle>
            <a:lvl1pPr>
              <a:defRPr lang="en-US" sz="2000" b="1" smtClean="0">
                <a:solidFill>
                  <a:schemeClr val="bg1"/>
                </a:solidFill>
              </a:defRPr>
            </a:lvl1pPr>
          </a:lstStyle>
          <a:p>
            <a:pPr lvl="0"/>
            <a:r>
              <a:rPr lang="en-US"/>
              <a:t>Click to edit Master text styles</a:t>
            </a:r>
          </a:p>
        </p:txBody>
      </p:sp>
    </p:spTree>
    <p:extLst>
      <p:ext uri="{BB962C8B-B14F-4D97-AF65-F5344CB8AC3E}">
        <p14:creationId xmlns:p14="http://schemas.microsoft.com/office/powerpoint/2010/main" val="154954041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ontent 7">
    <p:spTree>
      <p:nvGrpSpPr>
        <p:cNvPr id="1" name=""/>
        <p:cNvGrpSpPr/>
        <p:nvPr/>
      </p:nvGrpSpPr>
      <p:grpSpPr>
        <a:xfrm>
          <a:off x="0" y="0"/>
          <a:ext cx="0" cy="0"/>
          <a:chOff x="0" y="0"/>
          <a:chExt cx="0" cy="0"/>
        </a:xfrm>
      </p:grpSpPr>
      <p:sp>
        <p:nvSpPr>
          <p:cNvPr id="7" name="Content Placeholder 17">
            <a:extLst>
              <a:ext uri="{FF2B5EF4-FFF2-40B4-BE49-F238E27FC236}">
                <a16:creationId xmlns:a16="http://schemas.microsoft.com/office/drawing/2014/main" id="{9419F9B9-A3F9-F338-CA95-2522ADFD9276}"/>
              </a:ext>
            </a:extLst>
          </p:cNvPr>
          <p:cNvSpPr>
            <a:spLocks noGrp="1"/>
          </p:cNvSpPr>
          <p:nvPr>
            <p:ph sz="quarter" idx="23"/>
          </p:nvPr>
        </p:nvSpPr>
        <p:spPr>
          <a:xfrm>
            <a:off x="6646863" y="1772816"/>
            <a:ext cx="4993753" cy="4535909"/>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
        <p:nvSpPr>
          <p:cNvPr id="3" name="Date Placeholder 2">
            <a:extLst>
              <a:ext uri="{FF2B5EF4-FFF2-40B4-BE49-F238E27FC236}">
                <a16:creationId xmlns:a16="http://schemas.microsoft.com/office/drawing/2014/main" id="{885B9FD2-6048-2D15-B439-6975CB885DBE}"/>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043C87BC-20D2-3A31-20C8-5F67B34C6548}"/>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6" name="Slide Number Placeholder 5">
            <a:extLst>
              <a:ext uri="{FF2B5EF4-FFF2-40B4-BE49-F238E27FC236}">
                <a16:creationId xmlns:a16="http://schemas.microsoft.com/office/drawing/2014/main" id="{0288BCF5-D034-A931-945B-6AA231F982A9}"/>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8" name="Title 7">
            <a:extLst>
              <a:ext uri="{FF2B5EF4-FFF2-40B4-BE49-F238E27FC236}">
                <a16:creationId xmlns:a16="http://schemas.microsoft.com/office/drawing/2014/main" id="{0AB69793-A772-75BC-7546-86D4C99DA295}"/>
              </a:ext>
            </a:extLst>
          </p:cNvPr>
          <p:cNvSpPr>
            <a:spLocks noGrp="1"/>
          </p:cNvSpPr>
          <p:nvPr>
            <p:ph type="title"/>
          </p:nvPr>
        </p:nvSpPr>
        <p:spPr/>
        <p:txBody>
          <a:bodyPr/>
          <a:lstStyle/>
          <a:p>
            <a:r>
              <a:rPr lang="en-US"/>
              <a:t>Click to edit Master title style</a:t>
            </a:r>
          </a:p>
        </p:txBody>
      </p:sp>
      <p:sp>
        <p:nvSpPr>
          <p:cNvPr id="5" name="Text Placeholder 9">
            <a:extLst>
              <a:ext uri="{FF2B5EF4-FFF2-40B4-BE49-F238E27FC236}">
                <a16:creationId xmlns:a16="http://schemas.microsoft.com/office/drawing/2014/main" id="{3CDC2611-10F8-E402-48FE-760013A0A338}"/>
              </a:ext>
            </a:extLst>
          </p:cNvPr>
          <p:cNvSpPr>
            <a:spLocks noGrp="1"/>
          </p:cNvSpPr>
          <p:nvPr>
            <p:ph type="body" sz="quarter" idx="22" hasCustomPrompt="1"/>
          </p:nvPr>
        </p:nvSpPr>
        <p:spPr>
          <a:xfrm>
            <a:off x="550200" y="1634286"/>
            <a:ext cx="5545800"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Tree>
    <p:extLst>
      <p:ext uri="{BB962C8B-B14F-4D97-AF65-F5344CB8AC3E}">
        <p14:creationId xmlns:p14="http://schemas.microsoft.com/office/powerpoint/2010/main" val="150065836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Content 7 Chapterbox">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885B9FD2-6048-2D15-B439-6975CB885DBE}"/>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043C87BC-20D2-3A31-20C8-5F67B34C6548}"/>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6" name="Slide Number Placeholder 5">
            <a:extLst>
              <a:ext uri="{FF2B5EF4-FFF2-40B4-BE49-F238E27FC236}">
                <a16:creationId xmlns:a16="http://schemas.microsoft.com/office/drawing/2014/main" id="{0288BCF5-D034-A931-945B-6AA231F982A9}"/>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5" name="Content Placeholder 17">
            <a:extLst>
              <a:ext uri="{FF2B5EF4-FFF2-40B4-BE49-F238E27FC236}">
                <a16:creationId xmlns:a16="http://schemas.microsoft.com/office/drawing/2014/main" id="{2A1A29B9-2771-6C2E-7B5A-537C6A3853DB}"/>
              </a:ext>
            </a:extLst>
          </p:cNvPr>
          <p:cNvSpPr>
            <a:spLocks noGrp="1"/>
          </p:cNvSpPr>
          <p:nvPr>
            <p:ph sz="quarter" idx="23"/>
          </p:nvPr>
        </p:nvSpPr>
        <p:spPr>
          <a:xfrm>
            <a:off x="6646863" y="1772816"/>
            <a:ext cx="4993753" cy="4535909"/>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
        <p:nvSpPr>
          <p:cNvPr id="10" name="Title 7">
            <a:extLst>
              <a:ext uri="{FF2B5EF4-FFF2-40B4-BE49-F238E27FC236}">
                <a16:creationId xmlns:a16="http://schemas.microsoft.com/office/drawing/2014/main" id="{52EA2223-D8E1-77DA-D101-DFCD3DC98210}"/>
              </a:ext>
            </a:extLst>
          </p:cNvPr>
          <p:cNvSpPr>
            <a:spLocks noGrp="1"/>
          </p:cNvSpPr>
          <p:nvPr>
            <p:ph type="title"/>
          </p:nvPr>
        </p:nvSpPr>
        <p:spPr>
          <a:xfrm>
            <a:off x="551384" y="549274"/>
            <a:ext cx="11090938" cy="930372"/>
          </a:xfrm>
        </p:spPr>
        <p:txBody>
          <a:bodyPr/>
          <a:lstStyle/>
          <a:p>
            <a:r>
              <a:rPr lang="en-US"/>
              <a:t>Click to edit Master title style</a:t>
            </a:r>
          </a:p>
        </p:txBody>
      </p:sp>
      <p:sp>
        <p:nvSpPr>
          <p:cNvPr id="11" name="Text Placeholder 9">
            <a:extLst>
              <a:ext uri="{FF2B5EF4-FFF2-40B4-BE49-F238E27FC236}">
                <a16:creationId xmlns:a16="http://schemas.microsoft.com/office/drawing/2014/main" id="{BC80BDE3-7543-F16D-453F-B5134E4E1B35}"/>
              </a:ext>
            </a:extLst>
          </p:cNvPr>
          <p:cNvSpPr>
            <a:spLocks noGrp="1"/>
          </p:cNvSpPr>
          <p:nvPr>
            <p:ph type="body" sz="quarter" idx="22" hasCustomPrompt="1"/>
          </p:nvPr>
        </p:nvSpPr>
        <p:spPr>
          <a:xfrm>
            <a:off x="550200" y="1634286"/>
            <a:ext cx="5545800"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12" name="Chapter Placeholder 2">
            <a:extLst>
              <a:ext uri="{FF2B5EF4-FFF2-40B4-BE49-F238E27FC236}">
                <a16:creationId xmlns:a16="http://schemas.microsoft.com/office/drawing/2014/main" id="{0AA21B56-8077-BFD8-789F-17BFDAAE3DB4}"/>
              </a:ext>
            </a:extLst>
          </p:cNvPr>
          <p:cNvSpPr>
            <a:spLocks noGrp="1"/>
          </p:cNvSpPr>
          <p:nvPr>
            <p:ph type="body" sz="quarter" idx="13" hasCustomPrompt="1"/>
          </p:nvPr>
        </p:nvSpPr>
        <p:spPr>
          <a:xfrm>
            <a:off x="550863" y="266218"/>
            <a:ext cx="11089753" cy="161001"/>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Tree>
    <p:extLst>
      <p:ext uri="{BB962C8B-B14F-4D97-AF65-F5344CB8AC3E}">
        <p14:creationId xmlns:p14="http://schemas.microsoft.com/office/powerpoint/2010/main" val="8799897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Content 3 Boxes">
    <p:spTree>
      <p:nvGrpSpPr>
        <p:cNvPr id="1" name=""/>
        <p:cNvGrpSpPr/>
        <p:nvPr/>
      </p:nvGrpSpPr>
      <p:grpSpPr>
        <a:xfrm>
          <a:off x="0" y="0"/>
          <a:ext cx="0" cy="0"/>
          <a:chOff x="0" y="0"/>
          <a:chExt cx="0" cy="0"/>
        </a:xfrm>
      </p:grpSpPr>
      <p:sp>
        <p:nvSpPr>
          <p:cNvPr id="16" name="Text Placeholder 9">
            <a:extLst>
              <a:ext uri="{FF2B5EF4-FFF2-40B4-BE49-F238E27FC236}">
                <a16:creationId xmlns:a16="http://schemas.microsoft.com/office/drawing/2014/main" id="{4075E3DD-DFAB-FD26-4572-504E4FADE53C}"/>
              </a:ext>
            </a:extLst>
          </p:cNvPr>
          <p:cNvSpPr>
            <a:spLocks noGrp="1"/>
          </p:cNvSpPr>
          <p:nvPr>
            <p:ph type="body" sz="quarter" idx="22"/>
          </p:nvPr>
        </p:nvSpPr>
        <p:spPr>
          <a:xfrm>
            <a:off x="550863" y="1628800"/>
            <a:ext cx="3546000" cy="615553"/>
          </a:xfrm>
          <a:prstGeom prst="rect">
            <a:avLst/>
          </a:prstGeom>
        </p:spPr>
        <p:txBody>
          <a:bodyPr wrap="square">
            <a:spAutoFit/>
          </a:bodyPr>
          <a:lstStyle>
            <a:lvl1pPr>
              <a:defRPr sz="2000" b="1">
                <a:solidFill>
                  <a:schemeClr val="tx2"/>
                </a:solidFill>
                <a:latin typeface="+mn-lt"/>
              </a:defRPr>
            </a:lvl1pPr>
          </a:lstStyle>
          <a:p>
            <a:pPr lvl="0"/>
            <a:r>
              <a:rPr lang="en-US"/>
              <a:t>Click to edit Master text styles</a:t>
            </a:r>
          </a:p>
        </p:txBody>
      </p:sp>
      <p:sp>
        <p:nvSpPr>
          <p:cNvPr id="17" name="Text Placeholder 9">
            <a:extLst>
              <a:ext uri="{FF2B5EF4-FFF2-40B4-BE49-F238E27FC236}">
                <a16:creationId xmlns:a16="http://schemas.microsoft.com/office/drawing/2014/main" id="{8E9CAB7D-9C7B-E2E2-9B30-A81C31152C20}"/>
              </a:ext>
            </a:extLst>
          </p:cNvPr>
          <p:cNvSpPr>
            <a:spLocks noGrp="1"/>
          </p:cNvSpPr>
          <p:nvPr>
            <p:ph type="body" sz="quarter" idx="35"/>
          </p:nvPr>
        </p:nvSpPr>
        <p:spPr>
          <a:xfrm>
            <a:off x="4324134" y="1628800"/>
            <a:ext cx="3546000" cy="615553"/>
          </a:xfrm>
          <a:prstGeom prst="rect">
            <a:avLst/>
          </a:prstGeom>
        </p:spPr>
        <p:txBody>
          <a:bodyPr wrap="square">
            <a:spAutoFit/>
          </a:bodyPr>
          <a:lstStyle>
            <a:lvl1pPr>
              <a:defRPr sz="2000" b="1">
                <a:solidFill>
                  <a:schemeClr val="tx2"/>
                </a:solidFill>
                <a:latin typeface="+mn-lt"/>
              </a:defRPr>
            </a:lvl1pPr>
          </a:lstStyle>
          <a:p>
            <a:pPr lvl="0"/>
            <a:r>
              <a:rPr lang="en-US"/>
              <a:t>Click to edit Master text styles</a:t>
            </a:r>
          </a:p>
        </p:txBody>
      </p:sp>
      <p:sp>
        <p:nvSpPr>
          <p:cNvPr id="23" name="Text Placeholder 9">
            <a:extLst>
              <a:ext uri="{FF2B5EF4-FFF2-40B4-BE49-F238E27FC236}">
                <a16:creationId xmlns:a16="http://schemas.microsoft.com/office/drawing/2014/main" id="{D6B28239-8A4A-2BC4-1B13-1201AC1B835B}"/>
              </a:ext>
            </a:extLst>
          </p:cNvPr>
          <p:cNvSpPr>
            <a:spLocks noGrp="1"/>
          </p:cNvSpPr>
          <p:nvPr>
            <p:ph type="body" sz="quarter" idx="36"/>
          </p:nvPr>
        </p:nvSpPr>
        <p:spPr>
          <a:xfrm>
            <a:off x="8097719" y="1628800"/>
            <a:ext cx="3509377" cy="615553"/>
          </a:xfrm>
          <a:prstGeom prst="rect">
            <a:avLst/>
          </a:prstGeom>
        </p:spPr>
        <p:txBody>
          <a:bodyPr wrap="square">
            <a:spAutoFit/>
          </a:bodyPr>
          <a:lstStyle>
            <a:lvl1pPr>
              <a:defRPr sz="2000" b="1">
                <a:solidFill>
                  <a:schemeClr val="tx2"/>
                </a:solidFill>
                <a:latin typeface="+mn-lt"/>
              </a:defRPr>
            </a:lvl1pPr>
          </a:lstStyle>
          <a:p>
            <a:pPr lvl="0"/>
            <a:r>
              <a:rPr lang="en-US"/>
              <a:t>Click to edit Master text styles</a:t>
            </a:r>
          </a:p>
        </p:txBody>
      </p:sp>
      <p:sp>
        <p:nvSpPr>
          <p:cNvPr id="24" name="Content Placeholder 2">
            <a:extLst>
              <a:ext uri="{FF2B5EF4-FFF2-40B4-BE49-F238E27FC236}">
                <a16:creationId xmlns:a16="http://schemas.microsoft.com/office/drawing/2014/main" id="{0228FE89-58D3-520A-49C5-58E95AF8757A}"/>
              </a:ext>
            </a:extLst>
          </p:cNvPr>
          <p:cNvSpPr>
            <a:spLocks noGrp="1"/>
          </p:cNvSpPr>
          <p:nvPr>
            <p:ph sz="quarter" idx="37"/>
          </p:nvPr>
        </p:nvSpPr>
        <p:spPr>
          <a:xfrm>
            <a:off x="550864" y="2471738"/>
            <a:ext cx="3544934" cy="38623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
        <p:nvSpPr>
          <p:cNvPr id="25" name="Content Placeholder 2">
            <a:extLst>
              <a:ext uri="{FF2B5EF4-FFF2-40B4-BE49-F238E27FC236}">
                <a16:creationId xmlns:a16="http://schemas.microsoft.com/office/drawing/2014/main" id="{CBF39E6D-DB1F-781A-6BDD-7C107DD91974}"/>
              </a:ext>
            </a:extLst>
          </p:cNvPr>
          <p:cNvSpPr>
            <a:spLocks noGrp="1"/>
          </p:cNvSpPr>
          <p:nvPr>
            <p:ph sz="quarter" idx="43"/>
          </p:nvPr>
        </p:nvSpPr>
        <p:spPr>
          <a:xfrm>
            <a:off x="4322749" y="2471738"/>
            <a:ext cx="3544934" cy="38623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
        <p:nvSpPr>
          <p:cNvPr id="26" name="Content Placeholder 2">
            <a:extLst>
              <a:ext uri="{FF2B5EF4-FFF2-40B4-BE49-F238E27FC236}">
                <a16:creationId xmlns:a16="http://schemas.microsoft.com/office/drawing/2014/main" id="{1CB95990-A777-8921-215A-C8A73F186031}"/>
              </a:ext>
            </a:extLst>
          </p:cNvPr>
          <p:cNvSpPr>
            <a:spLocks noGrp="1"/>
          </p:cNvSpPr>
          <p:nvPr>
            <p:ph sz="quarter" idx="44"/>
          </p:nvPr>
        </p:nvSpPr>
        <p:spPr>
          <a:xfrm>
            <a:off x="8062162" y="2471738"/>
            <a:ext cx="3544934" cy="38623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
        <p:nvSpPr>
          <p:cNvPr id="2" name="Date Placeholder 1">
            <a:extLst>
              <a:ext uri="{FF2B5EF4-FFF2-40B4-BE49-F238E27FC236}">
                <a16:creationId xmlns:a16="http://schemas.microsoft.com/office/drawing/2014/main" id="{0C75832D-4FE3-EA04-12B9-E1273FD483F9}"/>
              </a:ext>
            </a:extLst>
          </p:cNvPr>
          <p:cNvSpPr>
            <a:spLocks noGrp="1"/>
          </p:cNvSpPr>
          <p:nvPr>
            <p:ph type="dt" sz="half" idx="45"/>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5B94528A-812C-C7DE-A787-ABF5508E4B6F}"/>
              </a:ext>
            </a:extLst>
          </p:cNvPr>
          <p:cNvSpPr>
            <a:spLocks noGrp="1"/>
          </p:cNvSpPr>
          <p:nvPr>
            <p:ph type="ftr" sz="quarter" idx="46"/>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29042902-22AE-CB28-435A-B90F5D3E43B3}"/>
              </a:ext>
            </a:extLst>
          </p:cNvPr>
          <p:cNvSpPr>
            <a:spLocks noGrp="1"/>
          </p:cNvSpPr>
          <p:nvPr>
            <p:ph type="sldNum" sz="quarter" idx="47"/>
          </p:nvPr>
        </p:nvSpPr>
        <p:spPr/>
        <p:txBody>
          <a:bodyPr/>
          <a:lstStyle/>
          <a:p>
            <a:pPr algn="r"/>
            <a:fld id="{5D9A5160-6218-4E5A-B9E6-B93E3DAE377C}" type="slidenum">
              <a:rPr lang="en-US" smtClean="0"/>
              <a:pPr algn="r"/>
              <a:t>‹#›</a:t>
            </a:fld>
            <a:endParaRPr lang="en-US"/>
          </a:p>
        </p:txBody>
      </p:sp>
      <p:sp>
        <p:nvSpPr>
          <p:cNvPr id="5" name="Title 4">
            <a:extLst>
              <a:ext uri="{FF2B5EF4-FFF2-40B4-BE49-F238E27FC236}">
                <a16:creationId xmlns:a16="http://schemas.microsoft.com/office/drawing/2014/main" id="{7D17B910-3BBD-74AE-2117-34ABBECEE37A}"/>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47246717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ontent 3 Boxes Chapterbox">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C75832D-4FE3-EA04-12B9-E1273FD483F9}"/>
              </a:ext>
            </a:extLst>
          </p:cNvPr>
          <p:cNvSpPr>
            <a:spLocks noGrp="1"/>
          </p:cNvSpPr>
          <p:nvPr>
            <p:ph type="dt" sz="half" idx="45"/>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5B94528A-812C-C7DE-A787-ABF5508E4B6F}"/>
              </a:ext>
            </a:extLst>
          </p:cNvPr>
          <p:cNvSpPr>
            <a:spLocks noGrp="1"/>
          </p:cNvSpPr>
          <p:nvPr>
            <p:ph type="ftr" sz="quarter" idx="46"/>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29042902-22AE-CB28-435A-B90F5D3E43B3}"/>
              </a:ext>
            </a:extLst>
          </p:cNvPr>
          <p:cNvSpPr>
            <a:spLocks noGrp="1"/>
          </p:cNvSpPr>
          <p:nvPr>
            <p:ph type="sldNum" sz="quarter" idx="47"/>
          </p:nvPr>
        </p:nvSpPr>
        <p:spPr/>
        <p:txBody>
          <a:bodyPr/>
          <a:lstStyle/>
          <a:p>
            <a:pPr algn="r"/>
            <a:fld id="{5D9A5160-6218-4E5A-B9E6-B93E3DAE377C}" type="slidenum">
              <a:rPr lang="en-US" smtClean="0"/>
              <a:pPr algn="r"/>
              <a:t>‹#›</a:t>
            </a:fld>
            <a:endParaRPr lang="en-US"/>
          </a:p>
        </p:txBody>
      </p:sp>
      <p:sp>
        <p:nvSpPr>
          <p:cNvPr id="5" name="Text Placeholder 9">
            <a:extLst>
              <a:ext uri="{FF2B5EF4-FFF2-40B4-BE49-F238E27FC236}">
                <a16:creationId xmlns:a16="http://schemas.microsoft.com/office/drawing/2014/main" id="{C00665E5-BDA3-E8BD-B7E9-82C2A9449AC5}"/>
              </a:ext>
            </a:extLst>
          </p:cNvPr>
          <p:cNvSpPr>
            <a:spLocks noGrp="1"/>
          </p:cNvSpPr>
          <p:nvPr>
            <p:ph type="body" sz="quarter" idx="22"/>
          </p:nvPr>
        </p:nvSpPr>
        <p:spPr>
          <a:xfrm>
            <a:off x="550863" y="1628800"/>
            <a:ext cx="3546000" cy="615553"/>
          </a:xfrm>
          <a:prstGeom prst="rect">
            <a:avLst/>
          </a:prstGeom>
        </p:spPr>
        <p:txBody>
          <a:bodyPr wrap="square">
            <a:spAutoFit/>
          </a:bodyPr>
          <a:lstStyle>
            <a:lvl1pPr>
              <a:defRPr sz="2000" b="1">
                <a:solidFill>
                  <a:schemeClr val="tx2"/>
                </a:solidFill>
                <a:latin typeface="+mn-lt"/>
              </a:defRPr>
            </a:lvl1pPr>
          </a:lstStyle>
          <a:p>
            <a:pPr lvl="0"/>
            <a:r>
              <a:rPr lang="en-US"/>
              <a:t>Click to edit Master text styles</a:t>
            </a:r>
          </a:p>
        </p:txBody>
      </p:sp>
      <p:sp>
        <p:nvSpPr>
          <p:cNvPr id="8" name="Text Placeholder 9">
            <a:extLst>
              <a:ext uri="{FF2B5EF4-FFF2-40B4-BE49-F238E27FC236}">
                <a16:creationId xmlns:a16="http://schemas.microsoft.com/office/drawing/2014/main" id="{5DCD0BDB-5B44-5F28-AE7C-A6DDA74FA4C6}"/>
              </a:ext>
            </a:extLst>
          </p:cNvPr>
          <p:cNvSpPr>
            <a:spLocks noGrp="1"/>
          </p:cNvSpPr>
          <p:nvPr>
            <p:ph type="body" sz="quarter" idx="35"/>
          </p:nvPr>
        </p:nvSpPr>
        <p:spPr>
          <a:xfrm>
            <a:off x="4324134" y="1628800"/>
            <a:ext cx="3546000" cy="615553"/>
          </a:xfrm>
          <a:prstGeom prst="rect">
            <a:avLst/>
          </a:prstGeom>
        </p:spPr>
        <p:txBody>
          <a:bodyPr wrap="square">
            <a:spAutoFit/>
          </a:bodyPr>
          <a:lstStyle>
            <a:lvl1pPr>
              <a:defRPr sz="2000" b="1">
                <a:solidFill>
                  <a:schemeClr val="tx2"/>
                </a:solidFill>
                <a:latin typeface="+mn-lt"/>
              </a:defRPr>
            </a:lvl1pPr>
          </a:lstStyle>
          <a:p>
            <a:pPr lvl="0"/>
            <a:r>
              <a:rPr lang="en-US"/>
              <a:t>Click to edit Master text styles</a:t>
            </a:r>
          </a:p>
        </p:txBody>
      </p:sp>
      <p:sp>
        <p:nvSpPr>
          <p:cNvPr id="9" name="Text Placeholder 9">
            <a:extLst>
              <a:ext uri="{FF2B5EF4-FFF2-40B4-BE49-F238E27FC236}">
                <a16:creationId xmlns:a16="http://schemas.microsoft.com/office/drawing/2014/main" id="{E5A9C862-F068-5FA8-B790-33B9E92B9717}"/>
              </a:ext>
            </a:extLst>
          </p:cNvPr>
          <p:cNvSpPr>
            <a:spLocks noGrp="1"/>
          </p:cNvSpPr>
          <p:nvPr>
            <p:ph type="body" sz="quarter" idx="36"/>
          </p:nvPr>
        </p:nvSpPr>
        <p:spPr>
          <a:xfrm>
            <a:off x="8097719" y="1628800"/>
            <a:ext cx="3509377" cy="615553"/>
          </a:xfrm>
          <a:prstGeom prst="rect">
            <a:avLst/>
          </a:prstGeom>
        </p:spPr>
        <p:txBody>
          <a:bodyPr wrap="square">
            <a:spAutoFit/>
          </a:bodyPr>
          <a:lstStyle>
            <a:lvl1pPr>
              <a:defRPr sz="2000" b="1">
                <a:solidFill>
                  <a:schemeClr val="tx2"/>
                </a:solidFill>
                <a:latin typeface="+mn-lt"/>
              </a:defRPr>
            </a:lvl1pPr>
          </a:lstStyle>
          <a:p>
            <a:pPr lvl="0"/>
            <a:r>
              <a:rPr lang="en-US"/>
              <a:t>Click to edit Master text styles</a:t>
            </a:r>
          </a:p>
        </p:txBody>
      </p:sp>
      <p:sp>
        <p:nvSpPr>
          <p:cNvPr id="10" name="Content Placeholder 2">
            <a:extLst>
              <a:ext uri="{FF2B5EF4-FFF2-40B4-BE49-F238E27FC236}">
                <a16:creationId xmlns:a16="http://schemas.microsoft.com/office/drawing/2014/main" id="{03D01268-B758-D427-140C-0987162EAFE5}"/>
              </a:ext>
            </a:extLst>
          </p:cNvPr>
          <p:cNvSpPr>
            <a:spLocks noGrp="1"/>
          </p:cNvSpPr>
          <p:nvPr>
            <p:ph sz="quarter" idx="37"/>
          </p:nvPr>
        </p:nvSpPr>
        <p:spPr>
          <a:xfrm>
            <a:off x="550864" y="2471738"/>
            <a:ext cx="3544934" cy="38623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
        <p:nvSpPr>
          <p:cNvPr id="11" name="Content Placeholder 2">
            <a:extLst>
              <a:ext uri="{FF2B5EF4-FFF2-40B4-BE49-F238E27FC236}">
                <a16:creationId xmlns:a16="http://schemas.microsoft.com/office/drawing/2014/main" id="{4EAE12CE-6A8B-E8C1-80C3-2C87D81A22C3}"/>
              </a:ext>
            </a:extLst>
          </p:cNvPr>
          <p:cNvSpPr>
            <a:spLocks noGrp="1"/>
          </p:cNvSpPr>
          <p:nvPr>
            <p:ph sz="quarter" idx="43"/>
          </p:nvPr>
        </p:nvSpPr>
        <p:spPr>
          <a:xfrm>
            <a:off x="4322749" y="2471738"/>
            <a:ext cx="3544934" cy="38623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
        <p:nvSpPr>
          <p:cNvPr id="12" name="Content Placeholder 2">
            <a:extLst>
              <a:ext uri="{FF2B5EF4-FFF2-40B4-BE49-F238E27FC236}">
                <a16:creationId xmlns:a16="http://schemas.microsoft.com/office/drawing/2014/main" id="{A1EE52F1-A13F-231A-A204-62146E8BB729}"/>
              </a:ext>
            </a:extLst>
          </p:cNvPr>
          <p:cNvSpPr>
            <a:spLocks noGrp="1"/>
          </p:cNvSpPr>
          <p:nvPr>
            <p:ph sz="quarter" idx="44"/>
          </p:nvPr>
        </p:nvSpPr>
        <p:spPr>
          <a:xfrm>
            <a:off x="8062162" y="2471738"/>
            <a:ext cx="3544934" cy="38623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
        <p:nvSpPr>
          <p:cNvPr id="13" name="Title 4">
            <a:extLst>
              <a:ext uri="{FF2B5EF4-FFF2-40B4-BE49-F238E27FC236}">
                <a16:creationId xmlns:a16="http://schemas.microsoft.com/office/drawing/2014/main" id="{A6EAC310-8D5D-2E10-9194-8635143AE73C}"/>
              </a:ext>
            </a:extLst>
          </p:cNvPr>
          <p:cNvSpPr>
            <a:spLocks noGrp="1"/>
          </p:cNvSpPr>
          <p:nvPr>
            <p:ph type="title"/>
          </p:nvPr>
        </p:nvSpPr>
        <p:spPr>
          <a:xfrm>
            <a:off x="551384" y="549274"/>
            <a:ext cx="11090938" cy="930372"/>
          </a:xfrm>
        </p:spPr>
        <p:txBody>
          <a:bodyPr/>
          <a:lstStyle/>
          <a:p>
            <a:r>
              <a:rPr lang="en-US"/>
              <a:t>Click to edit Master title style</a:t>
            </a:r>
          </a:p>
        </p:txBody>
      </p:sp>
      <p:sp>
        <p:nvSpPr>
          <p:cNvPr id="14" name="Chapter Placeholder 2">
            <a:extLst>
              <a:ext uri="{FF2B5EF4-FFF2-40B4-BE49-F238E27FC236}">
                <a16:creationId xmlns:a16="http://schemas.microsoft.com/office/drawing/2014/main" id="{0198E6F0-06BA-7AF7-87A6-64D7D7D3B402}"/>
              </a:ext>
            </a:extLst>
          </p:cNvPr>
          <p:cNvSpPr>
            <a:spLocks noGrp="1"/>
          </p:cNvSpPr>
          <p:nvPr>
            <p:ph type="body" sz="quarter" idx="13" hasCustomPrompt="1"/>
          </p:nvPr>
        </p:nvSpPr>
        <p:spPr>
          <a:xfrm>
            <a:off x="550863" y="266218"/>
            <a:ext cx="11089753" cy="161001"/>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Tree>
    <p:extLst>
      <p:ext uri="{BB962C8B-B14F-4D97-AF65-F5344CB8AC3E}">
        <p14:creationId xmlns:p14="http://schemas.microsoft.com/office/powerpoint/2010/main" val="229252953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5" name="Text Placeholder 9">
            <a:extLst>
              <a:ext uri="{FF2B5EF4-FFF2-40B4-BE49-F238E27FC236}">
                <a16:creationId xmlns:a16="http://schemas.microsoft.com/office/drawing/2014/main" id="{A0B15415-1D8C-B1CF-007F-AF25F5E8B5E0}"/>
              </a:ext>
            </a:extLst>
          </p:cNvPr>
          <p:cNvSpPr>
            <a:spLocks noGrp="1"/>
          </p:cNvSpPr>
          <p:nvPr>
            <p:ph type="body" sz="quarter" idx="22"/>
          </p:nvPr>
        </p:nvSpPr>
        <p:spPr>
          <a:xfrm>
            <a:off x="550864" y="1628800"/>
            <a:ext cx="5330138" cy="307777"/>
          </a:xfrm>
          <a:prstGeom prst="rect">
            <a:avLst/>
          </a:prstGeom>
        </p:spPr>
        <p:txBody>
          <a:bodyPr wrap="square">
            <a:spAutoFit/>
          </a:bodyPr>
          <a:lstStyle>
            <a:lvl1pPr>
              <a:defRPr sz="2000" b="1">
                <a:solidFill>
                  <a:schemeClr val="tx2"/>
                </a:solidFill>
                <a:latin typeface="+mn-lt"/>
              </a:defRPr>
            </a:lvl1pPr>
          </a:lstStyle>
          <a:p>
            <a:pPr lvl="0"/>
            <a:r>
              <a:rPr lang="en-US"/>
              <a:t>Click to edit Master text styles</a:t>
            </a:r>
          </a:p>
        </p:txBody>
      </p:sp>
      <p:sp>
        <p:nvSpPr>
          <p:cNvPr id="8" name="Content Placeholder 17">
            <a:extLst>
              <a:ext uri="{FF2B5EF4-FFF2-40B4-BE49-F238E27FC236}">
                <a16:creationId xmlns:a16="http://schemas.microsoft.com/office/drawing/2014/main" id="{88A06028-7957-3D06-79FE-33A3DA8C8299}"/>
              </a:ext>
            </a:extLst>
          </p:cNvPr>
          <p:cNvSpPr>
            <a:spLocks noGrp="1"/>
          </p:cNvSpPr>
          <p:nvPr>
            <p:ph sz="quarter" idx="23"/>
          </p:nvPr>
        </p:nvSpPr>
        <p:spPr>
          <a:xfrm>
            <a:off x="550862" y="2492896"/>
            <a:ext cx="5330138" cy="3850754"/>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
        <p:nvSpPr>
          <p:cNvPr id="10" name="Text Placeholder 9">
            <a:extLst>
              <a:ext uri="{FF2B5EF4-FFF2-40B4-BE49-F238E27FC236}">
                <a16:creationId xmlns:a16="http://schemas.microsoft.com/office/drawing/2014/main" id="{DCC3AC80-AAB0-BD9C-DCE4-4B771F2625EE}"/>
              </a:ext>
            </a:extLst>
          </p:cNvPr>
          <p:cNvSpPr>
            <a:spLocks noGrp="1"/>
          </p:cNvSpPr>
          <p:nvPr>
            <p:ph type="body" sz="quarter" idx="24"/>
          </p:nvPr>
        </p:nvSpPr>
        <p:spPr>
          <a:xfrm>
            <a:off x="6310478" y="1628800"/>
            <a:ext cx="5330138" cy="307777"/>
          </a:xfrm>
          <a:prstGeom prst="rect">
            <a:avLst/>
          </a:prstGeom>
        </p:spPr>
        <p:txBody>
          <a:bodyPr wrap="square">
            <a:spAutoFit/>
          </a:bodyPr>
          <a:lstStyle>
            <a:lvl1pPr>
              <a:defRPr sz="2000" b="1">
                <a:solidFill>
                  <a:schemeClr val="tx2"/>
                </a:solidFill>
                <a:latin typeface="+mn-lt"/>
              </a:defRPr>
            </a:lvl1pPr>
          </a:lstStyle>
          <a:p>
            <a:pPr lvl="0"/>
            <a:r>
              <a:rPr lang="en-US"/>
              <a:t>Click to edit Master text styles</a:t>
            </a:r>
          </a:p>
        </p:txBody>
      </p:sp>
      <p:sp>
        <p:nvSpPr>
          <p:cNvPr id="11" name="Content Placeholder 17">
            <a:extLst>
              <a:ext uri="{FF2B5EF4-FFF2-40B4-BE49-F238E27FC236}">
                <a16:creationId xmlns:a16="http://schemas.microsoft.com/office/drawing/2014/main" id="{163C3FEF-254F-65E1-67F0-E654CC319296}"/>
              </a:ext>
            </a:extLst>
          </p:cNvPr>
          <p:cNvSpPr>
            <a:spLocks noGrp="1"/>
          </p:cNvSpPr>
          <p:nvPr>
            <p:ph sz="quarter" idx="25"/>
          </p:nvPr>
        </p:nvSpPr>
        <p:spPr>
          <a:xfrm>
            <a:off x="6310476" y="2492896"/>
            <a:ext cx="5330138" cy="3850754"/>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
        <p:nvSpPr>
          <p:cNvPr id="2" name="Date Placeholder 1">
            <a:extLst>
              <a:ext uri="{FF2B5EF4-FFF2-40B4-BE49-F238E27FC236}">
                <a16:creationId xmlns:a16="http://schemas.microsoft.com/office/drawing/2014/main" id="{9E19822C-D354-F2FB-1C56-D296F7B12974}"/>
              </a:ext>
            </a:extLst>
          </p:cNvPr>
          <p:cNvSpPr>
            <a:spLocks noGrp="1"/>
          </p:cNvSpPr>
          <p:nvPr>
            <p:ph type="dt" sz="half" idx="26"/>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79AA8835-108D-EC01-28A9-036F9DC1ED24}"/>
              </a:ext>
            </a:extLst>
          </p:cNvPr>
          <p:cNvSpPr>
            <a:spLocks noGrp="1"/>
          </p:cNvSpPr>
          <p:nvPr>
            <p:ph type="ftr" sz="quarter" idx="27"/>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97F09F6A-36AF-74AE-86F3-4627D658998C}"/>
              </a:ext>
            </a:extLst>
          </p:cNvPr>
          <p:cNvSpPr>
            <a:spLocks noGrp="1"/>
          </p:cNvSpPr>
          <p:nvPr>
            <p:ph type="sldNum" sz="quarter" idx="28"/>
          </p:nvPr>
        </p:nvSpPr>
        <p:spPr/>
        <p:txBody>
          <a:bodyPr/>
          <a:lstStyle/>
          <a:p>
            <a:pPr algn="r"/>
            <a:fld id="{5D9A5160-6218-4E5A-B9E6-B93E3DAE377C}" type="slidenum">
              <a:rPr lang="en-US" smtClean="0"/>
              <a:pPr algn="r"/>
              <a:t>‹#›</a:t>
            </a:fld>
            <a:endParaRPr lang="en-US"/>
          </a:p>
        </p:txBody>
      </p:sp>
      <p:sp>
        <p:nvSpPr>
          <p:cNvPr id="6" name="Title 5">
            <a:extLst>
              <a:ext uri="{FF2B5EF4-FFF2-40B4-BE49-F238E27FC236}">
                <a16:creationId xmlns:a16="http://schemas.microsoft.com/office/drawing/2014/main" id="{29DB7F80-D4E2-48A2-55A8-57B6588B83AC}"/>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43376362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Comparison Chapterbox">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E19822C-D354-F2FB-1C56-D296F7B12974}"/>
              </a:ext>
            </a:extLst>
          </p:cNvPr>
          <p:cNvSpPr>
            <a:spLocks noGrp="1"/>
          </p:cNvSpPr>
          <p:nvPr>
            <p:ph type="dt" sz="half" idx="26"/>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79AA8835-108D-EC01-28A9-036F9DC1ED24}"/>
              </a:ext>
            </a:extLst>
          </p:cNvPr>
          <p:cNvSpPr>
            <a:spLocks noGrp="1"/>
          </p:cNvSpPr>
          <p:nvPr>
            <p:ph type="ftr" sz="quarter" idx="27"/>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97F09F6A-36AF-74AE-86F3-4627D658998C}"/>
              </a:ext>
            </a:extLst>
          </p:cNvPr>
          <p:cNvSpPr>
            <a:spLocks noGrp="1"/>
          </p:cNvSpPr>
          <p:nvPr>
            <p:ph type="sldNum" sz="quarter" idx="28"/>
          </p:nvPr>
        </p:nvSpPr>
        <p:spPr/>
        <p:txBody>
          <a:bodyPr/>
          <a:lstStyle/>
          <a:p>
            <a:pPr algn="r"/>
            <a:fld id="{5D9A5160-6218-4E5A-B9E6-B93E3DAE377C}" type="slidenum">
              <a:rPr lang="en-US" smtClean="0"/>
              <a:pPr algn="r"/>
              <a:t>‹#›</a:t>
            </a:fld>
            <a:endParaRPr lang="en-US"/>
          </a:p>
        </p:txBody>
      </p:sp>
      <p:sp>
        <p:nvSpPr>
          <p:cNvPr id="7" name="Text Placeholder 9">
            <a:extLst>
              <a:ext uri="{FF2B5EF4-FFF2-40B4-BE49-F238E27FC236}">
                <a16:creationId xmlns:a16="http://schemas.microsoft.com/office/drawing/2014/main" id="{A9858FC9-E31E-22A5-20E6-DF65368E51BD}"/>
              </a:ext>
            </a:extLst>
          </p:cNvPr>
          <p:cNvSpPr>
            <a:spLocks noGrp="1"/>
          </p:cNvSpPr>
          <p:nvPr>
            <p:ph type="body" sz="quarter" idx="22"/>
          </p:nvPr>
        </p:nvSpPr>
        <p:spPr>
          <a:xfrm>
            <a:off x="550864" y="1628800"/>
            <a:ext cx="5330138" cy="307777"/>
          </a:xfrm>
          <a:prstGeom prst="rect">
            <a:avLst/>
          </a:prstGeom>
        </p:spPr>
        <p:txBody>
          <a:bodyPr wrap="square">
            <a:spAutoFit/>
          </a:bodyPr>
          <a:lstStyle>
            <a:lvl1pPr>
              <a:defRPr sz="2000" b="1">
                <a:solidFill>
                  <a:schemeClr val="tx2"/>
                </a:solidFill>
                <a:latin typeface="+mn-lt"/>
              </a:defRPr>
            </a:lvl1pPr>
          </a:lstStyle>
          <a:p>
            <a:pPr lvl="0"/>
            <a:r>
              <a:rPr lang="en-US"/>
              <a:t>Click to edit Master text styles</a:t>
            </a:r>
          </a:p>
        </p:txBody>
      </p:sp>
      <p:sp>
        <p:nvSpPr>
          <p:cNvPr id="12" name="Content Placeholder 17">
            <a:extLst>
              <a:ext uri="{FF2B5EF4-FFF2-40B4-BE49-F238E27FC236}">
                <a16:creationId xmlns:a16="http://schemas.microsoft.com/office/drawing/2014/main" id="{CCA19B0D-8B57-D85C-1011-1CAC62D2F0F3}"/>
              </a:ext>
            </a:extLst>
          </p:cNvPr>
          <p:cNvSpPr>
            <a:spLocks noGrp="1"/>
          </p:cNvSpPr>
          <p:nvPr>
            <p:ph sz="quarter" idx="23"/>
          </p:nvPr>
        </p:nvSpPr>
        <p:spPr>
          <a:xfrm>
            <a:off x="550862" y="2492896"/>
            <a:ext cx="5330138" cy="3850754"/>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
        <p:nvSpPr>
          <p:cNvPr id="13" name="Text Placeholder 9">
            <a:extLst>
              <a:ext uri="{FF2B5EF4-FFF2-40B4-BE49-F238E27FC236}">
                <a16:creationId xmlns:a16="http://schemas.microsoft.com/office/drawing/2014/main" id="{CF6F8FCA-8DFE-AD50-412B-AE814DC29656}"/>
              </a:ext>
            </a:extLst>
          </p:cNvPr>
          <p:cNvSpPr>
            <a:spLocks noGrp="1"/>
          </p:cNvSpPr>
          <p:nvPr>
            <p:ph type="body" sz="quarter" idx="24"/>
          </p:nvPr>
        </p:nvSpPr>
        <p:spPr>
          <a:xfrm>
            <a:off x="6310478" y="1628800"/>
            <a:ext cx="5330138" cy="307777"/>
          </a:xfrm>
          <a:prstGeom prst="rect">
            <a:avLst/>
          </a:prstGeom>
        </p:spPr>
        <p:txBody>
          <a:bodyPr wrap="square">
            <a:spAutoFit/>
          </a:bodyPr>
          <a:lstStyle>
            <a:lvl1pPr>
              <a:defRPr sz="2000" b="1">
                <a:solidFill>
                  <a:schemeClr val="tx2"/>
                </a:solidFill>
                <a:latin typeface="+mn-lt"/>
              </a:defRPr>
            </a:lvl1pPr>
          </a:lstStyle>
          <a:p>
            <a:pPr lvl="0"/>
            <a:r>
              <a:rPr lang="en-US"/>
              <a:t>Click to edit Master text styles</a:t>
            </a:r>
          </a:p>
        </p:txBody>
      </p:sp>
      <p:sp>
        <p:nvSpPr>
          <p:cNvPr id="14" name="Content Placeholder 17">
            <a:extLst>
              <a:ext uri="{FF2B5EF4-FFF2-40B4-BE49-F238E27FC236}">
                <a16:creationId xmlns:a16="http://schemas.microsoft.com/office/drawing/2014/main" id="{343A3AFA-D7DE-39DF-996B-43D9E51B8BE2}"/>
              </a:ext>
            </a:extLst>
          </p:cNvPr>
          <p:cNvSpPr>
            <a:spLocks noGrp="1"/>
          </p:cNvSpPr>
          <p:nvPr>
            <p:ph sz="quarter" idx="25"/>
          </p:nvPr>
        </p:nvSpPr>
        <p:spPr>
          <a:xfrm>
            <a:off x="6310476" y="2492896"/>
            <a:ext cx="5330138" cy="3850754"/>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
        <p:nvSpPr>
          <p:cNvPr id="15" name="Title 5">
            <a:extLst>
              <a:ext uri="{FF2B5EF4-FFF2-40B4-BE49-F238E27FC236}">
                <a16:creationId xmlns:a16="http://schemas.microsoft.com/office/drawing/2014/main" id="{D9482294-3454-D856-0C2D-E66155DFBC45}"/>
              </a:ext>
            </a:extLst>
          </p:cNvPr>
          <p:cNvSpPr>
            <a:spLocks noGrp="1"/>
          </p:cNvSpPr>
          <p:nvPr>
            <p:ph type="title"/>
          </p:nvPr>
        </p:nvSpPr>
        <p:spPr>
          <a:xfrm>
            <a:off x="551384" y="549274"/>
            <a:ext cx="11090938" cy="930372"/>
          </a:xfrm>
        </p:spPr>
        <p:txBody>
          <a:bodyPr/>
          <a:lstStyle/>
          <a:p>
            <a:r>
              <a:rPr lang="en-US"/>
              <a:t>Click to edit Master title style</a:t>
            </a:r>
          </a:p>
        </p:txBody>
      </p:sp>
      <p:sp>
        <p:nvSpPr>
          <p:cNvPr id="16" name="Chapter Placeholder 2">
            <a:extLst>
              <a:ext uri="{FF2B5EF4-FFF2-40B4-BE49-F238E27FC236}">
                <a16:creationId xmlns:a16="http://schemas.microsoft.com/office/drawing/2014/main" id="{517FBB4B-5A68-7765-35D5-7BEE297C6AAB}"/>
              </a:ext>
            </a:extLst>
          </p:cNvPr>
          <p:cNvSpPr>
            <a:spLocks noGrp="1"/>
          </p:cNvSpPr>
          <p:nvPr>
            <p:ph type="body" sz="quarter" idx="13" hasCustomPrompt="1"/>
          </p:nvPr>
        </p:nvSpPr>
        <p:spPr>
          <a:xfrm>
            <a:off x="550863" y="266218"/>
            <a:ext cx="11089753" cy="161001"/>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Tree>
    <p:extLst>
      <p:ext uri="{BB962C8B-B14F-4D97-AF65-F5344CB8AC3E}">
        <p14:creationId xmlns:p14="http://schemas.microsoft.com/office/powerpoint/2010/main" val="49825404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ontent Photo 1">
    <p:spTree>
      <p:nvGrpSpPr>
        <p:cNvPr id="1" name=""/>
        <p:cNvGrpSpPr/>
        <p:nvPr/>
      </p:nvGrpSpPr>
      <p:grpSpPr>
        <a:xfrm>
          <a:off x="0" y="0"/>
          <a:ext cx="0" cy="0"/>
          <a:chOff x="0" y="0"/>
          <a:chExt cx="0" cy="0"/>
        </a:xfrm>
      </p:grpSpPr>
      <p:sp>
        <p:nvSpPr>
          <p:cNvPr id="2" name="Picture Placeholder 18">
            <a:extLst>
              <a:ext uri="{FF2B5EF4-FFF2-40B4-BE49-F238E27FC236}">
                <a16:creationId xmlns:a16="http://schemas.microsoft.com/office/drawing/2014/main" id="{6C4F5EE7-6CA6-23D5-2788-911B0B2A43B3}"/>
              </a:ext>
            </a:extLst>
          </p:cNvPr>
          <p:cNvSpPr>
            <a:spLocks noGrp="1"/>
          </p:cNvSpPr>
          <p:nvPr>
            <p:ph type="pic" sz="quarter" idx="10" hasCustomPrompt="1"/>
          </p:nvPr>
        </p:nvSpPr>
        <p:spPr>
          <a:xfrm>
            <a:off x="7943743" y="1"/>
            <a:ext cx="4248257" cy="6858000"/>
          </a:xfrm>
          <a:custGeom>
            <a:avLst/>
            <a:gdLst>
              <a:gd name="connsiteX0" fmla="*/ 0 w 6888162"/>
              <a:gd name="connsiteY0" fmla="*/ 0 h 6858000"/>
              <a:gd name="connsiteX1" fmla="*/ 6888162 w 6888162"/>
              <a:gd name="connsiteY1" fmla="*/ 0 h 6858000"/>
              <a:gd name="connsiteX2" fmla="*/ 6888162 w 6888162"/>
              <a:gd name="connsiteY2" fmla="*/ 6858000 h 6858000"/>
              <a:gd name="connsiteX3" fmla="*/ 0 w 688816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88162" h="6858000">
                <a:moveTo>
                  <a:pt x="0" y="0"/>
                </a:moveTo>
                <a:lnTo>
                  <a:pt x="6888162" y="0"/>
                </a:lnTo>
                <a:lnTo>
                  <a:pt x="6888162" y="6858000"/>
                </a:lnTo>
                <a:lnTo>
                  <a:pt x="0" y="6858000"/>
                </a:lnTo>
                <a:close/>
              </a:path>
            </a:pathLst>
          </a:custGeom>
          <a:solidFill>
            <a:schemeClr val="bg1">
              <a:lumMod val="95000"/>
            </a:schemeClr>
          </a:solidFill>
        </p:spPr>
        <p:txBody>
          <a:bodyPr wrap="square">
            <a:noAutofit/>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10" name="Date Placeholder 9">
            <a:extLst>
              <a:ext uri="{FF2B5EF4-FFF2-40B4-BE49-F238E27FC236}">
                <a16:creationId xmlns:a16="http://schemas.microsoft.com/office/drawing/2014/main" id="{46783FFD-9F48-C402-1C8B-428607819FB0}"/>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1" name="Footer Placeholder 10">
            <a:extLst>
              <a:ext uri="{FF2B5EF4-FFF2-40B4-BE49-F238E27FC236}">
                <a16:creationId xmlns:a16="http://schemas.microsoft.com/office/drawing/2014/main" id="{86AD5ECD-D6D3-FD2C-E095-2E1A79FDA02A}"/>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12" name="Slide Number Placeholder 11">
            <a:extLst>
              <a:ext uri="{FF2B5EF4-FFF2-40B4-BE49-F238E27FC236}">
                <a16:creationId xmlns:a16="http://schemas.microsoft.com/office/drawing/2014/main" id="{C3781C8A-9DD0-4577-58C6-4DB8551B5B02}"/>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7" name="Logo Placeholder 7">
            <a:extLst>
              <a:ext uri="{FF2B5EF4-FFF2-40B4-BE49-F238E27FC236}">
                <a16:creationId xmlns:a16="http://schemas.microsoft.com/office/drawing/2014/main" id="{AE6646BC-32F6-9AC6-5DA3-6CA08C229501}"/>
              </a:ext>
            </a:extLst>
          </p:cNvPr>
          <p:cNvSpPr>
            <a:spLocks noGrp="1"/>
          </p:cNvSpPr>
          <p:nvPr>
            <p:ph type="body" sz="quarter" idx="40" hasCustomPrompt="1"/>
          </p:nvPr>
        </p:nvSpPr>
        <p:spPr>
          <a:xfrm>
            <a:off x="11765626" y="128961"/>
            <a:ext cx="269046" cy="335806"/>
          </a:xfrm>
          <a:blipFill>
            <a:blip r:embed="rId2"/>
            <a:srcRect/>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a:t>Spade</a:t>
            </a:r>
          </a:p>
        </p:txBody>
      </p:sp>
      <p:sp>
        <p:nvSpPr>
          <p:cNvPr id="16" name="Text Placeholder 9">
            <a:extLst>
              <a:ext uri="{FF2B5EF4-FFF2-40B4-BE49-F238E27FC236}">
                <a16:creationId xmlns:a16="http://schemas.microsoft.com/office/drawing/2014/main" id="{935FD019-48D6-983C-6B94-E0976FB8783C}"/>
              </a:ext>
            </a:extLst>
          </p:cNvPr>
          <p:cNvSpPr>
            <a:spLocks noGrp="1"/>
          </p:cNvSpPr>
          <p:nvPr>
            <p:ph type="body" sz="quarter" idx="22" hasCustomPrompt="1"/>
          </p:nvPr>
        </p:nvSpPr>
        <p:spPr>
          <a:xfrm>
            <a:off x="550200" y="1634286"/>
            <a:ext cx="6984776"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17" name="Title 4">
            <a:extLst>
              <a:ext uri="{FF2B5EF4-FFF2-40B4-BE49-F238E27FC236}">
                <a16:creationId xmlns:a16="http://schemas.microsoft.com/office/drawing/2014/main" id="{FC4953BF-CA63-7307-BB05-264598E5B859}"/>
              </a:ext>
            </a:extLst>
          </p:cNvPr>
          <p:cNvSpPr>
            <a:spLocks noGrp="1"/>
          </p:cNvSpPr>
          <p:nvPr>
            <p:ph type="title"/>
          </p:nvPr>
        </p:nvSpPr>
        <p:spPr>
          <a:xfrm>
            <a:off x="551384" y="549274"/>
            <a:ext cx="6984776" cy="930372"/>
          </a:xfrm>
        </p:spPr>
        <p:txBody>
          <a:bodyPr/>
          <a:lstStyle/>
          <a:p>
            <a:r>
              <a:rPr lang="en-US"/>
              <a:t>Click to edit Master title style</a:t>
            </a:r>
          </a:p>
        </p:txBody>
      </p:sp>
      <p:sp>
        <p:nvSpPr>
          <p:cNvPr id="18" name="Content Placeholder 5">
            <a:extLst>
              <a:ext uri="{FF2B5EF4-FFF2-40B4-BE49-F238E27FC236}">
                <a16:creationId xmlns:a16="http://schemas.microsoft.com/office/drawing/2014/main" id="{AEC7E24F-95DB-9C78-60A3-E8139D06C8F3}"/>
              </a:ext>
            </a:extLst>
          </p:cNvPr>
          <p:cNvSpPr>
            <a:spLocks noGrp="1"/>
          </p:cNvSpPr>
          <p:nvPr>
            <p:ph sz="quarter" idx="31"/>
          </p:nvPr>
        </p:nvSpPr>
        <p:spPr>
          <a:xfrm>
            <a:off x="551384" y="2132856"/>
            <a:ext cx="6984776"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456925901"/>
      </p:ext>
    </p:extLst>
  </p:cSld>
  <p:clrMapOvr>
    <a:masterClrMapping/>
  </p:clrMapOvr>
  <p:extLst>
    <p:ext uri="{DCECCB84-F9BA-43D5-87BE-67443E8EF086}">
      <p15:sldGuideLst xmlns:p15="http://schemas.microsoft.com/office/powerpoint/2012/main">
        <p15:guide id="1" pos="5110">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ontent Photo 1 Chapterbox">
    <p:spTree>
      <p:nvGrpSpPr>
        <p:cNvPr id="1" name=""/>
        <p:cNvGrpSpPr/>
        <p:nvPr/>
      </p:nvGrpSpPr>
      <p:grpSpPr>
        <a:xfrm>
          <a:off x="0" y="0"/>
          <a:ext cx="0" cy="0"/>
          <a:chOff x="0" y="0"/>
          <a:chExt cx="0" cy="0"/>
        </a:xfrm>
      </p:grpSpPr>
      <p:sp>
        <p:nvSpPr>
          <p:cNvPr id="2" name="Picture Placeholder 18">
            <a:extLst>
              <a:ext uri="{FF2B5EF4-FFF2-40B4-BE49-F238E27FC236}">
                <a16:creationId xmlns:a16="http://schemas.microsoft.com/office/drawing/2014/main" id="{6C4F5EE7-6CA6-23D5-2788-911B0B2A43B3}"/>
              </a:ext>
            </a:extLst>
          </p:cNvPr>
          <p:cNvSpPr>
            <a:spLocks noGrp="1"/>
          </p:cNvSpPr>
          <p:nvPr>
            <p:ph type="pic" sz="quarter" idx="10" hasCustomPrompt="1"/>
          </p:nvPr>
        </p:nvSpPr>
        <p:spPr>
          <a:xfrm>
            <a:off x="7943743" y="1"/>
            <a:ext cx="4248257" cy="6858000"/>
          </a:xfrm>
          <a:custGeom>
            <a:avLst/>
            <a:gdLst>
              <a:gd name="connsiteX0" fmla="*/ 0 w 6888162"/>
              <a:gd name="connsiteY0" fmla="*/ 0 h 6858000"/>
              <a:gd name="connsiteX1" fmla="*/ 6888162 w 6888162"/>
              <a:gd name="connsiteY1" fmla="*/ 0 h 6858000"/>
              <a:gd name="connsiteX2" fmla="*/ 6888162 w 6888162"/>
              <a:gd name="connsiteY2" fmla="*/ 6858000 h 6858000"/>
              <a:gd name="connsiteX3" fmla="*/ 0 w 688816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88162" h="6858000">
                <a:moveTo>
                  <a:pt x="0" y="0"/>
                </a:moveTo>
                <a:lnTo>
                  <a:pt x="6888162" y="0"/>
                </a:lnTo>
                <a:lnTo>
                  <a:pt x="6888162" y="6858000"/>
                </a:lnTo>
                <a:lnTo>
                  <a:pt x="0" y="6858000"/>
                </a:lnTo>
                <a:close/>
              </a:path>
            </a:pathLst>
          </a:custGeom>
          <a:solidFill>
            <a:schemeClr val="bg1">
              <a:lumMod val="95000"/>
            </a:schemeClr>
          </a:solidFill>
        </p:spPr>
        <p:txBody>
          <a:bodyPr wrap="square">
            <a:noAutofit/>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10" name="Date Placeholder 9">
            <a:extLst>
              <a:ext uri="{FF2B5EF4-FFF2-40B4-BE49-F238E27FC236}">
                <a16:creationId xmlns:a16="http://schemas.microsoft.com/office/drawing/2014/main" id="{46783FFD-9F48-C402-1C8B-428607819FB0}"/>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1" name="Footer Placeholder 10">
            <a:extLst>
              <a:ext uri="{FF2B5EF4-FFF2-40B4-BE49-F238E27FC236}">
                <a16:creationId xmlns:a16="http://schemas.microsoft.com/office/drawing/2014/main" id="{86AD5ECD-D6D3-FD2C-E095-2E1A79FDA02A}"/>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12" name="Slide Number Placeholder 11">
            <a:extLst>
              <a:ext uri="{FF2B5EF4-FFF2-40B4-BE49-F238E27FC236}">
                <a16:creationId xmlns:a16="http://schemas.microsoft.com/office/drawing/2014/main" id="{C3781C8A-9DD0-4577-58C6-4DB8551B5B02}"/>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4" name="Logo Placeholder 7">
            <a:extLst>
              <a:ext uri="{FF2B5EF4-FFF2-40B4-BE49-F238E27FC236}">
                <a16:creationId xmlns:a16="http://schemas.microsoft.com/office/drawing/2014/main" id="{3BF0ED60-C129-C9C6-4501-946318C0FF02}"/>
              </a:ext>
            </a:extLst>
          </p:cNvPr>
          <p:cNvSpPr>
            <a:spLocks noGrp="1"/>
          </p:cNvSpPr>
          <p:nvPr>
            <p:ph type="body" sz="quarter" idx="40" hasCustomPrompt="1"/>
          </p:nvPr>
        </p:nvSpPr>
        <p:spPr>
          <a:xfrm>
            <a:off x="11765626" y="128961"/>
            <a:ext cx="269046" cy="335806"/>
          </a:xfrm>
          <a:blipFill>
            <a:blip r:embed="rId2"/>
            <a:srcRect/>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a:t>Spade</a:t>
            </a:r>
          </a:p>
        </p:txBody>
      </p:sp>
      <p:sp>
        <p:nvSpPr>
          <p:cNvPr id="7" name="Text Placeholder 9">
            <a:extLst>
              <a:ext uri="{FF2B5EF4-FFF2-40B4-BE49-F238E27FC236}">
                <a16:creationId xmlns:a16="http://schemas.microsoft.com/office/drawing/2014/main" id="{B273940D-E1AD-EA8E-78DF-498922FA8A2F}"/>
              </a:ext>
            </a:extLst>
          </p:cNvPr>
          <p:cNvSpPr>
            <a:spLocks noGrp="1"/>
          </p:cNvSpPr>
          <p:nvPr>
            <p:ph type="body" sz="quarter" idx="22" hasCustomPrompt="1"/>
          </p:nvPr>
        </p:nvSpPr>
        <p:spPr>
          <a:xfrm>
            <a:off x="550200" y="1634286"/>
            <a:ext cx="6984776"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9" name="Title 4">
            <a:extLst>
              <a:ext uri="{FF2B5EF4-FFF2-40B4-BE49-F238E27FC236}">
                <a16:creationId xmlns:a16="http://schemas.microsoft.com/office/drawing/2014/main" id="{F3029A13-E493-A8ED-E3D0-507AF2339260}"/>
              </a:ext>
            </a:extLst>
          </p:cNvPr>
          <p:cNvSpPr>
            <a:spLocks noGrp="1"/>
          </p:cNvSpPr>
          <p:nvPr>
            <p:ph type="title"/>
          </p:nvPr>
        </p:nvSpPr>
        <p:spPr>
          <a:xfrm>
            <a:off x="551384" y="549274"/>
            <a:ext cx="6984776" cy="930372"/>
          </a:xfrm>
        </p:spPr>
        <p:txBody>
          <a:bodyPr/>
          <a:lstStyle/>
          <a:p>
            <a:r>
              <a:rPr lang="en-US"/>
              <a:t>Click to edit Master title style</a:t>
            </a:r>
          </a:p>
        </p:txBody>
      </p:sp>
      <p:sp>
        <p:nvSpPr>
          <p:cNvPr id="13" name="Content Placeholder 5">
            <a:extLst>
              <a:ext uri="{FF2B5EF4-FFF2-40B4-BE49-F238E27FC236}">
                <a16:creationId xmlns:a16="http://schemas.microsoft.com/office/drawing/2014/main" id="{633CAED3-6535-92CF-7EA8-42F3243AE7D0}"/>
              </a:ext>
            </a:extLst>
          </p:cNvPr>
          <p:cNvSpPr>
            <a:spLocks noGrp="1"/>
          </p:cNvSpPr>
          <p:nvPr>
            <p:ph sz="quarter" idx="31"/>
          </p:nvPr>
        </p:nvSpPr>
        <p:spPr>
          <a:xfrm>
            <a:off x="551384" y="2132856"/>
            <a:ext cx="6984776"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hapter Placeholder 2">
            <a:extLst>
              <a:ext uri="{FF2B5EF4-FFF2-40B4-BE49-F238E27FC236}">
                <a16:creationId xmlns:a16="http://schemas.microsoft.com/office/drawing/2014/main" id="{937EC11D-9FEA-3207-FBA5-942D0A99E49C}"/>
              </a:ext>
            </a:extLst>
          </p:cNvPr>
          <p:cNvSpPr>
            <a:spLocks noGrp="1"/>
          </p:cNvSpPr>
          <p:nvPr>
            <p:ph type="body" sz="quarter" idx="13" hasCustomPrompt="1"/>
          </p:nvPr>
        </p:nvSpPr>
        <p:spPr>
          <a:xfrm>
            <a:off x="550863" y="266219"/>
            <a:ext cx="6983870" cy="151263"/>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Tree>
    <p:extLst>
      <p:ext uri="{BB962C8B-B14F-4D97-AF65-F5344CB8AC3E}">
        <p14:creationId xmlns:p14="http://schemas.microsoft.com/office/powerpoint/2010/main" val="3949951171"/>
      </p:ext>
    </p:extLst>
  </p:cSld>
  <p:clrMapOvr>
    <a:masterClrMapping/>
  </p:clrMapOvr>
  <p:extLst>
    <p:ext uri="{DCECCB84-F9BA-43D5-87BE-67443E8EF086}">
      <p15:sldGuideLst xmlns:p15="http://schemas.microsoft.com/office/powerpoint/2012/main">
        <p15:guide id="1" pos="5110">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Content Photo 2">
    <p:spTree>
      <p:nvGrpSpPr>
        <p:cNvPr id="1" name=""/>
        <p:cNvGrpSpPr/>
        <p:nvPr/>
      </p:nvGrpSpPr>
      <p:grpSpPr>
        <a:xfrm>
          <a:off x="0" y="0"/>
          <a:ext cx="0" cy="0"/>
          <a:chOff x="0" y="0"/>
          <a:chExt cx="0" cy="0"/>
        </a:xfrm>
      </p:grpSpPr>
      <p:sp>
        <p:nvSpPr>
          <p:cNvPr id="2" name="Picture Placeholder 18">
            <a:extLst>
              <a:ext uri="{FF2B5EF4-FFF2-40B4-BE49-F238E27FC236}">
                <a16:creationId xmlns:a16="http://schemas.microsoft.com/office/drawing/2014/main" id="{97BD40BB-A2F0-F646-3CC2-596CC4195838}"/>
              </a:ext>
            </a:extLst>
          </p:cNvPr>
          <p:cNvSpPr>
            <a:spLocks noGrp="1"/>
          </p:cNvSpPr>
          <p:nvPr>
            <p:ph type="pic" sz="quarter" idx="18" hasCustomPrompt="1"/>
          </p:nvPr>
        </p:nvSpPr>
        <p:spPr>
          <a:xfrm>
            <a:off x="6095937" y="1"/>
            <a:ext cx="6096064" cy="6858000"/>
          </a:xfrm>
          <a:custGeom>
            <a:avLst/>
            <a:gdLst>
              <a:gd name="connsiteX0" fmla="*/ 0 w 6888162"/>
              <a:gd name="connsiteY0" fmla="*/ 0 h 6858000"/>
              <a:gd name="connsiteX1" fmla="*/ 6888162 w 6888162"/>
              <a:gd name="connsiteY1" fmla="*/ 0 h 6858000"/>
              <a:gd name="connsiteX2" fmla="*/ 6888162 w 6888162"/>
              <a:gd name="connsiteY2" fmla="*/ 6858000 h 6858000"/>
              <a:gd name="connsiteX3" fmla="*/ 0 w 688816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88162" h="6858000">
                <a:moveTo>
                  <a:pt x="0" y="0"/>
                </a:moveTo>
                <a:lnTo>
                  <a:pt x="6888162" y="0"/>
                </a:lnTo>
                <a:lnTo>
                  <a:pt x="6888162" y="6858000"/>
                </a:lnTo>
                <a:lnTo>
                  <a:pt x="0" y="6858000"/>
                </a:lnTo>
                <a:close/>
              </a:path>
            </a:pathLst>
          </a:custGeom>
          <a:solidFill>
            <a:schemeClr val="bg1">
              <a:lumMod val="95000"/>
            </a:schemeClr>
          </a:solidFill>
        </p:spPr>
        <p:txBody>
          <a:bodyPr wrap="square">
            <a:noAutofit/>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10" name="Date Placeholder 9">
            <a:extLst>
              <a:ext uri="{FF2B5EF4-FFF2-40B4-BE49-F238E27FC236}">
                <a16:creationId xmlns:a16="http://schemas.microsoft.com/office/drawing/2014/main" id="{6132EE43-B817-E2F8-9E7F-509C8F5C333F}"/>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1" name="Footer Placeholder 10">
            <a:extLst>
              <a:ext uri="{FF2B5EF4-FFF2-40B4-BE49-F238E27FC236}">
                <a16:creationId xmlns:a16="http://schemas.microsoft.com/office/drawing/2014/main" id="{9D40FDFE-5D39-1793-49A7-C223A0B5A728}"/>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12" name="Slide Number Placeholder 11">
            <a:extLst>
              <a:ext uri="{FF2B5EF4-FFF2-40B4-BE49-F238E27FC236}">
                <a16:creationId xmlns:a16="http://schemas.microsoft.com/office/drawing/2014/main" id="{D3F18AC0-D398-EFCE-8D4E-EBBC42BA70A1}"/>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4" name="Text Placeholder 9">
            <a:extLst>
              <a:ext uri="{FF2B5EF4-FFF2-40B4-BE49-F238E27FC236}">
                <a16:creationId xmlns:a16="http://schemas.microsoft.com/office/drawing/2014/main" id="{E82105FD-7542-270F-7352-05CF2F1A1301}"/>
              </a:ext>
            </a:extLst>
          </p:cNvPr>
          <p:cNvSpPr>
            <a:spLocks noGrp="1"/>
          </p:cNvSpPr>
          <p:nvPr>
            <p:ph type="body" sz="quarter" idx="22" hasCustomPrompt="1"/>
          </p:nvPr>
        </p:nvSpPr>
        <p:spPr>
          <a:xfrm>
            <a:off x="550200" y="1634286"/>
            <a:ext cx="5112568"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8" name="Title 4">
            <a:extLst>
              <a:ext uri="{FF2B5EF4-FFF2-40B4-BE49-F238E27FC236}">
                <a16:creationId xmlns:a16="http://schemas.microsoft.com/office/drawing/2014/main" id="{7E0ED469-AF66-6808-9971-F90514B01F21}"/>
              </a:ext>
            </a:extLst>
          </p:cNvPr>
          <p:cNvSpPr>
            <a:spLocks noGrp="1"/>
          </p:cNvSpPr>
          <p:nvPr>
            <p:ph type="title"/>
          </p:nvPr>
        </p:nvSpPr>
        <p:spPr>
          <a:xfrm>
            <a:off x="551384" y="549274"/>
            <a:ext cx="5112568" cy="930372"/>
          </a:xfrm>
        </p:spPr>
        <p:txBody>
          <a:bodyPr/>
          <a:lstStyle/>
          <a:p>
            <a:r>
              <a:rPr lang="en-US"/>
              <a:t>Click to edit Master title style</a:t>
            </a:r>
          </a:p>
        </p:txBody>
      </p:sp>
      <p:sp>
        <p:nvSpPr>
          <p:cNvPr id="9" name="Content Placeholder 5">
            <a:extLst>
              <a:ext uri="{FF2B5EF4-FFF2-40B4-BE49-F238E27FC236}">
                <a16:creationId xmlns:a16="http://schemas.microsoft.com/office/drawing/2014/main" id="{8214CFC2-24F6-6CA0-147F-B56E32136118}"/>
              </a:ext>
            </a:extLst>
          </p:cNvPr>
          <p:cNvSpPr>
            <a:spLocks noGrp="1"/>
          </p:cNvSpPr>
          <p:nvPr>
            <p:ph sz="quarter" idx="31"/>
          </p:nvPr>
        </p:nvSpPr>
        <p:spPr>
          <a:xfrm>
            <a:off x="551384" y="2132856"/>
            <a:ext cx="5112568"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Logo Placeholder 7">
            <a:extLst>
              <a:ext uri="{FF2B5EF4-FFF2-40B4-BE49-F238E27FC236}">
                <a16:creationId xmlns:a16="http://schemas.microsoft.com/office/drawing/2014/main" id="{2C0724B7-40BF-BDCC-6CC1-FE3B5F77D155}"/>
              </a:ext>
            </a:extLst>
          </p:cNvPr>
          <p:cNvSpPr>
            <a:spLocks noGrp="1"/>
          </p:cNvSpPr>
          <p:nvPr>
            <p:ph type="body" sz="quarter" idx="40" hasCustomPrompt="1"/>
          </p:nvPr>
        </p:nvSpPr>
        <p:spPr>
          <a:xfrm>
            <a:off x="11765626" y="128961"/>
            <a:ext cx="269046" cy="335806"/>
          </a:xfrm>
          <a:blipFill>
            <a:blip r:embed="rId2">
              <a:extLst>
                <a:ext uri="{96DAC541-7B7A-43D3-8B79-37D633B846F1}">
                  <asvg:svgBlip xmlns:asvg="http://schemas.microsoft.com/office/drawing/2016/SVG/main" r:embed="rId3"/>
                </a:ext>
              </a:extLst>
            </a:blip>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a:t>Spade</a:t>
            </a:r>
          </a:p>
        </p:txBody>
      </p:sp>
    </p:spTree>
    <p:extLst>
      <p:ext uri="{BB962C8B-B14F-4D97-AF65-F5344CB8AC3E}">
        <p14:creationId xmlns:p14="http://schemas.microsoft.com/office/powerpoint/2010/main" val="752330616"/>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Content Photo 2 Chapterbox">
    <p:spTree>
      <p:nvGrpSpPr>
        <p:cNvPr id="1" name=""/>
        <p:cNvGrpSpPr/>
        <p:nvPr/>
      </p:nvGrpSpPr>
      <p:grpSpPr>
        <a:xfrm>
          <a:off x="0" y="0"/>
          <a:ext cx="0" cy="0"/>
          <a:chOff x="0" y="0"/>
          <a:chExt cx="0" cy="0"/>
        </a:xfrm>
      </p:grpSpPr>
      <p:sp>
        <p:nvSpPr>
          <p:cNvPr id="2" name="Picture Placeholder 18">
            <a:extLst>
              <a:ext uri="{FF2B5EF4-FFF2-40B4-BE49-F238E27FC236}">
                <a16:creationId xmlns:a16="http://schemas.microsoft.com/office/drawing/2014/main" id="{97BD40BB-A2F0-F646-3CC2-596CC4195838}"/>
              </a:ext>
            </a:extLst>
          </p:cNvPr>
          <p:cNvSpPr>
            <a:spLocks noGrp="1"/>
          </p:cNvSpPr>
          <p:nvPr>
            <p:ph type="pic" sz="quarter" idx="18" hasCustomPrompt="1"/>
          </p:nvPr>
        </p:nvSpPr>
        <p:spPr>
          <a:xfrm>
            <a:off x="6095937" y="1"/>
            <a:ext cx="6096064" cy="6858000"/>
          </a:xfrm>
          <a:custGeom>
            <a:avLst/>
            <a:gdLst>
              <a:gd name="connsiteX0" fmla="*/ 0 w 6888162"/>
              <a:gd name="connsiteY0" fmla="*/ 0 h 6858000"/>
              <a:gd name="connsiteX1" fmla="*/ 6888162 w 6888162"/>
              <a:gd name="connsiteY1" fmla="*/ 0 h 6858000"/>
              <a:gd name="connsiteX2" fmla="*/ 6888162 w 6888162"/>
              <a:gd name="connsiteY2" fmla="*/ 6858000 h 6858000"/>
              <a:gd name="connsiteX3" fmla="*/ 0 w 688816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88162" h="6858000">
                <a:moveTo>
                  <a:pt x="0" y="0"/>
                </a:moveTo>
                <a:lnTo>
                  <a:pt x="6888162" y="0"/>
                </a:lnTo>
                <a:lnTo>
                  <a:pt x="6888162" y="6858000"/>
                </a:lnTo>
                <a:lnTo>
                  <a:pt x="0" y="6858000"/>
                </a:lnTo>
                <a:close/>
              </a:path>
            </a:pathLst>
          </a:custGeom>
          <a:solidFill>
            <a:schemeClr val="bg1">
              <a:lumMod val="95000"/>
            </a:schemeClr>
          </a:solidFill>
        </p:spPr>
        <p:txBody>
          <a:bodyPr wrap="square">
            <a:noAutofit/>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10" name="Date Placeholder 9">
            <a:extLst>
              <a:ext uri="{FF2B5EF4-FFF2-40B4-BE49-F238E27FC236}">
                <a16:creationId xmlns:a16="http://schemas.microsoft.com/office/drawing/2014/main" id="{6132EE43-B817-E2F8-9E7F-509C8F5C333F}"/>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1" name="Footer Placeholder 10">
            <a:extLst>
              <a:ext uri="{FF2B5EF4-FFF2-40B4-BE49-F238E27FC236}">
                <a16:creationId xmlns:a16="http://schemas.microsoft.com/office/drawing/2014/main" id="{9D40FDFE-5D39-1793-49A7-C223A0B5A728}"/>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12" name="Slide Number Placeholder 11">
            <a:extLst>
              <a:ext uri="{FF2B5EF4-FFF2-40B4-BE49-F238E27FC236}">
                <a16:creationId xmlns:a16="http://schemas.microsoft.com/office/drawing/2014/main" id="{D3F18AC0-D398-EFCE-8D4E-EBBC42BA70A1}"/>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7" name="Logo Placeholder 7">
            <a:extLst>
              <a:ext uri="{FF2B5EF4-FFF2-40B4-BE49-F238E27FC236}">
                <a16:creationId xmlns:a16="http://schemas.microsoft.com/office/drawing/2014/main" id="{B32B524C-36D8-214C-7B43-091DB75F191F}"/>
              </a:ext>
            </a:extLst>
          </p:cNvPr>
          <p:cNvSpPr>
            <a:spLocks noGrp="1"/>
          </p:cNvSpPr>
          <p:nvPr>
            <p:ph type="body" sz="quarter" idx="40" hasCustomPrompt="1"/>
          </p:nvPr>
        </p:nvSpPr>
        <p:spPr>
          <a:xfrm>
            <a:off x="11765626" y="128961"/>
            <a:ext cx="269046" cy="335806"/>
          </a:xfrm>
          <a:blipFill>
            <a:blip r:embed="rId2"/>
            <a:srcRect/>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a:t>Spade</a:t>
            </a:r>
          </a:p>
        </p:txBody>
      </p:sp>
      <p:sp>
        <p:nvSpPr>
          <p:cNvPr id="4" name="Text Placeholder 9">
            <a:extLst>
              <a:ext uri="{FF2B5EF4-FFF2-40B4-BE49-F238E27FC236}">
                <a16:creationId xmlns:a16="http://schemas.microsoft.com/office/drawing/2014/main" id="{996F9181-C057-270C-1482-2E5EF4D4FDA6}"/>
              </a:ext>
            </a:extLst>
          </p:cNvPr>
          <p:cNvSpPr>
            <a:spLocks noGrp="1"/>
          </p:cNvSpPr>
          <p:nvPr>
            <p:ph type="body" sz="quarter" idx="22" hasCustomPrompt="1"/>
          </p:nvPr>
        </p:nvSpPr>
        <p:spPr>
          <a:xfrm>
            <a:off x="550200" y="1634286"/>
            <a:ext cx="5112568"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9" name="Title 4">
            <a:extLst>
              <a:ext uri="{FF2B5EF4-FFF2-40B4-BE49-F238E27FC236}">
                <a16:creationId xmlns:a16="http://schemas.microsoft.com/office/drawing/2014/main" id="{99BF8019-65AA-9B32-C80C-D9AA0C654AFD}"/>
              </a:ext>
            </a:extLst>
          </p:cNvPr>
          <p:cNvSpPr>
            <a:spLocks noGrp="1"/>
          </p:cNvSpPr>
          <p:nvPr>
            <p:ph type="title"/>
          </p:nvPr>
        </p:nvSpPr>
        <p:spPr>
          <a:xfrm>
            <a:off x="551384" y="549274"/>
            <a:ext cx="5112568" cy="930372"/>
          </a:xfrm>
        </p:spPr>
        <p:txBody>
          <a:bodyPr/>
          <a:lstStyle/>
          <a:p>
            <a:r>
              <a:rPr lang="en-US"/>
              <a:t>Click to edit Master title style</a:t>
            </a:r>
          </a:p>
        </p:txBody>
      </p:sp>
      <p:sp>
        <p:nvSpPr>
          <p:cNvPr id="13" name="Content Placeholder 5">
            <a:extLst>
              <a:ext uri="{FF2B5EF4-FFF2-40B4-BE49-F238E27FC236}">
                <a16:creationId xmlns:a16="http://schemas.microsoft.com/office/drawing/2014/main" id="{A479EEE0-B2C4-D132-D3CB-B4FB16D1D6A0}"/>
              </a:ext>
            </a:extLst>
          </p:cNvPr>
          <p:cNvSpPr>
            <a:spLocks noGrp="1"/>
          </p:cNvSpPr>
          <p:nvPr>
            <p:ph sz="quarter" idx="31"/>
          </p:nvPr>
        </p:nvSpPr>
        <p:spPr>
          <a:xfrm>
            <a:off x="551384" y="2132856"/>
            <a:ext cx="5112568"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hapter Placeholder 2">
            <a:extLst>
              <a:ext uri="{FF2B5EF4-FFF2-40B4-BE49-F238E27FC236}">
                <a16:creationId xmlns:a16="http://schemas.microsoft.com/office/drawing/2014/main" id="{4A59B460-E10E-1660-E567-B4AB0E3F3C38}"/>
              </a:ext>
            </a:extLst>
          </p:cNvPr>
          <p:cNvSpPr>
            <a:spLocks noGrp="1"/>
          </p:cNvSpPr>
          <p:nvPr>
            <p:ph type="body" sz="quarter" idx="13" hasCustomPrompt="1"/>
          </p:nvPr>
        </p:nvSpPr>
        <p:spPr>
          <a:xfrm>
            <a:off x="550863" y="266219"/>
            <a:ext cx="5111905" cy="151263"/>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Tree>
    <p:extLst>
      <p:ext uri="{BB962C8B-B14F-4D97-AF65-F5344CB8AC3E}">
        <p14:creationId xmlns:p14="http://schemas.microsoft.com/office/powerpoint/2010/main" val="2680717489"/>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Content Photo 3">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0DD7751A-AC4E-473A-B544-73973FAE9468}"/>
              </a:ext>
            </a:extLst>
          </p:cNvPr>
          <p:cNvSpPr>
            <a:spLocks noGrp="1"/>
          </p:cNvSpPr>
          <p:nvPr>
            <p:ph type="pic" sz="quarter" idx="19" hasCustomPrompt="1"/>
          </p:nvPr>
        </p:nvSpPr>
        <p:spPr>
          <a:xfrm>
            <a:off x="1" y="0"/>
            <a:ext cx="4242121" cy="6858000"/>
          </a:xfrm>
          <a:prstGeom prst="rect">
            <a:avLst/>
          </a:prstGeom>
          <a:solidFill>
            <a:schemeClr val="bg1">
              <a:lumMod val="95000"/>
            </a:schemeClr>
          </a:solidFill>
        </p:spPr>
        <p:txBody>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solidFill>
                  <a:schemeClr val="bg2">
                    <a:lumMod val="75000"/>
                  </a:schemeClr>
                </a:solidFill>
              </a:defRPr>
            </a:lvl1pPr>
          </a:lstStyle>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lang="en-US"/>
              <a:t>Click icon to add picture and send picture to back</a:t>
            </a:r>
          </a:p>
        </p:txBody>
      </p:sp>
      <p:sp>
        <p:nvSpPr>
          <p:cNvPr id="10" name="Date Placeholder 9">
            <a:extLst>
              <a:ext uri="{FF2B5EF4-FFF2-40B4-BE49-F238E27FC236}">
                <a16:creationId xmlns:a16="http://schemas.microsoft.com/office/drawing/2014/main" id="{7C228C6D-3BD8-F7A9-DA9D-DCE9B373CC09}"/>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1" name="Footer Placeholder 10">
            <a:extLst>
              <a:ext uri="{FF2B5EF4-FFF2-40B4-BE49-F238E27FC236}">
                <a16:creationId xmlns:a16="http://schemas.microsoft.com/office/drawing/2014/main" id="{81656793-2C07-1E16-6CE1-3C4AD69759DF}"/>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12" name="Slide Number Placeholder 11">
            <a:extLst>
              <a:ext uri="{FF2B5EF4-FFF2-40B4-BE49-F238E27FC236}">
                <a16:creationId xmlns:a16="http://schemas.microsoft.com/office/drawing/2014/main" id="{C166A976-F780-55C8-4310-792D90B73CC9}"/>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3" name="Text Placeholder 9">
            <a:extLst>
              <a:ext uri="{FF2B5EF4-FFF2-40B4-BE49-F238E27FC236}">
                <a16:creationId xmlns:a16="http://schemas.microsoft.com/office/drawing/2014/main" id="{A565FC55-C9E0-8386-F514-48C3B7C08BBF}"/>
              </a:ext>
            </a:extLst>
          </p:cNvPr>
          <p:cNvSpPr>
            <a:spLocks noGrp="1"/>
          </p:cNvSpPr>
          <p:nvPr>
            <p:ph type="body" sz="quarter" idx="22" hasCustomPrompt="1"/>
          </p:nvPr>
        </p:nvSpPr>
        <p:spPr>
          <a:xfrm>
            <a:off x="4655177" y="1634286"/>
            <a:ext cx="6984776"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6" name="Title 4">
            <a:extLst>
              <a:ext uri="{FF2B5EF4-FFF2-40B4-BE49-F238E27FC236}">
                <a16:creationId xmlns:a16="http://schemas.microsoft.com/office/drawing/2014/main" id="{2E864913-7A4C-BC47-749C-8EA82C1F3460}"/>
              </a:ext>
            </a:extLst>
          </p:cNvPr>
          <p:cNvSpPr>
            <a:spLocks noGrp="1"/>
          </p:cNvSpPr>
          <p:nvPr>
            <p:ph type="title"/>
          </p:nvPr>
        </p:nvSpPr>
        <p:spPr>
          <a:xfrm>
            <a:off x="4656361" y="549274"/>
            <a:ext cx="6984776" cy="930372"/>
          </a:xfrm>
        </p:spPr>
        <p:txBody>
          <a:bodyPr/>
          <a:lstStyle/>
          <a:p>
            <a:r>
              <a:rPr lang="en-US"/>
              <a:t>Click to edit Master title style</a:t>
            </a:r>
          </a:p>
        </p:txBody>
      </p:sp>
      <p:sp>
        <p:nvSpPr>
          <p:cNvPr id="8" name="Content Placeholder 5">
            <a:extLst>
              <a:ext uri="{FF2B5EF4-FFF2-40B4-BE49-F238E27FC236}">
                <a16:creationId xmlns:a16="http://schemas.microsoft.com/office/drawing/2014/main" id="{3DAD7E2F-319F-BE0B-BE23-06049D48435D}"/>
              </a:ext>
            </a:extLst>
          </p:cNvPr>
          <p:cNvSpPr>
            <a:spLocks noGrp="1"/>
          </p:cNvSpPr>
          <p:nvPr>
            <p:ph sz="quarter" idx="31"/>
          </p:nvPr>
        </p:nvSpPr>
        <p:spPr>
          <a:xfrm>
            <a:off x="4656361" y="2132856"/>
            <a:ext cx="6984776"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381565469"/>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Content Photo 3 Chapterbox">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0DD7751A-AC4E-473A-B544-73973FAE9468}"/>
              </a:ext>
            </a:extLst>
          </p:cNvPr>
          <p:cNvSpPr>
            <a:spLocks noGrp="1"/>
          </p:cNvSpPr>
          <p:nvPr>
            <p:ph type="pic" sz="quarter" idx="19" hasCustomPrompt="1"/>
          </p:nvPr>
        </p:nvSpPr>
        <p:spPr>
          <a:xfrm>
            <a:off x="1" y="0"/>
            <a:ext cx="4242121" cy="6858000"/>
          </a:xfrm>
          <a:prstGeom prst="rect">
            <a:avLst/>
          </a:prstGeom>
          <a:solidFill>
            <a:schemeClr val="bg1">
              <a:lumMod val="95000"/>
            </a:schemeClr>
          </a:solidFill>
        </p:spPr>
        <p:txBody>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solidFill>
                  <a:schemeClr val="bg2">
                    <a:lumMod val="75000"/>
                  </a:schemeClr>
                </a:solidFill>
              </a:defRPr>
            </a:lvl1pPr>
          </a:lstStyle>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lang="en-US"/>
              <a:t>Click icon to add picture and send picture to back</a:t>
            </a:r>
          </a:p>
        </p:txBody>
      </p:sp>
      <p:sp>
        <p:nvSpPr>
          <p:cNvPr id="10" name="Date Placeholder 9">
            <a:extLst>
              <a:ext uri="{FF2B5EF4-FFF2-40B4-BE49-F238E27FC236}">
                <a16:creationId xmlns:a16="http://schemas.microsoft.com/office/drawing/2014/main" id="{7C228C6D-3BD8-F7A9-DA9D-DCE9B373CC09}"/>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1" name="Footer Placeholder 10">
            <a:extLst>
              <a:ext uri="{FF2B5EF4-FFF2-40B4-BE49-F238E27FC236}">
                <a16:creationId xmlns:a16="http://schemas.microsoft.com/office/drawing/2014/main" id="{81656793-2C07-1E16-6CE1-3C4AD69759DF}"/>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12" name="Slide Number Placeholder 11">
            <a:extLst>
              <a:ext uri="{FF2B5EF4-FFF2-40B4-BE49-F238E27FC236}">
                <a16:creationId xmlns:a16="http://schemas.microsoft.com/office/drawing/2014/main" id="{C166A976-F780-55C8-4310-792D90B73CC9}"/>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8" name="Text Placeholder 9">
            <a:extLst>
              <a:ext uri="{FF2B5EF4-FFF2-40B4-BE49-F238E27FC236}">
                <a16:creationId xmlns:a16="http://schemas.microsoft.com/office/drawing/2014/main" id="{CBEA6FBE-B35F-FDFB-0A0C-E6D7CB1D2878}"/>
              </a:ext>
            </a:extLst>
          </p:cNvPr>
          <p:cNvSpPr>
            <a:spLocks noGrp="1"/>
          </p:cNvSpPr>
          <p:nvPr>
            <p:ph type="body" sz="quarter" idx="22" hasCustomPrompt="1"/>
          </p:nvPr>
        </p:nvSpPr>
        <p:spPr>
          <a:xfrm>
            <a:off x="4655177" y="1634286"/>
            <a:ext cx="6984776"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9" name="Title 4">
            <a:extLst>
              <a:ext uri="{FF2B5EF4-FFF2-40B4-BE49-F238E27FC236}">
                <a16:creationId xmlns:a16="http://schemas.microsoft.com/office/drawing/2014/main" id="{A1AA51F8-C182-DAF5-4FEA-53839C3797E8}"/>
              </a:ext>
            </a:extLst>
          </p:cNvPr>
          <p:cNvSpPr>
            <a:spLocks noGrp="1"/>
          </p:cNvSpPr>
          <p:nvPr>
            <p:ph type="title"/>
          </p:nvPr>
        </p:nvSpPr>
        <p:spPr>
          <a:xfrm>
            <a:off x="4656361" y="549274"/>
            <a:ext cx="6984776" cy="930372"/>
          </a:xfrm>
        </p:spPr>
        <p:txBody>
          <a:bodyPr/>
          <a:lstStyle/>
          <a:p>
            <a:r>
              <a:rPr lang="en-US"/>
              <a:t>Click to edit Master title style</a:t>
            </a:r>
          </a:p>
        </p:txBody>
      </p:sp>
      <p:sp>
        <p:nvSpPr>
          <p:cNvPr id="13" name="Content Placeholder 5">
            <a:extLst>
              <a:ext uri="{FF2B5EF4-FFF2-40B4-BE49-F238E27FC236}">
                <a16:creationId xmlns:a16="http://schemas.microsoft.com/office/drawing/2014/main" id="{CEB0183E-EAE6-947E-A4B9-331A991402A1}"/>
              </a:ext>
            </a:extLst>
          </p:cNvPr>
          <p:cNvSpPr>
            <a:spLocks noGrp="1"/>
          </p:cNvSpPr>
          <p:nvPr>
            <p:ph sz="quarter" idx="31"/>
          </p:nvPr>
        </p:nvSpPr>
        <p:spPr>
          <a:xfrm>
            <a:off x="4656361" y="2132856"/>
            <a:ext cx="6984776"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hapter Placeholder 2">
            <a:extLst>
              <a:ext uri="{FF2B5EF4-FFF2-40B4-BE49-F238E27FC236}">
                <a16:creationId xmlns:a16="http://schemas.microsoft.com/office/drawing/2014/main" id="{A135B96E-A880-0991-4B6E-A591E9B65964}"/>
              </a:ext>
            </a:extLst>
          </p:cNvPr>
          <p:cNvSpPr>
            <a:spLocks noGrp="1"/>
          </p:cNvSpPr>
          <p:nvPr>
            <p:ph type="body" sz="quarter" idx="13" hasCustomPrompt="1"/>
          </p:nvPr>
        </p:nvSpPr>
        <p:spPr>
          <a:xfrm>
            <a:off x="4655840" y="266219"/>
            <a:ext cx="6983870" cy="151263"/>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Tree>
    <p:extLst>
      <p:ext uri="{BB962C8B-B14F-4D97-AF65-F5344CB8AC3E}">
        <p14:creationId xmlns:p14="http://schemas.microsoft.com/office/powerpoint/2010/main" val="1849126935"/>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Content Photo 4">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3AAAC9D4-CD35-41A1-A14D-B18A58A2866E}"/>
              </a:ext>
            </a:extLst>
          </p:cNvPr>
          <p:cNvSpPr>
            <a:spLocks noGrp="1"/>
          </p:cNvSpPr>
          <p:nvPr>
            <p:ph type="pic" sz="quarter" idx="18" hasCustomPrompt="1"/>
          </p:nvPr>
        </p:nvSpPr>
        <p:spPr>
          <a:xfrm>
            <a:off x="0" y="0"/>
            <a:ext cx="6096000" cy="6858000"/>
          </a:xfrm>
          <a:prstGeom prst="rect">
            <a:avLst/>
          </a:prstGeom>
          <a:solidFill>
            <a:schemeClr val="bg1">
              <a:lumMod val="95000"/>
            </a:schemeClr>
          </a:solidFill>
        </p:spPr>
        <p:txBody>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solidFill>
                  <a:schemeClr val="bg2">
                    <a:lumMod val="75000"/>
                  </a:schemeClr>
                </a:solidFill>
              </a:defRPr>
            </a:lvl1pPr>
          </a:lstStyle>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lang="en-US"/>
              <a:t>Click icon to add picture and send picture to back</a:t>
            </a:r>
          </a:p>
        </p:txBody>
      </p:sp>
      <p:sp>
        <p:nvSpPr>
          <p:cNvPr id="10" name="Date Placeholder 9">
            <a:extLst>
              <a:ext uri="{FF2B5EF4-FFF2-40B4-BE49-F238E27FC236}">
                <a16:creationId xmlns:a16="http://schemas.microsoft.com/office/drawing/2014/main" id="{F18ACBAA-5616-6B76-6F3E-019A776E4E01}"/>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1" name="Footer Placeholder 10">
            <a:extLst>
              <a:ext uri="{FF2B5EF4-FFF2-40B4-BE49-F238E27FC236}">
                <a16:creationId xmlns:a16="http://schemas.microsoft.com/office/drawing/2014/main" id="{84A3242F-2D46-5913-5CA7-B4AB8C7C413D}"/>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12" name="Slide Number Placeholder 11">
            <a:extLst>
              <a:ext uri="{FF2B5EF4-FFF2-40B4-BE49-F238E27FC236}">
                <a16:creationId xmlns:a16="http://schemas.microsoft.com/office/drawing/2014/main" id="{D72DABC1-51BB-C9B2-6119-ED5F9C849345}"/>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3" name="Text Placeholder 9">
            <a:extLst>
              <a:ext uri="{FF2B5EF4-FFF2-40B4-BE49-F238E27FC236}">
                <a16:creationId xmlns:a16="http://schemas.microsoft.com/office/drawing/2014/main" id="{5AD8D628-6C3F-5725-7D6C-4D172AFCFA27}"/>
              </a:ext>
            </a:extLst>
          </p:cNvPr>
          <p:cNvSpPr>
            <a:spLocks noGrp="1"/>
          </p:cNvSpPr>
          <p:nvPr>
            <p:ph type="body" sz="quarter" idx="22" hasCustomPrompt="1"/>
          </p:nvPr>
        </p:nvSpPr>
        <p:spPr>
          <a:xfrm>
            <a:off x="6598871" y="1634286"/>
            <a:ext cx="5041081"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6" name="Title 4">
            <a:extLst>
              <a:ext uri="{FF2B5EF4-FFF2-40B4-BE49-F238E27FC236}">
                <a16:creationId xmlns:a16="http://schemas.microsoft.com/office/drawing/2014/main" id="{A4159BB2-FE6F-6556-D582-03780A441E3A}"/>
              </a:ext>
            </a:extLst>
          </p:cNvPr>
          <p:cNvSpPr>
            <a:spLocks noGrp="1"/>
          </p:cNvSpPr>
          <p:nvPr>
            <p:ph type="title"/>
          </p:nvPr>
        </p:nvSpPr>
        <p:spPr>
          <a:xfrm>
            <a:off x="6600055" y="549274"/>
            <a:ext cx="5041081" cy="930372"/>
          </a:xfrm>
        </p:spPr>
        <p:txBody>
          <a:bodyPr/>
          <a:lstStyle/>
          <a:p>
            <a:r>
              <a:rPr lang="en-US"/>
              <a:t>Click to edit Master title style</a:t>
            </a:r>
          </a:p>
        </p:txBody>
      </p:sp>
      <p:sp>
        <p:nvSpPr>
          <p:cNvPr id="7" name="Content Placeholder 5">
            <a:extLst>
              <a:ext uri="{FF2B5EF4-FFF2-40B4-BE49-F238E27FC236}">
                <a16:creationId xmlns:a16="http://schemas.microsoft.com/office/drawing/2014/main" id="{387C021A-14D7-948B-96C0-F734A59BFDC8}"/>
              </a:ext>
            </a:extLst>
          </p:cNvPr>
          <p:cNvSpPr>
            <a:spLocks noGrp="1"/>
          </p:cNvSpPr>
          <p:nvPr>
            <p:ph sz="quarter" idx="31"/>
          </p:nvPr>
        </p:nvSpPr>
        <p:spPr>
          <a:xfrm>
            <a:off x="6600055" y="2132856"/>
            <a:ext cx="5041081"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967164154"/>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Content Photo Chapterbox">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3AAAC9D4-CD35-41A1-A14D-B18A58A2866E}"/>
              </a:ext>
            </a:extLst>
          </p:cNvPr>
          <p:cNvSpPr>
            <a:spLocks noGrp="1"/>
          </p:cNvSpPr>
          <p:nvPr>
            <p:ph type="pic" sz="quarter" idx="18" hasCustomPrompt="1"/>
          </p:nvPr>
        </p:nvSpPr>
        <p:spPr>
          <a:xfrm>
            <a:off x="0" y="0"/>
            <a:ext cx="6096000" cy="6858000"/>
          </a:xfrm>
          <a:prstGeom prst="rect">
            <a:avLst/>
          </a:prstGeom>
          <a:solidFill>
            <a:schemeClr val="bg1">
              <a:lumMod val="95000"/>
            </a:schemeClr>
          </a:solidFill>
        </p:spPr>
        <p:txBody>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solidFill>
                  <a:schemeClr val="bg2">
                    <a:lumMod val="75000"/>
                  </a:schemeClr>
                </a:solidFill>
              </a:defRPr>
            </a:lvl1pPr>
          </a:lstStyle>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lang="en-US"/>
              <a:t>Click icon to add picture and send picture to back</a:t>
            </a:r>
          </a:p>
        </p:txBody>
      </p:sp>
      <p:sp>
        <p:nvSpPr>
          <p:cNvPr id="10" name="Date Placeholder 9">
            <a:extLst>
              <a:ext uri="{FF2B5EF4-FFF2-40B4-BE49-F238E27FC236}">
                <a16:creationId xmlns:a16="http://schemas.microsoft.com/office/drawing/2014/main" id="{F18ACBAA-5616-6B76-6F3E-019A776E4E01}"/>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1" name="Footer Placeholder 10">
            <a:extLst>
              <a:ext uri="{FF2B5EF4-FFF2-40B4-BE49-F238E27FC236}">
                <a16:creationId xmlns:a16="http://schemas.microsoft.com/office/drawing/2014/main" id="{84A3242F-2D46-5913-5CA7-B4AB8C7C413D}"/>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12" name="Slide Number Placeholder 11">
            <a:extLst>
              <a:ext uri="{FF2B5EF4-FFF2-40B4-BE49-F238E27FC236}">
                <a16:creationId xmlns:a16="http://schemas.microsoft.com/office/drawing/2014/main" id="{D72DABC1-51BB-C9B2-6119-ED5F9C849345}"/>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3" name="Text Placeholder 9">
            <a:extLst>
              <a:ext uri="{FF2B5EF4-FFF2-40B4-BE49-F238E27FC236}">
                <a16:creationId xmlns:a16="http://schemas.microsoft.com/office/drawing/2014/main" id="{47F7FF35-2721-0BAA-75C4-6C366F98F288}"/>
              </a:ext>
            </a:extLst>
          </p:cNvPr>
          <p:cNvSpPr>
            <a:spLocks noGrp="1"/>
          </p:cNvSpPr>
          <p:nvPr>
            <p:ph type="body" sz="quarter" idx="22" hasCustomPrompt="1"/>
          </p:nvPr>
        </p:nvSpPr>
        <p:spPr>
          <a:xfrm>
            <a:off x="6598871" y="1634286"/>
            <a:ext cx="5041081"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7" name="Title 4">
            <a:extLst>
              <a:ext uri="{FF2B5EF4-FFF2-40B4-BE49-F238E27FC236}">
                <a16:creationId xmlns:a16="http://schemas.microsoft.com/office/drawing/2014/main" id="{40E338D3-47D6-48A9-A9A2-DE7DEE2FD7CA}"/>
              </a:ext>
            </a:extLst>
          </p:cNvPr>
          <p:cNvSpPr>
            <a:spLocks noGrp="1"/>
          </p:cNvSpPr>
          <p:nvPr>
            <p:ph type="title"/>
          </p:nvPr>
        </p:nvSpPr>
        <p:spPr>
          <a:xfrm>
            <a:off x="6600055" y="549274"/>
            <a:ext cx="5041081" cy="930372"/>
          </a:xfrm>
        </p:spPr>
        <p:txBody>
          <a:bodyPr/>
          <a:lstStyle/>
          <a:p>
            <a:r>
              <a:rPr lang="en-US"/>
              <a:t>Click to edit Master title style</a:t>
            </a:r>
          </a:p>
        </p:txBody>
      </p:sp>
      <p:sp>
        <p:nvSpPr>
          <p:cNvPr id="9" name="Content Placeholder 5">
            <a:extLst>
              <a:ext uri="{FF2B5EF4-FFF2-40B4-BE49-F238E27FC236}">
                <a16:creationId xmlns:a16="http://schemas.microsoft.com/office/drawing/2014/main" id="{033232B2-7C3B-2B58-B586-A9D5EB0DC635}"/>
              </a:ext>
            </a:extLst>
          </p:cNvPr>
          <p:cNvSpPr>
            <a:spLocks noGrp="1"/>
          </p:cNvSpPr>
          <p:nvPr>
            <p:ph sz="quarter" idx="31"/>
          </p:nvPr>
        </p:nvSpPr>
        <p:spPr>
          <a:xfrm>
            <a:off x="6600055" y="2132856"/>
            <a:ext cx="5041081"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Chapter Placeholder 2">
            <a:extLst>
              <a:ext uri="{FF2B5EF4-FFF2-40B4-BE49-F238E27FC236}">
                <a16:creationId xmlns:a16="http://schemas.microsoft.com/office/drawing/2014/main" id="{F68C8930-7643-1654-C79F-A429828E03BC}"/>
              </a:ext>
            </a:extLst>
          </p:cNvPr>
          <p:cNvSpPr>
            <a:spLocks noGrp="1"/>
          </p:cNvSpPr>
          <p:nvPr>
            <p:ph type="body" sz="quarter" idx="13" hasCustomPrompt="1"/>
          </p:nvPr>
        </p:nvSpPr>
        <p:spPr>
          <a:xfrm>
            <a:off x="6599282" y="266219"/>
            <a:ext cx="5040427" cy="151263"/>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Tree>
    <p:extLst>
      <p:ext uri="{BB962C8B-B14F-4D97-AF65-F5344CB8AC3E}">
        <p14:creationId xmlns:p14="http://schemas.microsoft.com/office/powerpoint/2010/main" val="4000110541"/>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Content Photo 6">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3AAAC9D4-CD35-41A1-A14D-B18A58A2866E}"/>
              </a:ext>
            </a:extLst>
          </p:cNvPr>
          <p:cNvSpPr>
            <a:spLocks noGrp="1"/>
          </p:cNvSpPr>
          <p:nvPr>
            <p:ph type="pic" sz="quarter" idx="18" hasCustomPrompt="1"/>
          </p:nvPr>
        </p:nvSpPr>
        <p:spPr>
          <a:xfrm>
            <a:off x="0" y="1"/>
            <a:ext cx="12191999" cy="4383654"/>
          </a:xfrm>
          <a:prstGeom prst="rect">
            <a:avLst/>
          </a:prstGeom>
          <a:solidFill>
            <a:schemeClr val="bg1">
              <a:lumMod val="95000"/>
            </a:schemeClr>
          </a:solidFill>
        </p:spPr>
        <p:txBody>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solidFill>
                  <a:schemeClr val="bg2">
                    <a:lumMod val="75000"/>
                  </a:schemeClr>
                </a:solidFill>
              </a:defRPr>
            </a:lvl1pPr>
          </a:lstStyle>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lang="en-US"/>
              <a:t>Click icon to add picture and send picture to back</a:t>
            </a:r>
          </a:p>
        </p:txBody>
      </p:sp>
      <p:sp>
        <p:nvSpPr>
          <p:cNvPr id="2" name="Title 1">
            <a:extLst>
              <a:ext uri="{FF2B5EF4-FFF2-40B4-BE49-F238E27FC236}">
                <a16:creationId xmlns:a16="http://schemas.microsoft.com/office/drawing/2014/main" id="{CA1A3C3A-247E-AD3F-3C93-BDD315BB7F29}"/>
              </a:ext>
            </a:extLst>
          </p:cNvPr>
          <p:cNvSpPr>
            <a:spLocks noGrp="1"/>
          </p:cNvSpPr>
          <p:nvPr>
            <p:ph type="title"/>
          </p:nvPr>
        </p:nvSpPr>
        <p:spPr>
          <a:xfrm>
            <a:off x="550863" y="4581128"/>
            <a:ext cx="4981137" cy="785352"/>
          </a:xfrm>
        </p:spPr>
        <p:txBody>
          <a:bodyPr anchor="t"/>
          <a:lstStyle/>
          <a:p>
            <a:r>
              <a:rPr lang="en-US"/>
              <a:t>Click to edit Master title style</a:t>
            </a:r>
            <a:endParaRPr lang="de-DE"/>
          </a:p>
        </p:txBody>
      </p:sp>
      <p:sp>
        <p:nvSpPr>
          <p:cNvPr id="9" name="Text Placeholder 9">
            <a:extLst>
              <a:ext uri="{FF2B5EF4-FFF2-40B4-BE49-F238E27FC236}">
                <a16:creationId xmlns:a16="http://schemas.microsoft.com/office/drawing/2014/main" id="{34F1BAE4-1DA8-A534-E46A-001AE4E9CADB}"/>
              </a:ext>
            </a:extLst>
          </p:cNvPr>
          <p:cNvSpPr>
            <a:spLocks noGrp="1"/>
          </p:cNvSpPr>
          <p:nvPr>
            <p:ph type="body" sz="quarter" idx="24"/>
          </p:nvPr>
        </p:nvSpPr>
        <p:spPr>
          <a:xfrm>
            <a:off x="550863" y="5854682"/>
            <a:ext cx="5112000" cy="307777"/>
          </a:xfrm>
          <a:prstGeom prst="rect">
            <a:avLst/>
          </a:prstGeom>
        </p:spPr>
        <p:txBody>
          <a:bodyPr wrap="square" anchor="b">
            <a:spAutoFit/>
          </a:bodyPr>
          <a:lstStyle>
            <a:lvl1pPr>
              <a:defRPr sz="2000" b="0">
                <a:solidFill>
                  <a:schemeClr val="tx2"/>
                </a:solidFill>
                <a:latin typeface="+mj-lt"/>
              </a:defRPr>
            </a:lvl1pPr>
          </a:lstStyle>
          <a:p>
            <a:pPr lvl="0"/>
            <a:r>
              <a:rPr lang="en-US"/>
              <a:t>Click to edit Master text styles</a:t>
            </a:r>
          </a:p>
        </p:txBody>
      </p:sp>
      <p:sp>
        <p:nvSpPr>
          <p:cNvPr id="10" name="Content Placeholder 17">
            <a:extLst>
              <a:ext uri="{FF2B5EF4-FFF2-40B4-BE49-F238E27FC236}">
                <a16:creationId xmlns:a16="http://schemas.microsoft.com/office/drawing/2014/main" id="{60E57257-3112-054C-0B58-3B89619EC3E7}"/>
              </a:ext>
            </a:extLst>
          </p:cNvPr>
          <p:cNvSpPr>
            <a:spLocks noGrp="1"/>
          </p:cNvSpPr>
          <p:nvPr>
            <p:ph sz="quarter" idx="25"/>
          </p:nvPr>
        </p:nvSpPr>
        <p:spPr>
          <a:xfrm>
            <a:off x="6093246" y="4581128"/>
            <a:ext cx="5112000" cy="1762522"/>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
        <p:nvSpPr>
          <p:cNvPr id="6" name="Date Placeholder 5">
            <a:extLst>
              <a:ext uri="{FF2B5EF4-FFF2-40B4-BE49-F238E27FC236}">
                <a16:creationId xmlns:a16="http://schemas.microsoft.com/office/drawing/2014/main" id="{2F70AC82-D733-3487-AE00-D177A5A43581}"/>
              </a:ext>
            </a:extLst>
          </p:cNvPr>
          <p:cNvSpPr>
            <a:spLocks noGrp="1"/>
          </p:cNvSpPr>
          <p:nvPr>
            <p:ph type="dt" sz="half" idx="26"/>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3" name="Footer Placeholder 12">
            <a:extLst>
              <a:ext uri="{FF2B5EF4-FFF2-40B4-BE49-F238E27FC236}">
                <a16:creationId xmlns:a16="http://schemas.microsoft.com/office/drawing/2014/main" id="{31E8CB07-AB40-15A0-08C7-BF54DC438B34}"/>
              </a:ext>
            </a:extLst>
          </p:cNvPr>
          <p:cNvSpPr>
            <a:spLocks noGrp="1"/>
          </p:cNvSpPr>
          <p:nvPr>
            <p:ph type="ftr" sz="quarter" idx="27"/>
          </p:nvPr>
        </p:nvSpPr>
        <p:spPr/>
        <p:txBody>
          <a:bodyPr/>
          <a:lstStyle/>
          <a:p>
            <a:pPr>
              <a:spcBef>
                <a:spcPts val="1000"/>
              </a:spcBef>
              <a:buFont typeface="Arial" panose="020B0604020202020204" pitchFamily="34" charset="0"/>
              <a:buNone/>
            </a:pPr>
            <a:r>
              <a:rPr lang="en-US"/>
              <a:t>Presentation Title | Author | Date</a:t>
            </a:r>
          </a:p>
        </p:txBody>
      </p:sp>
      <p:sp>
        <p:nvSpPr>
          <p:cNvPr id="15" name="Slide Number Placeholder 14">
            <a:extLst>
              <a:ext uri="{FF2B5EF4-FFF2-40B4-BE49-F238E27FC236}">
                <a16:creationId xmlns:a16="http://schemas.microsoft.com/office/drawing/2014/main" id="{C41FA911-A4A1-34D1-BF04-9F22140C28D1}"/>
              </a:ext>
            </a:extLst>
          </p:cNvPr>
          <p:cNvSpPr>
            <a:spLocks noGrp="1"/>
          </p:cNvSpPr>
          <p:nvPr>
            <p:ph type="sldNum" sz="quarter" idx="28"/>
          </p:nvPr>
        </p:nvSpPr>
        <p:spPr/>
        <p:txBody>
          <a:bodyPr/>
          <a:lstStyle/>
          <a:p>
            <a:pPr algn="r"/>
            <a:fld id="{5D9A5160-6218-4E5A-B9E6-B93E3DAE377C}" type="slidenum">
              <a:rPr lang="en-US" smtClean="0"/>
              <a:pPr algn="r"/>
              <a:t>‹#›</a:t>
            </a:fld>
            <a:endParaRPr lang="en-US"/>
          </a:p>
        </p:txBody>
      </p:sp>
      <p:sp>
        <p:nvSpPr>
          <p:cNvPr id="3" name="Logo Placeholder 7">
            <a:extLst>
              <a:ext uri="{FF2B5EF4-FFF2-40B4-BE49-F238E27FC236}">
                <a16:creationId xmlns:a16="http://schemas.microsoft.com/office/drawing/2014/main" id="{33B9F062-225C-9146-1129-335505116C76}"/>
              </a:ext>
            </a:extLst>
          </p:cNvPr>
          <p:cNvSpPr>
            <a:spLocks noGrp="1"/>
          </p:cNvSpPr>
          <p:nvPr>
            <p:ph type="body" sz="quarter" idx="40" hasCustomPrompt="1"/>
          </p:nvPr>
        </p:nvSpPr>
        <p:spPr>
          <a:xfrm>
            <a:off x="11765626" y="128961"/>
            <a:ext cx="269046" cy="335806"/>
          </a:xfrm>
          <a:blipFill>
            <a:blip r:embed="rId2"/>
            <a:srcRect/>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a:t>Spade</a:t>
            </a:r>
          </a:p>
        </p:txBody>
      </p:sp>
    </p:spTree>
    <p:extLst>
      <p:ext uri="{BB962C8B-B14F-4D97-AF65-F5344CB8AC3E}">
        <p14:creationId xmlns:p14="http://schemas.microsoft.com/office/powerpoint/2010/main" val="232428319"/>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Text 1">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8ABFE959-AAB6-76DF-7517-8AE8C424F99C}"/>
              </a:ext>
            </a:extLst>
          </p:cNvPr>
          <p:cNvSpPr>
            <a:spLocks noGrp="1"/>
          </p:cNvSpPr>
          <p:nvPr>
            <p:ph type="title"/>
          </p:nvPr>
        </p:nvSpPr>
        <p:spPr>
          <a:xfrm>
            <a:off x="2402003" y="1916112"/>
            <a:ext cx="7387993" cy="1512887"/>
          </a:xfrm>
        </p:spPr>
        <p:txBody>
          <a:bodyPr wrap="square" anchor="b">
            <a:noAutofit/>
          </a:bodyPr>
          <a:lstStyle>
            <a:lvl1pPr algn="ctr">
              <a:defRPr sz="3200"/>
            </a:lvl1pPr>
          </a:lstStyle>
          <a:p>
            <a:r>
              <a:rPr lang="en-US"/>
              <a:t>Click to edit Master title style</a:t>
            </a:r>
          </a:p>
        </p:txBody>
      </p:sp>
      <p:sp>
        <p:nvSpPr>
          <p:cNvPr id="6" name="Text Placeholder 8">
            <a:extLst>
              <a:ext uri="{FF2B5EF4-FFF2-40B4-BE49-F238E27FC236}">
                <a16:creationId xmlns:a16="http://schemas.microsoft.com/office/drawing/2014/main" id="{B8EC071D-C9EA-D72D-472D-47AC8DAE4AFA}"/>
              </a:ext>
            </a:extLst>
          </p:cNvPr>
          <p:cNvSpPr>
            <a:spLocks noGrp="1"/>
          </p:cNvSpPr>
          <p:nvPr>
            <p:ph type="body" sz="quarter" idx="13"/>
          </p:nvPr>
        </p:nvSpPr>
        <p:spPr>
          <a:xfrm>
            <a:off x="2402003" y="4025468"/>
            <a:ext cx="7387993" cy="916420"/>
          </a:xfrm>
          <a:prstGeom prst="rect">
            <a:avLst/>
          </a:prstGeom>
        </p:spPr>
        <p:txBody>
          <a:bodyPr wrap="square">
            <a:noAutofit/>
          </a:bodyPr>
          <a:lstStyle>
            <a:lvl1pPr algn="ctr">
              <a:defRPr sz="2000"/>
            </a:lvl1pPr>
            <a:lvl2pPr>
              <a:defRPr sz="2000"/>
            </a:lvl2pPr>
            <a:lvl3pPr>
              <a:defRPr sz="2000"/>
            </a:lvl3pPr>
            <a:lvl4pPr>
              <a:defRPr sz="2000"/>
            </a:lvl4pPr>
            <a:lvl5pPr>
              <a:defRPr sz="2000"/>
            </a:lvl5pPr>
          </a:lstStyle>
          <a:p>
            <a:pPr lvl="0"/>
            <a:r>
              <a:rPr lang="en-US"/>
              <a:t>Click to edit Master text styles</a:t>
            </a:r>
          </a:p>
        </p:txBody>
      </p:sp>
      <p:sp>
        <p:nvSpPr>
          <p:cNvPr id="7" name="Date Placeholder 6">
            <a:extLst>
              <a:ext uri="{FF2B5EF4-FFF2-40B4-BE49-F238E27FC236}">
                <a16:creationId xmlns:a16="http://schemas.microsoft.com/office/drawing/2014/main" id="{1C4C92CE-41EC-4D2F-4311-92100A79FE86}"/>
              </a:ext>
            </a:extLst>
          </p:cNvPr>
          <p:cNvSpPr>
            <a:spLocks noGrp="1"/>
          </p:cNvSpPr>
          <p:nvPr>
            <p:ph type="dt" sz="half" idx="1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8" name="Footer Placeholder 7">
            <a:extLst>
              <a:ext uri="{FF2B5EF4-FFF2-40B4-BE49-F238E27FC236}">
                <a16:creationId xmlns:a16="http://schemas.microsoft.com/office/drawing/2014/main" id="{8C0A6AFF-C176-E59D-2165-DE17D66BCAA1}"/>
              </a:ext>
            </a:extLst>
          </p:cNvPr>
          <p:cNvSpPr>
            <a:spLocks noGrp="1"/>
          </p:cNvSpPr>
          <p:nvPr>
            <p:ph type="ftr" sz="quarter" idx="15"/>
          </p:nvPr>
        </p:nvSpPr>
        <p:spPr/>
        <p:txBody>
          <a:bodyPr/>
          <a:lstStyle/>
          <a:p>
            <a:pPr>
              <a:spcBef>
                <a:spcPts val="1000"/>
              </a:spcBef>
              <a:buFont typeface="Arial" panose="020B0604020202020204" pitchFamily="34" charset="0"/>
              <a:buNone/>
            </a:pPr>
            <a:r>
              <a:rPr lang="en-US"/>
              <a:t>Presentation Title | Author | Date</a:t>
            </a:r>
          </a:p>
        </p:txBody>
      </p:sp>
      <p:sp>
        <p:nvSpPr>
          <p:cNvPr id="9" name="Slide Number Placeholder 8">
            <a:extLst>
              <a:ext uri="{FF2B5EF4-FFF2-40B4-BE49-F238E27FC236}">
                <a16:creationId xmlns:a16="http://schemas.microsoft.com/office/drawing/2014/main" id="{22B9BB3B-51E8-595D-BE01-2881F99A8D5E}"/>
              </a:ext>
            </a:extLst>
          </p:cNvPr>
          <p:cNvSpPr>
            <a:spLocks noGrp="1"/>
          </p:cNvSpPr>
          <p:nvPr>
            <p:ph type="sldNum" sz="quarter" idx="16"/>
          </p:nvPr>
        </p:nvSpPr>
        <p:spPr/>
        <p:txBody>
          <a:bodyPr/>
          <a:lstStyle/>
          <a:p>
            <a:pPr algn="r"/>
            <a:fld id="{5D9A5160-6218-4E5A-B9E6-B93E3DAE377C}" type="slidenum">
              <a:rPr lang="en-US" smtClean="0"/>
              <a:pPr algn="r"/>
              <a:t>‹#›</a:t>
            </a:fld>
            <a:endParaRPr lang="en-US"/>
          </a:p>
        </p:txBody>
      </p:sp>
    </p:spTree>
    <p:extLst>
      <p:ext uri="{BB962C8B-B14F-4D97-AF65-F5344CB8AC3E}">
        <p14:creationId xmlns:p14="http://schemas.microsoft.com/office/powerpoint/2010/main" val="3935903791"/>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preserve="1" userDrawn="1">
  <p:cSld name="End Slide 2">
    <p:spTree>
      <p:nvGrpSpPr>
        <p:cNvPr id="1" name=""/>
        <p:cNvGrpSpPr/>
        <p:nvPr/>
      </p:nvGrpSpPr>
      <p:grpSpPr>
        <a:xfrm>
          <a:off x="0" y="0"/>
          <a:ext cx="0" cy="0"/>
          <a:chOff x="0" y="0"/>
          <a:chExt cx="0" cy="0"/>
        </a:xfrm>
      </p:grpSpPr>
      <p:sp>
        <p:nvSpPr>
          <p:cNvPr id="25" name="Rectangle 24">
            <a:extLst>
              <a:ext uri="{FF2B5EF4-FFF2-40B4-BE49-F238E27FC236}">
                <a16:creationId xmlns:a16="http://schemas.microsoft.com/office/drawing/2014/main" id="{E828FFA5-3FBC-D174-A267-398AD796B6A1}"/>
              </a:ext>
            </a:extLst>
          </p:cNvPr>
          <p:cNvSpPr/>
          <p:nvPr userDrawn="1"/>
        </p:nvSpPr>
        <p:spPr>
          <a:xfrm>
            <a:off x="550862" y="3325369"/>
            <a:ext cx="4345176" cy="40729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l" defTabSz="914400" rtl="0" eaLnBrk="1" fontAlgn="auto" latinLnBrk="0" hangingPunct="1">
              <a:lnSpc>
                <a:spcPts val="1200"/>
              </a:lnSpc>
              <a:spcBef>
                <a:spcPts val="0"/>
              </a:spcBef>
              <a:spcAft>
                <a:spcPts val="0"/>
              </a:spcAft>
              <a:buClrTx/>
              <a:buSzTx/>
              <a:buFontTx/>
              <a:buNone/>
              <a:tabLst/>
              <a:defRPr/>
            </a:pPr>
            <a:r>
              <a:rPr lang="en-US" sz="1100" b="1" i="0" kern="1200">
                <a:solidFill>
                  <a:schemeClr val="tx2"/>
                </a:solidFill>
                <a:latin typeface="+mn-lt"/>
                <a:ea typeface="+mn-ea"/>
                <a:cs typeface="+mn-cs"/>
              </a:rPr>
              <a:t>Make it real.</a:t>
            </a:r>
          </a:p>
          <a:p>
            <a:pPr marL="0" marR="0" lvl="0" indent="0" algn="l" defTabSz="914400" rtl="0" eaLnBrk="1" fontAlgn="auto" latinLnBrk="0" hangingPunct="1">
              <a:lnSpc>
                <a:spcPts val="1200"/>
              </a:lnSpc>
              <a:spcBef>
                <a:spcPts val="0"/>
              </a:spcBef>
              <a:spcAft>
                <a:spcPts val="0"/>
              </a:spcAft>
              <a:buClrTx/>
              <a:buSzTx/>
              <a:buFontTx/>
              <a:buNone/>
              <a:tabLst/>
              <a:defRPr/>
            </a:pPr>
            <a:r>
              <a:rPr lang="en-US" sz="1050" b="0" i="0" err="1">
                <a:solidFill>
                  <a:schemeClr val="tx1"/>
                </a:solidFill>
                <a:latin typeface="+mn-lt"/>
              </a:rPr>
              <a:t>w</a:t>
            </a:r>
            <a:r>
              <a:rPr lang="en-US" sz="1050" err="1">
                <a:solidFill>
                  <a:schemeClr val="tx1"/>
                </a:solidFill>
                <a:latin typeface="+mn-lt"/>
              </a:rPr>
              <a:t>ww.capgemini.com</a:t>
            </a:r>
            <a:endParaRPr lang="en-US" sz="1050">
              <a:solidFill>
                <a:schemeClr val="tx1"/>
              </a:solidFill>
              <a:latin typeface="+mn-lt"/>
            </a:endParaRPr>
          </a:p>
        </p:txBody>
      </p:sp>
      <p:grpSp>
        <p:nvGrpSpPr>
          <p:cNvPr id="43" name="Group 2">
            <a:extLst>
              <a:ext uri="{FF2B5EF4-FFF2-40B4-BE49-F238E27FC236}">
                <a16:creationId xmlns:a16="http://schemas.microsoft.com/office/drawing/2014/main" id="{CD4310B4-5ADE-C2D0-DB4C-AF69D93A1DF5}"/>
              </a:ext>
            </a:extLst>
          </p:cNvPr>
          <p:cNvGrpSpPr>
            <a:grpSpLocks noChangeAspect="1"/>
          </p:cNvGrpSpPr>
          <p:nvPr userDrawn="1"/>
        </p:nvGrpSpPr>
        <p:grpSpPr>
          <a:xfrm>
            <a:off x="550862" y="6021288"/>
            <a:ext cx="1872000" cy="420870"/>
            <a:chOff x="5094083" y="5360390"/>
            <a:chExt cx="3039349" cy="683316"/>
          </a:xfrm>
          <a:solidFill>
            <a:schemeClr val="tx2"/>
          </a:solidFill>
        </p:grpSpPr>
        <p:sp>
          <p:nvSpPr>
            <p:cNvPr id="44" name="Freeform: Shape 4">
              <a:extLst>
                <a:ext uri="{FF2B5EF4-FFF2-40B4-BE49-F238E27FC236}">
                  <a16:creationId xmlns:a16="http://schemas.microsoft.com/office/drawing/2014/main" id="{089E09DC-D2DF-E25B-B85C-6EA1D98E1CA5}"/>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grpFill/>
            <a:ln w="9525" cap="flat">
              <a:noFill/>
              <a:prstDash val="solid"/>
              <a:miter/>
            </a:ln>
          </p:spPr>
          <p:txBody>
            <a:bodyPr rtlCol="0" anchor="ctr"/>
            <a:lstStyle/>
            <a:p>
              <a:endParaRPr lang="en-US" sz="1800"/>
            </a:p>
          </p:txBody>
        </p:sp>
        <p:sp>
          <p:nvSpPr>
            <p:cNvPr id="45" name="Freeform: Shape 5">
              <a:extLst>
                <a:ext uri="{FF2B5EF4-FFF2-40B4-BE49-F238E27FC236}">
                  <a16:creationId xmlns:a16="http://schemas.microsoft.com/office/drawing/2014/main" id="{CFFDC692-B337-393E-311F-6135E50AC699}"/>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grpFill/>
            <a:ln w="9525" cap="flat">
              <a:noFill/>
              <a:prstDash val="solid"/>
              <a:miter/>
            </a:ln>
          </p:spPr>
          <p:txBody>
            <a:bodyPr rtlCol="0" anchor="ctr"/>
            <a:lstStyle/>
            <a:p>
              <a:endParaRPr lang="en-US" sz="1800"/>
            </a:p>
          </p:txBody>
        </p:sp>
        <p:sp>
          <p:nvSpPr>
            <p:cNvPr id="46" name="Freeform: Shape 6">
              <a:extLst>
                <a:ext uri="{FF2B5EF4-FFF2-40B4-BE49-F238E27FC236}">
                  <a16:creationId xmlns:a16="http://schemas.microsoft.com/office/drawing/2014/main" id="{79F624AF-8CAF-1C4F-6AF4-0D3BAB6883DE}"/>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grpFill/>
            <a:ln w="9525" cap="flat">
              <a:noFill/>
              <a:prstDash val="solid"/>
              <a:miter/>
            </a:ln>
          </p:spPr>
          <p:txBody>
            <a:bodyPr rtlCol="0" anchor="ctr"/>
            <a:lstStyle/>
            <a:p>
              <a:endParaRPr lang="en-US" sz="1800"/>
            </a:p>
          </p:txBody>
        </p:sp>
        <p:sp>
          <p:nvSpPr>
            <p:cNvPr id="47" name="Freeform: Shape 7">
              <a:extLst>
                <a:ext uri="{FF2B5EF4-FFF2-40B4-BE49-F238E27FC236}">
                  <a16:creationId xmlns:a16="http://schemas.microsoft.com/office/drawing/2014/main" id="{CC7B72C0-ED2F-06D1-872B-CC0A248A4A55}"/>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grpFill/>
            <a:ln w="9525" cap="flat">
              <a:noFill/>
              <a:prstDash val="solid"/>
              <a:miter/>
            </a:ln>
          </p:spPr>
          <p:txBody>
            <a:bodyPr rtlCol="0" anchor="ctr"/>
            <a:lstStyle/>
            <a:p>
              <a:endParaRPr lang="en-US" sz="1800"/>
            </a:p>
          </p:txBody>
        </p:sp>
        <p:sp>
          <p:nvSpPr>
            <p:cNvPr id="48" name="Freeform: Shape 8">
              <a:extLst>
                <a:ext uri="{FF2B5EF4-FFF2-40B4-BE49-F238E27FC236}">
                  <a16:creationId xmlns:a16="http://schemas.microsoft.com/office/drawing/2014/main" id="{4387627B-473F-668B-D2BC-7D0705259BFC}"/>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grpFill/>
            <a:ln w="9525" cap="flat">
              <a:noFill/>
              <a:prstDash val="solid"/>
              <a:miter/>
            </a:ln>
          </p:spPr>
          <p:txBody>
            <a:bodyPr rtlCol="0" anchor="ctr"/>
            <a:lstStyle/>
            <a:p>
              <a:endParaRPr lang="en-US" sz="1800"/>
            </a:p>
          </p:txBody>
        </p:sp>
      </p:grpSp>
      <p:grpSp>
        <p:nvGrpSpPr>
          <p:cNvPr id="2" name="Group 1">
            <a:extLst>
              <a:ext uri="{FF2B5EF4-FFF2-40B4-BE49-F238E27FC236}">
                <a16:creationId xmlns:a16="http://schemas.microsoft.com/office/drawing/2014/main" id="{33CF6172-FAD6-301F-3990-BA19BDCBDD10}"/>
              </a:ext>
            </a:extLst>
          </p:cNvPr>
          <p:cNvGrpSpPr/>
          <p:nvPr userDrawn="1"/>
        </p:nvGrpSpPr>
        <p:grpSpPr>
          <a:xfrm>
            <a:off x="8904288" y="5569004"/>
            <a:ext cx="1951070" cy="335280"/>
            <a:chOff x="8904288" y="5569004"/>
            <a:chExt cx="1951070" cy="335280"/>
          </a:xfrm>
        </p:grpSpPr>
        <p:pic>
          <p:nvPicPr>
            <p:cNvPr id="3" name="Picture 2">
              <a:hlinkClick r:id="rId2"/>
              <a:extLst>
                <a:ext uri="{FF2B5EF4-FFF2-40B4-BE49-F238E27FC236}">
                  <a16:creationId xmlns:a16="http://schemas.microsoft.com/office/drawing/2014/main" id="{C80B44BA-49DA-9F84-82D3-870627147924}"/>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l="-15803" t="-15499" r="-15008" b="-15313"/>
            <a:stretch>
              <a:fillRect/>
            </a:stretch>
          </p:blipFill>
          <p:spPr>
            <a:xfrm>
              <a:off x="10520558" y="5569004"/>
              <a:ext cx="334800" cy="334800"/>
            </a:xfrm>
            <a:prstGeom prst="ellipse">
              <a:avLst/>
            </a:prstGeom>
            <a:ln>
              <a:solidFill>
                <a:schemeClr val="tx1"/>
              </a:solidFill>
            </a:ln>
          </p:spPr>
        </p:pic>
        <p:pic>
          <p:nvPicPr>
            <p:cNvPr id="4" name="Picture 3">
              <a:hlinkClick r:id="rId4"/>
              <a:extLst>
                <a:ext uri="{FF2B5EF4-FFF2-40B4-BE49-F238E27FC236}">
                  <a16:creationId xmlns:a16="http://schemas.microsoft.com/office/drawing/2014/main" id="{3F910AE5-DC10-6A3E-284B-4AA4EADB83AB}"/>
                </a:ext>
              </a:extLst>
            </p:cNvPr>
            <p:cNvPicPr>
              <a:picLocks noChangeAspect="1"/>
            </p:cNvPicPr>
            <p:nvPr userDrawn="1"/>
          </p:nvPicPr>
          <p:blipFill rotWithShape="1">
            <a:blip r:embed="rId5" cstate="screen">
              <a:extLst>
                <a:ext uri="{28A0092B-C50C-407E-A947-70E740481C1C}">
                  <a14:useLocalDpi xmlns:a14="http://schemas.microsoft.com/office/drawing/2010/main"/>
                </a:ext>
              </a:extLst>
            </a:blip>
            <a:srcRect l="-11970" t="-13244" r="-14518" b="-13244"/>
            <a:stretch>
              <a:fillRect/>
            </a:stretch>
          </p:blipFill>
          <p:spPr>
            <a:xfrm>
              <a:off x="10119213" y="5569004"/>
              <a:ext cx="335280" cy="335280"/>
            </a:xfrm>
            <a:prstGeom prst="ellipse">
              <a:avLst/>
            </a:prstGeom>
            <a:ln>
              <a:solidFill>
                <a:schemeClr val="tx1"/>
              </a:solidFill>
            </a:ln>
          </p:spPr>
        </p:pic>
        <p:pic>
          <p:nvPicPr>
            <p:cNvPr id="5" name="Picture 4">
              <a:hlinkClick r:id="rId6"/>
              <a:extLst>
                <a:ext uri="{FF2B5EF4-FFF2-40B4-BE49-F238E27FC236}">
                  <a16:creationId xmlns:a16="http://schemas.microsoft.com/office/drawing/2014/main" id="{38FCE476-10F1-8A4F-DF82-27A04965BB65}"/>
                </a:ext>
              </a:extLst>
            </p:cNvPr>
            <p:cNvPicPr>
              <a:picLocks noChangeAspect="1"/>
            </p:cNvPicPr>
            <p:nvPr userDrawn="1"/>
          </p:nvPicPr>
          <p:blipFill rotWithShape="1">
            <a:blip r:embed="rId7" cstate="screen">
              <a:extLst>
                <a:ext uri="{28A0092B-C50C-407E-A947-70E740481C1C}">
                  <a14:useLocalDpi xmlns:a14="http://schemas.microsoft.com/office/drawing/2010/main"/>
                </a:ext>
              </a:extLst>
            </a:blip>
            <a:srcRect l="-19298" t="-20188" r="-21078" b="-20188"/>
            <a:stretch>
              <a:fillRect/>
            </a:stretch>
          </p:blipFill>
          <p:spPr>
            <a:xfrm>
              <a:off x="9714238" y="5569004"/>
              <a:ext cx="335280" cy="335280"/>
            </a:xfrm>
            <a:prstGeom prst="ellipse">
              <a:avLst/>
            </a:prstGeom>
            <a:ln>
              <a:solidFill>
                <a:schemeClr val="tx1"/>
              </a:solidFill>
            </a:ln>
          </p:spPr>
        </p:pic>
        <p:pic>
          <p:nvPicPr>
            <p:cNvPr id="6" name="Picture 5">
              <a:hlinkClick r:id="rId8"/>
              <a:extLst>
                <a:ext uri="{FF2B5EF4-FFF2-40B4-BE49-F238E27FC236}">
                  <a16:creationId xmlns:a16="http://schemas.microsoft.com/office/drawing/2014/main" id="{97AF43E1-E2D3-3572-59C0-6B864F4B3F70}"/>
                </a:ext>
              </a:extLst>
            </p:cNvPr>
            <p:cNvPicPr>
              <a:picLocks noChangeAspect="1"/>
            </p:cNvPicPr>
            <p:nvPr userDrawn="1"/>
          </p:nvPicPr>
          <p:blipFill rotWithShape="1">
            <a:blip r:embed="rId9" cstate="screen">
              <a:extLst>
                <a:ext uri="{28A0092B-C50C-407E-A947-70E740481C1C}">
                  <a14:useLocalDpi xmlns:a14="http://schemas.microsoft.com/office/drawing/2010/main"/>
                </a:ext>
              </a:extLst>
            </a:blip>
            <a:srcRect l="-23025" t="-21407" r="-19995" b="-21613"/>
            <a:stretch>
              <a:fillRect/>
            </a:stretch>
          </p:blipFill>
          <p:spPr>
            <a:xfrm>
              <a:off x="8904288" y="5569004"/>
              <a:ext cx="335280" cy="335280"/>
            </a:xfrm>
            <a:prstGeom prst="ellipse">
              <a:avLst/>
            </a:prstGeom>
            <a:ln>
              <a:solidFill>
                <a:schemeClr val="tx1"/>
              </a:solidFill>
            </a:ln>
          </p:spPr>
        </p:pic>
        <p:pic>
          <p:nvPicPr>
            <p:cNvPr id="7" name="Picture 6">
              <a:hlinkClick r:id="rId10"/>
              <a:extLst>
                <a:ext uri="{FF2B5EF4-FFF2-40B4-BE49-F238E27FC236}">
                  <a16:creationId xmlns:a16="http://schemas.microsoft.com/office/drawing/2014/main" id="{FE9806D4-7438-2762-EAEC-92F2B68803AC}"/>
                </a:ext>
              </a:extLst>
            </p:cNvPr>
            <p:cNvPicPr>
              <a:picLocks noChangeAspect="1"/>
            </p:cNvPicPr>
            <p:nvPr userDrawn="1"/>
          </p:nvPicPr>
          <p:blipFill rotWithShape="1">
            <a:blip r:embed="rId11" cstate="screen">
              <a:extLst>
                <a:ext uri="{28A0092B-C50C-407E-A947-70E740481C1C}">
                  <a14:useLocalDpi xmlns:a14="http://schemas.microsoft.com/office/drawing/2010/main"/>
                </a:ext>
              </a:extLst>
            </a:blip>
            <a:srcRect l="-16187" t="-16601" r="-17015" b="-16601"/>
            <a:stretch>
              <a:fillRect/>
            </a:stretch>
          </p:blipFill>
          <p:spPr>
            <a:xfrm>
              <a:off x="9309263" y="5569004"/>
              <a:ext cx="335280" cy="335280"/>
            </a:xfrm>
            <a:prstGeom prst="ellipse">
              <a:avLst/>
            </a:prstGeom>
            <a:ln>
              <a:solidFill>
                <a:schemeClr val="tx1"/>
              </a:solidFill>
            </a:ln>
          </p:spPr>
        </p:pic>
      </p:grpSp>
      <p:sp>
        <p:nvSpPr>
          <p:cNvPr id="10" name="Rectangle 9">
            <a:extLst>
              <a:ext uri="{FF2B5EF4-FFF2-40B4-BE49-F238E27FC236}">
                <a16:creationId xmlns:a16="http://schemas.microsoft.com/office/drawing/2014/main" id="{0B26CCF1-BAF6-4FCD-3421-F3BD01B6E505}"/>
              </a:ext>
            </a:extLst>
          </p:cNvPr>
          <p:cNvSpPr/>
          <p:nvPr userDrawn="1"/>
        </p:nvSpPr>
        <p:spPr>
          <a:xfrm>
            <a:off x="8904288" y="6053226"/>
            <a:ext cx="2879725" cy="400110"/>
          </a:xfrm>
          <a:prstGeom prst="rect">
            <a:avLst/>
          </a:prstGeom>
        </p:spPr>
        <p:txBody>
          <a:bodyPr wrap="square" lIns="0" tIns="0" rIns="0" bIns="0" anchor="b" anchorCtr="0">
            <a:spAutoFit/>
          </a:bodyPr>
          <a:lstStyle/>
          <a:p>
            <a:pPr>
              <a:spcAft>
                <a:spcPts val="600"/>
              </a:spcAft>
            </a:pPr>
            <a:r>
              <a:rPr lang="en-US" sz="700" b="0" i="0" noProof="0">
                <a:solidFill>
                  <a:schemeClr val="tx1"/>
                </a:solidFill>
                <a:latin typeface="+mn-lt"/>
                <a:cs typeface="Arial"/>
              </a:rPr>
              <a:t>This presentation contains information that may be privileged or confidential and is the property of the Capgemini Group.</a:t>
            </a:r>
          </a:p>
          <a:p>
            <a:pPr>
              <a:spcAft>
                <a:spcPts val="600"/>
              </a:spcAft>
            </a:pPr>
            <a:r>
              <a:rPr lang="en-US" sz="700" b="0" i="0" noProof="0">
                <a:solidFill>
                  <a:schemeClr val="tx1"/>
                </a:solidFill>
                <a:latin typeface="+mn-lt"/>
                <a:cs typeface="Arial"/>
              </a:rPr>
              <a:t>Copyright © 2026 Capgemini. All rights reserved.</a:t>
            </a:r>
          </a:p>
        </p:txBody>
      </p:sp>
      <p:sp>
        <p:nvSpPr>
          <p:cNvPr id="11" name="Rectangle 10">
            <a:extLst>
              <a:ext uri="{FF2B5EF4-FFF2-40B4-BE49-F238E27FC236}">
                <a16:creationId xmlns:a16="http://schemas.microsoft.com/office/drawing/2014/main" id="{D466A9AF-E76C-000E-9F10-562BABF34749}"/>
              </a:ext>
            </a:extLst>
          </p:cNvPr>
          <p:cNvSpPr/>
          <p:nvPr userDrawn="1"/>
        </p:nvSpPr>
        <p:spPr>
          <a:xfrm>
            <a:off x="550864" y="1574544"/>
            <a:ext cx="4248471" cy="185445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indent="0" algn="just" defTabSz="914400" rtl="0" eaLnBrk="1" fontAlgn="auto" latinLnBrk="0" hangingPunct="1">
              <a:lnSpc>
                <a:spcPct val="100000"/>
              </a:lnSpc>
              <a:spcBef>
                <a:spcPts val="0"/>
              </a:spcBef>
              <a:spcAft>
                <a:spcPts val="1200"/>
              </a:spcAft>
              <a:buClrTx/>
              <a:buSzTx/>
              <a:buFontTx/>
              <a:buNone/>
              <a:tabLst/>
              <a:defRPr/>
            </a:pPr>
            <a:r>
              <a:rPr kumimoji="0" lang="en-US" sz="1400" b="0" i="0" u="none" strike="noStrike" kern="1200" cap="none" spc="0" normalizeH="0" baseline="0" noProof="0">
                <a:ln>
                  <a:noFill/>
                </a:ln>
                <a:solidFill>
                  <a:schemeClr val="tx1"/>
                </a:solidFill>
                <a:effectLst/>
                <a:uLnTx/>
                <a:uFillTx/>
                <a:latin typeface="+mn-lt"/>
                <a:ea typeface="+mn-ea"/>
                <a:cs typeface="+mn-cs"/>
              </a:rPr>
              <a:t>About Capgemini</a:t>
            </a:r>
          </a:p>
          <a:p>
            <a:pPr marL="0" marR="0" lvl="0" indent="0" algn="just" defTabSz="914400" rtl="0" eaLnBrk="1" fontAlgn="auto" latinLnBrk="0" hangingPunct="1">
              <a:lnSpc>
                <a:spcPct val="100000"/>
              </a:lnSpc>
              <a:spcBef>
                <a:spcPts val="0"/>
              </a:spcBef>
              <a:spcAft>
                <a:spcPts val="0"/>
              </a:spcAft>
              <a:buClrTx/>
              <a:buSzTx/>
              <a:buFontTx/>
              <a:buNone/>
              <a:tabLst/>
              <a:defRPr/>
            </a:pPr>
            <a:r>
              <a:rPr lang="en-US" sz="900">
                <a:solidFill>
                  <a:schemeClr val="tx1"/>
                </a:solidFill>
              </a:rPr>
              <a:t>Capgemini is an AI-powered global business and technology transformation partner, delivering tangible business value. We imagine the future of organizations and make it real with AI, technology and people. With our strong heritage of nearly 60 years, we are a responsible and diverse group of 420,000 team members in more than 50 countries. We deliver end-to-end services and solutions with our deep industry expertise and strong partner ecosystem, leveraging our capabilities across strategy, technology, design, engineering and business operations. The Group reported 2024 global revenues of €22.1 billion.</a:t>
            </a:r>
          </a:p>
        </p:txBody>
      </p:sp>
    </p:spTree>
    <p:extLst>
      <p:ext uri="{BB962C8B-B14F-4D97-AF65-F5344CB8AC3E}">
        <p14:creationId xmlns:p14="http://schemas.microsoft.com/office/powerpoint/2010/main" val="681097504"/>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preserve="1" userDrawn="1">
  <p:cSld name="End Slide 3">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D1D17019-0BF4-2D81-E041-AFBAAFE615A7}"/>
              </a:ext>
            </a:extLst>
          </p:cNvPr>
          <p:cNvSpPr/>
          <p:nvPr userDrawn="1"/>
        </p:nvSpPr>
        <p:spPr>
          <a:xfrm>
            <a:off x="8146580" y="0"/>
            <a:ext cx="4045420" cy="6858000"/>
          </a:xfrm>
          <a:prstGeom prst="rect">
            <a:avLst/>
          </a:prstGeom>
          <a:solidFill>
            <a:schemeClr val="tx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43" name="Group 2">
            <a:extLst>
              <a:ext uri="{FF2B5EF4-FFF2-40B4-BE49-F238E27FC236}">
                <a16:creationId xmlns:a16="http://schemas.microsoft.com/office/drawing/2014/main" id="{CD4310B4-5ADE-C2D0-DB4C-AF69D93A1DF5}"/>
              </a:ext>
            </a:extLst>
          </p:cNvPr>
          <p:cNvGrpSpPr>
            <a:grpSpLocks noChangeAspect="1"/>
          </p:cNvGrpSpPr>
          <p:nvPr userDrawn="1"/>
        </p:nvGrpSpPr>
        <p:grpSpPr>
          <a:xfrm>
            <a:off x="550863" y="6021288"/>
            <a:ext cx="1872000" cy="420870"/>
            <a:chOff x="5094083" y="5360390"/>
            <a:chExt cx="3039349" cy="683316"/>
          </a:xfrm>
          <a:solidFill>
            <a:schemeClr val="tx2"/>
          </a:solidFill>
        </p:grpSpPr>
        <p:sp>
          <p:nvSpPr>
            <p:cNvPr id="44" name="Freeform: Shape 4">
              <a:extLst>
                <a:ext uri="{FF2B5EF4-FFF2-40B4-BE49-F238E27FC236}">
                  <a16:creationId xmlns:a16="http://schemas.microsoft.com/office/drawing/2014/main" id="{089E09DC-D2DF-E25B-B85C-6EA1D98E1CA5}"/>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grpFill/>
            <a:ln w="9525" cap="flat">
              <a:noFill/>
              <a:prstDash val="solid"/>
              <a:miter/>
            </a:ln>
          </p:spPr>
          <p:txBody>
            <a:bodyPr rtlCol="0" anchor="ctr"/>
            <a:lstStyle/>
            <a:p>
              <a:endParaRPr lang="en-US" sz="1800">
                <a:solidFill>
                  <a:schemeClr val="bg1"/>
                </a:solidFill>
              </a:endParaRPr>
            </a:p>
          </p:txBody>
        </p:sp>
        <p:sp>
          <p:nvSpPr>
            <p:cNvPr id="45" name="Freeform: Shape 5">
              <a:extLst>
                <a:ext uri="{FF2B5EF4-FFF2-40B4-BE49-F238E27FC236}">
                  <a16:creationId xmlns:a16="http://schemas.microsoft.com/office/drawing/2014/main" id="{CFFDC692-B337-393E-311F-6135E50AC699}"/>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grpFill/>
            <a:ln w="9525" cap="flat">
              <a:noFill/>
              <a:prstDash val="solid"/>
              <a:miter/>
            </a:ln>
          </p:spPr>
          <p:txBody>
            <a:bodyPr rtlCol="0" anchor="ctr"/>
            <a:lstStyle/>
            <a:p>
              <a:endParaRPr lang="en-US" sz="1800">
                <a:solidFill>
                  <a:schemeClr val="bg1"/>
                </a:solidFill>
              </a:endParaRPr>
            </a:p>
          </p:txBody>
        </p:sp>
        <p:sp>
          <p:nvSpPr>
            <p:cNvPr id="46" name="Freeform: Shape 6">
              <a:extLst>
                <a:ext uri="{FF2B5EF4-FFF2-40B4-BE49-F238E27FC236}">
                  <a16:creationId xmlns:a16="http://schemas.microsoft.com/office/drawing/2014/main" id="{79F624AF-8CAF-1C4F-6AF4-0D3BAB6883DE}"/>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grpFill/>
            <a:ln w="9525" cap="flat">
              <a:noFill/>
              <a:prstDash val="solid"/>
              <a:miter/>
            </a:ln>
          </p:spPr>
          <p:txBody>
            <a:bodyPr rtlCol="0" anchor="ctr"/>
            <a:lstStyle/>
            <a:p>
              <a:endParaRPr lang="en-US" sz="1800">
                <a:solidFill>
                  <a:schemeClr val="bg1"/>
                </a:solidFill>
              </a:endParaRPr>
            </a:p>
          </p:txBody>
        </p:sp>
        <p:sp>
          <p:nvSpPr>
            <p:cNvPr id="47" name="Freeform: Shape 7">
              <a:extLst>
                <a:ext uri="{FF2B5EF4-FFF2-40B4-BE49-F238E27FC236}">
                  <a16:creationId xmlns:a16="http://schemas.microsoft.com/office/drawing/2014/main" id="{CC7B72C0-ED2F-06D1-872B-CC0A248A4A55}"/>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grpFill/>
            <a:ln w="9525" cap="flat">
              <a:noFill/>
              <a:prstDash val="solid"/>
              <a:miter/>
            </a:ln>
          </p:spPr>
          <p:txBody>
            <a:bodyPr rtlCol="0" anchor="ctr"/>
            <a:lstStyle/>
            <a:p>
              <a:endParaRPr lang="en-US" sz="1800">
                <a:solidFill>
                  <a:schemeClr val="bg1"/>
                </a:solidFill>
              </a:endParaRPr>
            </a:p>
          </p:txBody>
        </p:sp>
        <p:sp>
          <p:nvSpPr>
            <p:cNvPr id="48" name="Freeform: Shape 8">
              <a:extLst>
                <a:ext uri="{FF2B5EF4-FFF2-40B4-BE49-F238E27FC236}">
                  <a16:creationId xmlns:a16="http://schemas.microsoft.com/office/drawing/2014/main" id="{4387627B-473F-668B-D2BC-7D0705259BFC}"/>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grpFill/>
            <a:ln w="9525" cap="flat">
              <a:noFill/>
              <a:prstDash val="solid"/>
              <a:miter/>
            </a:ln>
          </p:spPr>
          <p:txBody>
            <a:bodyPr rtlCol="0" anchor="ctr"/>
            <a:lstStyle/>
            <a:p>
              <a:endParaRPr lang="en-US" sz="1800">
                <a:solidFill>
                  <a:schemeClr val="bg1"/>
                </a:solidFill>
              </a:endParaRPr>
            </a:p>
          </p:txBody>
        </p:sp>
      </p:grpSp>
      <p:sp>
        <p:nvSpPr>
          <p:cNvPr id="10" name="Rectangle 9">
            <a:extLst>
              <a:ext uri="{FF2B5EF4-FFF2-40B4-BE49-F238E27FC236}">
                <a16:creationId xmlns:a16="http://schemas.microsoft.com/office/drawing/2014/main" id="{456848E4-9E3E-BD1A-A82D-C9F95359644C}"/>
              </a:ext>
            </a:extLst>
          </p:cNvPr>
          <p:cNvSpPr/>
          <p:nvPr userDrawn="1"/>
        </p:nvSpPr>
        <p:spPr>
          <a:xfrm>
            <a:off x="550863" y="3325369"/>
            <a:ext cx="4345176" cy="40729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l" defTabSz="914400" rtl="0" eaLnBrk="1" fontAlgn="auto" latinLnBrk="0" hangingPunct="1">
              <a:lnSpc>
                <a:spcPts val="1200"/>
              </a:lnSpc>
              <a:spcBef>
                <a:spcPts val="0"/>
              </a:spcBef>
              <a:spcAft>
                <a:spcPts val="0"/>
              </a:spcAft>
              <a:buClrTx/>
              <a:buSzTx/>
              <a:buFontTx/>
              <a:buNone/>
              <a:tabLst/>
              <a:defRPr/>
            </a:pPr>
            <a:r>
              <a:rPr lang="en-US" sz="1100" b="1" i="0" kern="1200">
                <a:solidFill>
                  <a:schemeClr val="tx2"/>
                </a:solidFill>
                <a:latin typeface="+mn-lt"/>
                <a:ea typeface="+mn-ea"/>
                <a:cs typeface="+mn-cs"/>
              </a:rPr>
              <a:t>Make it real.</a:t>
            </a:r>
          </a:p>
          <a:p>
            <a:pPr marL="0" marR="0" lvl="0" indent="0" algn="l" defTabSz="914400" rtl="0" eaLnBrk="1" fontAlgn="auto" latinLnBrk="0" hangingPunct="1">
              <a:lnSpc>
                <a:spcPts val="1200"/>
              </a:lnSpc>
              <a:spcBef>
                <a:spcPts val="0"/>
              </a:spcBef>
              <a:spcAft>
                <a:spcPts val="0"/>
              </a:spcAft>
              <a:buClrTx/>
              <a:buSzTx/>
              <a:buFontTx/>
              <a:buNone/>
              <a:tabLst/>
              <a:defRPr/>
            </a:pPr>
            <a:r>
              <a:rPr lang="en-US" sz="1050" b="0" i="0">
                <a:solidFill>
                  <a:schemeClr val="tx1"/>
                </a:solidFill>
                <a:latin typeface="+mn-lt"/>
              </a:rPr>
              <a:t>w</a:t>
            </a:r>
            <a:r>
              <a:rPr lang="en-US" sz="1050">
                <a:solidFill>
                  <a:schemeClr val="tx1"/>
                </a:solidFill>
                <a:latin typeface="+mn-lt"/>
              </a:rPr>
              <a:t>ww.capgemini.com</a:t>
            </a:r>
          </a:p>
        </p:txBody>
      </p:sp>
      <p:sp>
        <p:nvSpPr>
          <p:cNvPr id="11" name="Rectangle 10">
            <a:extLst>
              <a:ext uri="{FF2B5EF4-FFF2-40B4-BE49-F238E27FC236}">
                <a16:creationId xmlns:a16="http://schemas.microsoft.com/office/drawing/2014/main" id="{243A1DDC-0EE3-87D7-B55C-C8336892FA90}"/>
              </a:ext>
            </a:extLst>
          </p:cNvPr>
          <p:cNvSpPr/>
          <p:nvPr userDrawn="1"/>
        </p:nvSpPr>
        <p:spPr>
          <a:xfrm rot="16200000">
            <a:off x="4627581" y="3339001"/>
            <a:ext cx="6857998" cy="180000"/>
          </a:xfrm>
          <a:prstGeom prst="rect">
            <a:avLst/>
          </a:prstGeom>
          <a:gradFill>
            <a:gsLst>
              <a:gs pos="99000">
                <a:srgbClr val="00D5D0"/>
              </a:gs>
              <a:gs pos="0">
                <a:srgbClr val="111937"/>
              </a:gs>
              <a:gs pos="30000">
                <a:srgbClr val="0057AB"/>
              </a:gs>
              <a:gs pos="70000">
                <a:srgbClr val="1DB6F3"/>
              </a:gs>
            </a:gsLst>
            <a:lin ang="0" scaled="0"/>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12" name="Group 11">
            <a:extLst>
              <a:ext uri="{FF2B5EF4-FFF2-40B4-BE49-F238E27FC236}">
                <a16:creationId xmlns:a16="http://schemas.microsoft.com/office/drawing/2014/main" id="{78E9408B-4A36-9F64-5766-AC150B683248}"/>
              </a:ext>
            </a:extLst>
          </p:cNvPr>
          <p:cNvGrpSpPr/>
          <p:nvPr userDrawn="1"/>
        </p:nvGrpSpPr>
        <p:grpSpPr>
          <a:xfrm>
            <a:off x="8904288" y="5569004"/>
            <a:ext cx="1951070" cy="335280"/>
            <a:chOff x="8904288" y="5569004"/>
            <a:chExt cx="1951070" cy="335280"/>
          </a:xfrm>
        </p:grpSpPr>
        <p:pic>
          <p:nvPicPr>
            <p:cNvPr id="13" name="Picture 12">
              <a:hlinkClick r:id="rId2"/>
              <a:extLst>
                <a:ext uri="{FF2B5EF4-FFF2-40B4-BE49-F238E27FC236}">
                  <a16:creationId xmlns:a16="http://schemas.microsoft.com/office/drawing/2014/main" id="{594B397F-1305-520D-FD72-252F047C02CE}"/>
                </a:ext>
              </a:extLst>
            </p:cNvPr>
            <p:cNvPicPr>
              <a:picLocks noChangeAspect="1"/>
            </p:cNvPicPr>
            <p:nvPr userDrawn="1"/>
          </p:nvPicPr>
          <p:blipFill rotWithShape="1">
            <a:blip r:embed="rId3" cstate="screen">
              <a:lum bright="70000" contrast="-70000"/>
              <a:extLst>
                <a:ext uri="{BEBA8EAE-BF5A-486C-A8C5-ECC9F3942E4B}">
                  <a14:imgProps xmlns:a14="http://schemas.microsoft.com/office/drawing/2010/main">
                    <a14:imgLayer r:embed="rId4">
                      <a14:imgEffect>
                        <a14:artisticPhotocopy/>
                      </a14:imgEffect>
                    </a14:imgLayer>
                  </a14:imgProps>
                </a:ext>
                <a:ext uri="{28A0092B-C50C-407E-A947-70E740481C1C}">
                  <a14:useLocalDpi xmlns:a14="http://schemas.microsoft.com/office/drawing/2010/main"/>
                </a:ext>
              </a:extLst>
            </a:blip>
            <a:srcRect l="-15803" t="-15499" r="-15008" b="-15313"/>
            <a:stretch>
              <a:fillRect/>
            </a:stretch>
          </p:blipFill>
          <p:spPr>
            <a:xfrm>
              <a:off x="10520558" y="5569004"/>
              <a:ext cx="334800" cy="334800"/>
            </a:xfrm>
            <a:prstGeom prst="ellipse">
              <a:avLst/>
            </a:prstGeom>
            <a:ln>
              <a:solidFill>
                <a:schemeClr val="bg1"/>
              </a:solidFill>
            </a:ln>
          </p:spPr>
        </p:pic>
        <p:pic>
          <p:nvPicPr>
            <p:cNvPr id="14" name="Picture 13">
              <a:hlinkClick r:id="rId5"/>
              <a:extLst>
                <a:ext uri="{FF2B5EF4-FFF2-40B4-BE49-F238E27FC236}">
                  <a16:creationId xmlns:a16="http://schemas.microsoft.com/office/drawing/2014/main" id="{2B8F14F5-4F4C-8CAB-B032-78509603B748}"/>
                </a:ext>
              </a:extLst>
            </p:cNvPr>
            <p:cNvPicPr>
              <a:picLocks noChangeAspect="1"/>
            </p:cNvPicPr>
            <p:nvPr userDrawn="1"/>
          </p:nvPicPr>
          <p:blipFill rotWithShape="1">
            <a:blip r:embed="rId6" cstate="screen">
              <a:lum bright="70000" contrast="-70000"/>
              <a:extLst>
                <a:ext uri="{BEBA8EAE-BF5A-486C-A8C5-ECC9F3942E4B}">
                  <a14:imgProps xmlns:a14="http://schemas.microsoft.com/office/drawing/2010/main">
                    <a14:imgLayer r:embed="rId7">
                      <a14:imgEffect>
                        <a14:artisticPhotocopy/>
                      </a14:imgEffect>
                    </a14:imgLayer>
                  </a14:imgProps>
                </a:ext>
                <a:ext uri="{28A0092B-C50C-407E-A947-70E740481C1C}">
                  <a14:useLocalDpi xmlns:a14="http://schemas.microsoft.com/office/drawing/2010/main"/>
                </a:ext>
              </a:extLst>
            </a:blip>
            <a:srcRect l="-11970" t="-13244" r="-14518" b="-13244"/>
            <a:stretch>
              <a:fillRect/>
            </a:stretch>
          </p:blipFill>
          <p:spPr>
            <a:xfrm>
              <a:off x="10119213" y="5569004"/>
              <a:ext cx="335280" cy="335280"/>
            </a:xfrm>
            <a:prstGeom prst="ellipse">
              <a:avLst/>
            </a:prstGeom>
            <a:ln>
              <a:solidFill>
                <a:schemeClr val="bg1"/>
              </a:solidFill>
            </a:ln>
          </p:spPr>
        </p:pic>
        <p:pic>
          <p:nvPicPr>
            <p:cNvPr id="15" name="Picture 14">
              <a:hlinkClick r:id="rId8"/>
              <a:extLst>
                <a:ext uri="{FF2B5EF4-FFF2-40B4-BE49-F238E27FC236}">
                  <a16:creationId xmlns:a16="http://schemas.microsoft.com/office/drawing/2014/main" id="{2FB6738B-5AD4-93DE-628B-7F9F226AE057}"/>
                </a:ext>
              </a:extLst>
            </p:cNvPr>
            <p:cNvPicPr>
              <a:picLocks noChangeAspect="1"/>
            </p:cNvPicPr>
            <p:nvPr userDrawn="1"/>
          </p:nvPicPr>
          <p:blipFill rotWithShape="1">
            <a:blip r:embed="rId9" cstate="screen">
              <a:lum bright="70000" contrast="-70000"/>
              <a:extLst>
                <a:ext uri="{BEBA8EAE-BF5A-486C-A8C5-ECC9F3942E4B}">
                  <a14:imgProps xmlns:a14="http://schemas.microsoft.com/office/drawing/2010/main">
                    <a14:imgLayer r:embed="rId10">
                      <a14:imgEffect>
                        <a14:artisticPhotocopy/>
                      </a14:imgEffect>
                    </a14:imgLayer>
                  </a14:imgProps>
                </a:ext>
                <a:ext uri="{28A0092B-C50C-407E-A947-70E740481C1C}">
                  <a14:useLocalDpi xmlns:a14="http://schemas.microsoft.com/office/drawing/2010/main"/>
                </a:ext>
              </a:extLst>
            </a:blip>
            <a:srcRect l="-19298" t="-20188" r="-21078" b="-20188"/>
            <a:stretch>
              <a:fillRect/>
            </a:stretch>
          </p:blipFill>
          <p:spPr>
            <a:xfrm>
              <a:off x="9714238" y="5569004"/>
              <a:ext cx="335280" cy="335280"/>
            </a:xfrm>
            <a:prstGeom prst="ellipse">
              <a:avLst/>
            </a:prstGeom>
            <a:ln>
              <a:solidFill>
                <a:schemeClr val="bg1"/>
              </a:solidFill>
            </a:ln>
          </p:spPr>
        </p:pic>
        <p:pic>
          <p:nvPicPr>
            <p:cNvPr id="16" name="Picture 15">
              <a:hlinkClick r:id="rId11"/>
              <a:extLst>
                <a:ext uri="{FF2B5EF4-FFF2-40B4-BE49-F238E27FC236}">
                  <a16:creationId xmlns:a16="http://schemas.microsoft.com/office/drawing/2014/main" id="{9B12A264-9803-3563-7FDB-B00341420E93}"/>
                </a:ext>
              </a:extLst>
            </p:cNvPr>
            <p:cNvPicPr>
              <a:picLocks noChangeAspect="1"/>
            </p:cNvPicPr>
            <p:nvPr userDrawn="1"/>
          </p:nvPicPr>
          <p:blipFill rotWithShape="1">
            <a:blip r:embed="rId12" cstate="screen">
              <a:lum bright="70000" contrast="-70000"/>
              <a:extLst>
                <a:ext uri="{BEBA8EAE-BF5A-486C-A8C5-ECC9F3942E4B}">
                  <a14:imgProps xmlns:a14="http://schemas.microsoft.com/office/drawing/2010/main">
                    <a14:imgLayer r:embed="rId13">
                      <a14:imgEffect>
                        <a14:artisticPhotocopy/>
                      </a14:imgEffect>
                    </a14:imgLayer>
                  </a14:imgProps>
                </a:ext>
                <a:ext uri="{28A0092B-C50C-407E-A947-70E740481C1C}">
                  <a14:useLocalDpi xmlns:a14="http://schemas.microsoft.com/office/drawing/2010/main"/>
                </a:ext>
              </a:extLst>
            </a:blip>
            <a:srcRect l="-23025" t="-21407" r="-19995" b="-21613"/>
            <a:stretch>
              <a:fillRect/>
            </a:stretch>
          </p:blipFill>
          <p:spPr>
            <a:xfrm>
              <a:off x="8904288" y="5569004"/>
              <a:ext cx="335280" cy="335280"/>
            </a:xfrm>
            <a:prstGeom prst="ellipse">
              <a:avLst/>
            </a:prstGeom>
            <a:ln>
              <a:solidFill>
                <a:schemeClr val="bg1"/>
              </a:solidFill>
            </a:ln>
          </p:spPr>
        </p:pic>
        <p:pic>
          <p:nvPicPr>
            <p:cNvPr id="18" name="Picture 17">
              <a:hlinkClick r:id="rId14"/>
              <a:extLst>
                <a:ext uri="{FF2B5EF4-FFF2-40B4-BE49-F238E27FC236}">
                  <a16:creationId xmlns:a16="http://schemas.microsoft.com/office/drawing/2014/main" id="{55679AC9-828E-26B9-8BA5-EB55C80AF8BA}"/>
                </a:ext>
              </a:extLst>
            </p:cNvPr>
            <p:cNvPicPr>
              <a:picLocks noChangeAspect="1"/>
            </p:cNvPicPr>
            <p:nvPr userDrawn="1"/>
          </p:nvPicPr>
          <p:blipFill rotWithShape="1">
            <a:blip r:embed="rId15" cstate="screen">
              <a:lum bright="70000" contrast="-70000"/>
              <a:extLst>
                <a:ext uri="{BEBA8EAE-BF5A-486C-A8C5-ECC9F3942E4B}">
                  <a14:imgProps xmlns:a14="http://schemas.microsoft.com/office/drawing/2010/main">
                    <a14:imgLayer r:embed="rId16">
                      <a14:imgEffect>
                        <a14:artisticPhotocopy/>
                      </a14:imgEffect>
                    </a14:imgLayer>
                  </a14:imgProps>
                </a:ext>
                <a:ext uri="{28A0092B-C50C-407E-A947-70E740481C1C}">
                  <a14:useLocalDpi xmlns:a14="http://schemas.microsoft.com/office/drawing/2010/main"/>
                </a:ext>
              </a:extLst>
            </a:blip>
            <a:srcRect l="-16187" t="-16601" r="-17015" b="-16601"/>
            <a:stretch>
              <a:fillRect/>
            </a:stretch>
          </p:blipFill>
          <p:spPr>
            <a:xfrm>
              <a:off x="9309263" y="5569004"/>
              <a:ext cx="335280" cy="335280"/>
            </a:xfrm>
            <a:prstGeom prst="ellipse">
              <a:avLst/>
            </a:prstGeom>
            <a:ln>
              <a:solidFill>
                <a:schemeClr val="bg1"/>
              </a:solidFill>
            </a:ln>
          </p:spPr>
        </p:pic>
      </p:grpSp>
      <p:sp>
        <p:nvSpPr>
          <p:cNvPr id="3" name="Rectangle 2">
            <a:extLst>
              <a:ext uri="{FF2B5EF4-FFF2-40B4-BE49-F238E27FC236}">
                <a16:creationId xmlns:a16="http://schemas.microsoft.com/office/drawing/2014/main" id="{1155318A-338B-B8C0-FF10-912D1F195A64}"/>
              </a:ext>
            </a:extLst>
          </p:cNvPr>
          <p:cNvSpPr/>
          <p:nvPr userDrawn="1"/>
        </p:nvSpPr>
        <p:spPr>
          <a:xfrm>
            <a:off x="8904288" y="6053226"/>
            <a:ext cx="2879725" cy="400110"/>
          </a:xfrm>
          <a:prstGeom prst="rect">
            <a:avLst/>
          </a:prstGeom>
        </p:spPr>
        <p:txBody>
          <a:bodyPr wrap="square" lIns="0" tIns="0" rIns="0" bIns="0" anchor="b" anchorCtr="0">
            <a:spAutoFit/>
          </a:bodyPr>
          <a:lstStyle/>
          <a:p>
            <a:pPr>
              <a:spcAft>
                <a:spcPts val="600"/>
              </a:spcAft>
            </a:pPr>
            <a:r>
              <a:rPr lang="en-US" sz="700" b="0" i="0" noProof="0">
                <a:solidFill>
                  <a:schemeClr val="bg1"/>
                </a:solidFill>
                <a:latin typeface="+mn-lt"/>
                <a:cs typeface="Arial"/>
              </a:rPr>
              <a:t>This presentation contains information that may be privileged or confidential and is the property of the Capgemini Group.</a:t>
            </a:r>
          </a:p>
          <a:p>
            <a:pPr>
              <a:spcAft>
                <a:spcPts val="600"/>
              </a:spcAft>
            </a:pPr>
            <a:r>
              <a:rPr lang="en-US" sz="700" b="0" i="0" noProof="0">
                <a:solidFill>
                  <a:schemeClr val="bg1"/>
                </a:solidFill>
                <a:latin typeface="+mn-lt"/>
                <a:cs typeface="Arial"/>
              </a:rPr>
              <a:t>Copyright © 2026 Capgemini. All rights reserved.</a:t>
            </a:r>
          </a:p>
        </p:txBody>
      </p:sp>
      <p:sp>
        <p:nvSpPr>
          <p:cNvPr id="4" name="Rectangle 3">
            <a:extLst>
              <a:ext uri="{FF2B5EF4-FFF2-40B4-BE49-F238E27FC236}">
                <a16:creationId xmlns:a16="http://schemas.microsoft.com/office/drawing/2014/main" id="{B1DCB544-C864-D4C7-146D-83B61717B1E6}"/>
              </a:ext>
            </a:extLst>
          </p:cNvPr>
          <p:cNvSpPr/>
          <p:nvPr userDrawn="1"/>
        </p:nvSpPr>
        <p:spPr>
          <a:xfrm>
            <a:off x="550864" y="1574544"/>
            <a:ext cx="4248471" cy="185445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indent="0" algn="just" defTabSz="914400" rtl="0" eaLnBrk="1" fontAlgn="auto" latinLnBrk="0" hangingPunct="1">
              <a:lnSpc>
                <a:spcPct val="100000"/>
              </a:lnSpc>
              <a:spcBef>
                <a:spcPts val="0"/>
              </a:spcBef>
              <a:spcAft>
                <a:spcPts val="1200"/>
              </a:spcAft>
              <a:buClrTx/>
              <a:buSzTx/>
              <a:buFontTx/>
              <a:buNone/>
              <a:tabLst/>
              <a:defRPr/>
            </a:pPr>
            <a:r>
              <a:rPr kumimoji="0" lang="en-US" sz="1400" b="0" i="0" u="none" strike="noStrike" kern="1200" cap="none" spc="0" normalizeH="0" baseline="0" noProof="0">
                <a:ln>
                  <a:noFill/>
                </a:ln>
                <a:solidFill>
                  <a:schemeClr val="tx1"/>
                </a:solidFill>
                <a:effectLst/>
                <a:uLnTx/>
                <a:uFillTx/>
                <a:latin typeface="+mn-lt"/>
                <a:ea typeface="+mn-ea"/>
                <a:cs typeface="+mn-cs"/>
              </a:rPr>
              <a:t>About Capgemini</a:t>
            </a:r>
          </a:p>
          <a:p>
            <a:pPr marL="0" marR="0" lvl="0" indent="0" algn="just" defTabSz="914400" rtl="0" eaLnBrk="1" fontAlgn="auto" latinLnBrk="0" hangingPunct="1">
              <a:lnSpc>
                <a:spcPct val="100000"/>
              </a:lnSpc>
              <a:spcBef>
                <a:spcPts val="0"/>
              </a:spcBef>
              <a:spcAft>
                <a:spcPts val="0"/>
              </a:spcAft>
              <a:buClrTx/>
              <a:buSzTx/>
              <a:buFontTx/>
              <a:buNone/>
              <a:tabLst/>
              <a:defRPr/>
            </a:pPr>
            <a:r>
              <a:rPr lang="en-US" sz="900">
                <a:solidFill>
                  <a:schemeClr val="tx1"/>
                </a:solidFill>
              </a:rPr>
              <a:t>Capgemini is an AI-powered global business and technology transformation partner, delivering tangible business value. We imagine the future of organizations and make it real with AI, technology and people. With our strong heritage of nearly 60 years, we are a responsible and diverse group of 420,000 team members in more than 50 countries. We deliver end-to-end services and solutions with our deep industry expertise and strong partner ecosystem, leveraging our capabilities across strategy, technology, design, engineering and business operations. The Group reported 2024 global revenues of €22.1 billion.</a:t>
            </a:r>
          </a:p>
        </p:txBody>
      </p:sp>
    </p:spTree>
    <p:extLst>
      <p:ext uri="{BB962C8B-B14F-4D97-AF65-F5344CB8AC3E}">
        <p14:creationId xmlns:p14="http://schemas.microsoft.com/office/powerpoint/2010/main" val="3362974666"/>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userDrawn="1">
  <p:cSld name="Title Only">
    <p:spTree>
      <p:nvGrpSpPr>
        <p:cNvPr id="1" name=""/>
        <p:cNvGrpSpPr/>
        <p:nvPr/>
      </p:nvGrpSpPr>
      <p:grpSpPr>
        <a:xfrm>
          <a:off x="0" y="0"/>
          <a:ext cx="0" cy="0"/>
          <a:chOff x="0" y="0"/>
          <a:chExt cx="0" cy="0"/>
        </a:xfrm>
      </p:grpSpPr>
      <p:sp>
        <p:nvSpPr>
          <p:cNvPr id="13" name="Title 12">
            <a:extLst>
              <a:ext uri="{FF2B5EF4-FFF2-40B4-BE49-F238E27FC236}">
                <a16:creationId xmlns:a16="http://schemas.microsoft.com/office/drawing/2014/main" id="{350D4F91-45C7-417B-8E2B-E8F582B53B82}"/>
              </a:ext>
            </a:extLst>
          </p:cNvPr>
          <p:cNvSpPr>
            <a:spLocks noGrp="1"/>
          </p:cNvSpPr>
          <p:nvPr>
            <p:ph type="title"/>
          </p:nvPr>
        </p:nvSpPr>
        <p:spPr/>
        <p:txBody>
          <a:bodyPr/>
          <a:lstStyle/>
          <a:p>
            <a:r>
              <a:rPr lang="en-US"/>
              <a:t>Click to edit Master title style</a:t>
            </a:r>
          </a:p>
        </p:txBody>
      </p:sp>
      <p:sp>
        <p:nvSpPr>
          <p:cNvPr id="2" name="Date Placeholder 1">
            <a:extLst>
              <a:ext uri="{FF2B5EF4-FFF2-40B4-BE49-F238E27FC236}">
                <a16:creationId xmlns:a16="http://schemas.microsoft.com/office/drawing/2014/main" id="{2833D816-5C9E-2A40-9E78-51ECB313D899}"/>
              </a:ext>
            </a:extLst>
          </p:cNvPr>
          <p:cNvSpPr>
            <a:spLocks noGrp="1"/>
          </p:cNvSpPr>
          <p:nvPr>
            <p:ph type="dt" sz="half" idx="10"/>
          </p:nvPr>
        </p:nvSpPr>
        <p:spPr/>
        <p:txBody>
          <a:bodyPr/>
          <a:lstStyle/>
          <a:p>
            <a:pPr>
              <a:spcBef>
                <a:spcPts val="1000"/>
              </a:spcBef>
              <a:buFont typeface="Arial" panose="020B0604020202020204" pitchFamily="34" charset="0"/>
              <a:buNone/>
            </a:pPr>
            <a:r>
              <a:rPr lang="pl-PL"/>
              <a:t>Company Confidential © Capgemini 2025. All rights reserved.</a:t>
            </a:r>
            <a:endParaRPr lang="en-US"/>
          </a:p>
        </p:txBody>
      </p:sp>
      <p:sp>
        <p:nvSpPr>
          <p:cNvPr id="3" name="Footer Placeholder 2">
            <a:extLst>
              <a:ext uri="{FF2B5EF4-FFF2-40B4-BE49-F238E27FC236}">
                <a16:creationId xmlns:a16="http://schemas.microsoft.com/office/drawing/2014/main" id="{794E6C65-0D28-CB57-A2B5-21758711DFE7}"/>
              </a:ext>
            </a:extLst>
          </p:cNvPr>
          <p:cNvSpPr>
            <a:spLocks noGrp="1"/>
          </p:cNvSpPr>
          <p:nvPr>
            <p:ph type="ftr" sz="quarter" idx="11"/>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17755223-45C2-7E94-C304-676F000A4EE4}"/>
              </a:ext>
            </a:extLst>
          </p:cNvPr>
          <p:cNvSpPr>
            <a:spLocks noGrp="1"/>
          </p:cNvSpPr>
          <p:nvPr>
            <p:ph type="sldNum" sz="quarter" idx="12"/>
          </p:nvPr>
        </p:nvSpPr>
        <p:spPr/>
        <p:txBody>
          <a:bodyPr/>
          <a:lstStyle/>
          <a:p>
            <a:pPr algn="r"/>
            <a:fld id="{5D9A5160-6218-4E5A-B9E6-B93E3DAE377C}" type="slidenum">
              <a:rPr lang="en-US" smtClean="0"/>
              <a:pPr algn="r"/>
              <a:t>‹#›</a:t>
            </a:fld>
            <a:endParaRPr lang="en-US"/>
          </a:p>
        </p:txBody>
      </p:sp>
    </p:spTree>
    <p:extLst>
      <p:ext uri="{BB962C8B-B14F-4D97-AF65-F5344CB8AC3E}">
        <p14:creationId xmlns:p14="http://schemas.microsoft.com/office/powerpoint/2010/main" val="2076939046"/>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image" Target="../media/image1.png"/><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theme" Target="../theme/theme1.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8" name="GRID" hidden="1">
            <a:extLst>
              <a:ext uri="{FF2B5EF4-FFF2-40B4-BE49-F238E27FC236}">
                <a16:creationId xmlns:a16="http://schemas.microsoft.com/office/drawing/2014/main" id="{4C453AFD-72EA-BCED-EF09-6E1F49029575}"/>
              </a:ext>
            </a:extLst>
          </p:cNvPr>
          <p:cNvPicPr>
            <a:picLocks noGrp="1" noRot="1" noChangeAspect="1" noMove="1" noResize="1" noEditPoints="1" noAdjustHandles="1" noChangeArrowheads="1" noChangeShapeType="1" noCrop="1"/>
          </p:cNvPicPr>
          <p:nvPr userDrawn="1"/>
        </p:nvPicPr>
        <p:blipFill>
          <a:blip r:embed="rId36">
            <a:extLst>
              <a:ext uri="{28A0092B-C50C-407E-A947-70E740481C1C}">
                <a14:useLocalDpi xmlns:a14="http://schemas.microsoft.com/office/drawing/2010/main"/>
              </a:ext>
            </a:extLst>
          </a:blip>
          <a:stretch>
            <a:fillRect/>
          </a:stretch>
        </p:blipFill>
        <p:spPr>
          <a:xfrm>
            <a:off x="550863" y="560562"/>
            <a:ext cx="11089753" cy="5748164"/>
          </a:xfrm>
          <a:prstGeom prst="rect">
            <a:avLst/>
          </a:prstGeom>
        </p:spPr>
      </p:pic>
      <p:sp>
        <p:nvSpPr>
          <p:cNvPr id="35" name="Date Placeholder 34">
            <a:extLst>
              <a:ext uri="{FF2B5EF4-FFF2-40B4-BE49-F238E27FC236}">
                <a16:creationId xmlns:a16="http://schemas.microsoft.com/office/drawing/2014/main" id="{9E7A3BD3-DDA4-42A3-B05C-F6E4E51D9B78}"/>
              </a:ext>
            </a:extLst>
          </p:cNvPr>
          <p:cNvSpPr>
            <a:spLocks noGrp="1"/>
          </p:cNvSpPr>
          <p:nvPr>
            <p:ph type="dt" sz="half" idx="2"/>
          </p:nvPr>
        </p:nvSpPr>
        <p:spPr>
          <a:xfrm>
            <a:off x="9809927" y="6650661"/>
            <a:ext cx="1831210" cy="123111"/>
          </a:xfrm>
          <a:prstGeom prst="rect">
            <a:avLst/>
          </a:prstGeom>
        </p:spPr>
        <p:txBody>
          <a:bodyPr wrap="none" lIns="0" tIns="0" rIns="0" bIns="0" anchor="ctr" anchorCtr="0">
            <a:noAutofit/>
          </a:bodyPr>
          <a:lstStyle>
            <a:lvl1pPr algn="r">
              <a:defRPr lang="de-DE" sz="800" smtClean="0">
                <a:solidFill>
                  <a:schemeClr val="bg1">
                    <a:lumMod val="65000"/>
                  </a:schemeClr>
                </a:solidFill>
                <a:latin typeface="+mn-lt"/>
              </a:defRPr>
            </a:lvl1pPr>
          </a:lstStyle>
          <a:p>
            <a:pPr>
              <a:spcBef>
                <a:spcPts val="1000"/>
              </a:spcBef>
            </a:pPr>
            <a:r>
              <a:rPr lang="en-US" kern="0">
                <a:solidFill>
                  <a:srgbClr val="FFFFFF">
                    <a:lumMod val="65000"/>
                  </a:srgbClr>
                </a:solidFill>
              </a:rPr>
              <a:t>Company Confidential © Capgemini 2026. All rights reserved.</a:t>
            </a:r>
            <a:endParaRPr lang="en-US"/>
          </a:p>
        </p:txBody>
      </p:sp>
      <p:sp>
        <p:nvSpPr>
          <p:cNvPr id="38" name="Slide Number Placeholder 37">
            <a:extLst>
              <a:ext uri="{FF2B5EF4-FFF2-40B4-BE49-F238E27FC236}">
                <a16:creationId xmlns:a16="http://schemas.microsoft.com/office/drawing/2014/main" id="{7AB8C2A9-4C2D-43C3-9F07-0C825FF51364}"/>
              </a:ext>
            </a:extLst>
          </p:cNvPr>
          <p:cNvSpPr>
            <a:spLocks noGrp="1"/>
          </p:cNvSpPr>
          <p:nvPr>
            <p:ph type="sldNum" sz="quarter" idx="4"/>
          </p:nvPr>
        </p:nvSpPr>
        <p:spPr>
          <a:xfrm>
            <a:off x="11778341" y="6650661"/>
            <a:ext cx="232665" cy="123111"/>
          </a:xfrm>
          <a:prstGeom prst="rect">
            <a:avLst/>
          </a:prstGeom>
        </p:spPr>
        <p:txBody>
          <a:bodyPr wrap="square" lIns="0" tIns="0" rIns="0" bIns="0" anchor="ctr" anchorCtr="0">
            <a:spAutoFit/>
          </a:bodyPr>
          <a:lstStyle>
            <a:lvl1pPr>
              <a:defRPr lang="de-DE" sz="800" b="0" i="0" smtClean="0">
                <a:solidFill>
                  <a:schemeClr val="bg1">
                    <a:lumMod val="65000"/>
                  </a:schemeClr>
                </a:solidFill>
                <a:latin typeface="+mn-lt"/>
                <a:cs typeface="Arial" panose="020B0604020202020204" pitchFamily="34" charset="0"/>
              </a:defRPr>
            </a:lvl1pPr>
          </a:lstStyle>
          <a:p>
            <a:pPr algn="r"/>
            <a:fld id="{5D9A5160-6218-4E5A-B9E6-B93E3DAE377C}" type="slidenum">
              <a:rPr lang="en-US" smtClean="0"/>
              <a:pPr algn="r"/>
              <a:t>‹#›</a:t>
            </a:fld>
            <a:endParaRPr lang="en-US"/>
          </a:p>
        </p:txBody>
      </p:sp>
      <p:sp>
        <p:nvSpPr>
          <p:cNvPr id="5" name="Title Placeholder 4">
            <a:extLst>
              <a:ext uri="{FF2B5EF4-FFF2-40B4-BE49-F238E27FC236}">
                <a16:creationId xmlns:a16="http://schemas.microsoft.com/office/drawing/2014/main" id="{D28F27D4-FFE2-4FAB-BA1B-9D013846C4B7}"/>
              </a:ext>
            </a:extLst>
          </p:cNvPr>
          <p:cNvSpPr>
            <a:spLocks noGrp="1"/>
          </p:cNvSpPr>
          <p:nvPr>
            <p:ph type="title"/>
          </p:nvPr>
        </p:nvSpPr>
        <p:spPr>
          <a:xfrm>
            <a:off x="551384" y="549274"/>
            <a:ext cx="11090938" cy="930372"/>
          </a:xfrm>
          <a:prstGeom prst="rect">
            <a:avLst/>
          </a:prstGeom>
        </p:spPr>
        <p:txBody>
          <a:bodyPr vert="horz" lIns="0" tIns="0" rIns="0" bIns="126000" rtlCol="0" anchor="b" anchorCtr="0">
            <a:noAutofit/>
          </a:bodyPr>
          <a:lstStyle/>
          <a:p>
            <a:pPr lvl="0"/>
            <a:r>
              <a:rPr lang="en-US"/>
              <a:t>Click to edit Master title style</a:t>
            </a:r>
            <a:endParaRPr lang="de-DE"/>
          </a:p>
        </p:txBody>
      </p:sp>
      <p:sp>
        <p:nvSpPr>
          <p:cNvPr id="19" name="Footer Placeholder 9">
            <a:extLst>
              <a:ext uri="{FF2B5EF4-FFF2-40B4-BE49-F238E27FC236}">
                <a16:creationId xmlns:a16="http://schemas.microsoft.com/office/drawing/2014/main" id="{D3809B95-B2AA-47A9-8F86-88BF7BDE32FD}"/>
              </a:ext>
            </a:extLst>
          </p:cNvPr>
          <p:cNvSpPr>
            <a:spLocks noGrp="1"/>
          </p:cNvSpPr>
          <p:nvPr>
            <p:ph type="ftr" sz="quarter" idx="3"/>
          </p:nvPr>
        </p:nvSpPr>
        <p:spPr>
          <a:xfrm>
            <a:off x="550863" y="6650661"/>
            <a:ext cx="4716524" cy="123111"/>
          </a:xfrm>
          <a:prstGeom prst="rect">
            <a:avLst/>
          </a:prstGeom>
        </p:spPr>
        <p:txBody>
          <a:bodyPr wrap="none" lIns="0" tIns="0" rIns="0" bIns="0" anchor="ctr" anchorCtr="0">
            <a:noAutofit/>
          </a:bodyPr>
          <a:lstStyle>
            <a:lvl1pPr>
              <a:defRPr lang="de-DE" sz="800">
                <a:solidFill>
                  <a:schemeClr val="bg1">
                    <a:lumMod val="65000"/>
                  </a:schemeClr>
                </a:solidFill>
              </a:defRPr>
            </a:lvl1pPr>
          </a:lstStyle>
          <a:p>
            <a:pPr>
              <a:spcBef>
                <a:spcPts val="1000"/>
              </a:spcBef>
              <a:buFont typeface="Arial" panose="020B0604020202020204" pitchFamily="34" charset="0"/>
              <a:buNone/>
            </a:pPr>
            <a:r>
              <a:rPr lang="en-US"/>
              <a:t>Presentation Title | Author | Date</a:t>
            </a:r>
          </a:p>
        </p:txBody>
      </p:sp>
      <p:sp>
        <p:nvSpPr>
          <p:cNvPr id="20" name="Stickerbox" hidden="1">
            <a:extLst>
              <a:ext uri="{FF2B5EF4-FFF2-40B4-BE49-F238E27FC236}">
                <a16:creationId xmlns:a16="http://schemas.microsoft.com/office/drawing/2014/main" id="{D03A9799-ACDC-4925-8EE1-5C65CCCBD0FA}"/>
              </a:ext>
            </a:extLst>
          </p:cNvPr>
          <p:cNvSpPr>
            <a:spLocks noChangeArrowheads="1"/>
          </p:cNvSpPr>
          <p:nvPr userDrawn="1"/>
        </p:nvSpPr>
        <p:spPr bwMode="gray">
          <a:xfrm>
            <a:off x="11114363" y="1124744"/>
            <a:ext cx="804808" cy="402775"/>
          </a:xfrm>
          <a:prstGeom prst="rect">
            <a:avLst/>
          </a:prstGeom>
          <a:solidFill>
            <a:schemeClr val="accent2"/>
          </a:solidFill>
          <a:ln w="10795">
            <a:noFill/>
            <a:round/>
            <a:headEnd/>
            <a:tailEnd/>
          </a:ln>
          <a:effectLst/>
        </p:spPr>
        <p:txBody>
          <a:bodyPr vert="horz" wrap="none" lIns="108000" tIns="108000" rIns="108000" bIns="108000" anchor="ctr" anchorCtr="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all" spc="0" normalizeH="0" baseline="0" noProof="0">
                <a:ln>
                  <a:noFill/>
                </a:ln>
                <a:solidFill>
                  <a:srgbClr val="FFFFFF">
                    <a:lumMod val="100000"/>
                  </a:srgbClr>
                </a:solidFill>
                <a:effectLst/>
                <a:uLnTx/>
                <a:uFillTx/>
                <a:latin typeface="Ubuntu"/>
                <a:ea typeface="+mn-ea"/>
                <a:cs typeface="+mn-cs"/>
              </a:rPr>
              <a:t>Sticker</a:t>
            </a:r>
          </a:p>
        </p:txBody>
      </p:sp>
      <p:sp>
        <p:nvSpPr>
          <p:cNvPr id="22" name="CapgeminiBox" hidden="1">
            <a:extLst>
              <a:ext uri="{FF2B5EF4-FFF2-40B4-BE49-F238E27FC236}">
                <a16:creationId xmlns:a16="http://schemas.microsoft.com/office/drawing/2014/main" id="{7C293A1E-B461-4AFE-976D-6EE38B2AFEB4}"/>
              </a:ext>
            </a:extLst>
          </p:cNvPr>
          <p:cNvSpPr txBox="1">
            <a:spLocks/>
          </p:cNvSpPr>
          <p:nvPr userDrawn="1"/>
        </p:nvSpPr>
        <p:spPr>
          <a:xfrm>
            <a:off x="9592" y="0"/>
            <a:ext cx="1837661" cy="260350"/>
          </a:xfrm>
          <a:prstGeom prst="rect">
            <a:avLst/>
          </a:prstGeom>
        </p:spPr>
        <p:txBody>
          <a:bodyPr vert="horz" lIns="0" tIns="0" rIns="18000" bIns="0" rtlCol="0">
            <a:normAutofit fontScale="92500"/>
          </a:bodyPr>
          <a:lstStyle>
            <a:lvl1pPr marL="0" indent="0" algn="l" defTabSz="914400" rtl="0" eaLnBrk="1" latinLnBrk="0" hangingPunct="1">
              <a:lnSpc>
                <a:spcPct val="100000"/>
              </a:lnSpc>
              <a:spcBef>
                <a:spcPts val="600"/>
              </a:spcBef>
              <a:buFont typeface="Arial" panose="020B0604020202020204" pitchFamily="34" charset="0"/>
              <a:buNone/>
              <a:defRPr sz="1400" kern="1200">
                <a:solidFill>
                  <a:schemeClr val="tx1"/>
                </a:solidFill>
                <a:latin typeface="+mn-lt"/>
                <a:ea typeface="+mn-ea"/>
                <a:cs typeface="+mn-cs"/>
              </a:defRPr>
            </a:lvl1pPr>
            <a:lvl2pPr marL="180975" indent="-180975" algn="l" defTabSz="914400" rtl="0" eaLnBrk="1" latinLnBrk="0" hangingPunct="1">
              <a:lnSpc>
                <a:spcPct val="100000"/>
              </a:lnSpc>
              <a:spcBef>
                <a:spcPts val="600"/>
              </a:spcBef>
              <a:buClr>
                <a:schemeClr val="tx1"/>
              </a:buClr>
              <a:buFont typeface="Wingdings" panose="05000000000000000000" pitchFamily="2" charset="2"/>
              <a:buChar char="§"/>
              <a:defRPr sz="1400" kern="1200">
                <a:solidFill>
                  <a:schemeClr val="tx1"/>
                </a:solidFill>
                <a:latin typeface="+mn-lt"/>
                <a:ea typeface="+mn-ea"/>
                <a:cs typeface="+mn-cs"/>
              </a:defRPr>
            </a:lvl2pPr>
            <a:lvl3pPr marL="360000" indent="-180000" algn="l" defTabSz="914400" rtl="0" eaLnBrk="1" latinLnBrk="0" hangingPunct="1">
              <a:lnSpc>
                <a:spcPct val="100000"/>
              </a:lnSpc>
              <a:spcBef>
                <a:spcPts val="600"/>
              </a:spcBef>
              <a:buClr>
                <a:schemeClr val="tx1"/>
              </a:buClr>
              <a:buFont typeface="Arial" panose="020B0604020202020204" pitchFamily="34" charset="0"/>
              <a:buChar char="•"/>
              <a:defRPr sz="1400" kern="1200">
                <a:solidFill>
                  <a:schemeClr val="tx1"/>
                </a:solidFill>
                <a:latin typeface="+mn-lt"/>
                <a:ea typeface="+mn-ea"/>
                <a:cs typeface="+mn-cs"/>
              </a:defRPr>
            </a:lvl3pPr>
            <a:lvl4pPr marL="539750" indent="-180000" algn="l" defTabSz="914400" rtl="0" eaLnBrk="1" latinLnBrk="0" hangingPunct="1">
              <a:lnSpc>
                <a:spcPct val="100000"/>
              </a:lnSpc>
              <a:spcBef>
                <a:spcPts val="600"/>
              </a:spcBef>
              <a:buClr>
                <a:schemeClr val="tx1"/>
              </a:buClr>
              <a:buFont typeface="Verdana" panose="020B0604030504040204" pitchFamily="34" charset="0"/>
              <a:buChar char="‒"/>
              <a:tabLst/>
              <a:defRPr sz="1200" kern="1200">
                <a:solidFill>
                  <a:schemeClr val="tx1"/>
                </a:solidFill>
                <a:latin typeface="+mn-lt"/>
                <a:ea typeface="+mn-ea"/>
                <a:cs typeface="+mn-cs"/>
              </a:defRPr>
            </a:lvl4pPr>
            <a:lvl5pPr marL="719138" indent="-180975" algn="l" defTabSz="914400" rtl="0" eaLnBrk="1" latinLnBrk="0" hangingPunct="1">
              <a:lnSpc>
                <a:spcPct val="100000"/>
              </a:lnSpc>
              <a:spcBef>
                <a:spcPts val="600"/>
              </a:spcBef>
              <a:buClr>
                <a:schemeClr val="tx1"/>
              </a:buClr>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fr-FR"/>
              <a:t>Capgemini </a:t>
            </a:r>
            <a:r>
              <a:rPr lang="fr-FR" err="1"/>
              <a:t>Invent</a:t>
            </a:r>
            <a:r>
              <a:rPr lang="fr-FR"/>
              <a:t> v10.0</a:t>
            </a:r>
          </a:p>
        </p:txBody>
      </p:sp>
      <p:sp>
        <p:nvSpPr>
          <p:cNvPr id="29" name="FootnoteAndSource" hidden="1">
            <a:extLst>
              <a:ext uri="{FF2B5EF4-FFF2-40B4-BE49-F238E27FC236}">
                <a16:creationId xmlns:a16="http://schemas.microsoft.com/office/drawing/2014/main" id="{96E9BC24-418C-4CE4-8E81-3AF9AB04DEAA}"/>
              </a:ext>
            </a:extLst>
          </p:cNvPr>
          <p:cNvSpPr txBox="1"/>
          <p:nvPr userDrawn="1"/>
        </p:nvSpPr>
        <p:spPr>
          <a:xfrm>
            <a:off x="545323" y="6304130"/>
            <a:ext cx="11340000" cy="162096"/>
          </a:xfrm>
          <a:prstGeom prst="rect">
            <a:avLst/>
          </a:prstGeom>
          <a:noFill/>
        </p:spPr>
        <p:txBody>
          <a:bodyPr vert="horz" wrap="square" lIns="0" tIns="25400" rIns="0" bIns="25400" rtlCol="0" anchor="b" anchorCtr="0">
            <a:spAutoFit/>
          </a:bodyPr>
          <a:lstStyle>
            <a:defPPr>
              <a:defRPr lang="pt-PT"/>
            </a:defPPr>
            <a:lvl1pPr marL="429768" indent="-429768">
              <a:lnSpc>
                <a:spcPct val="90000"/>
              </a:lnSpc>
              <a:tabLst>
                <a:tab pos="347472" algn="r"/>
              </a:tabLst>
              <a:defRPr sz="800"/>
            </a:lvl1pPr>
          </a:lstStyle>
          <a:p>
            <a:pPr marL="429768" indent="-429768" defTabSz="914400">
              <a:lnSpc>
                <a:spcPct val="90000"/>
              </a:lnSpc>
              <a:tabLst>
                <a:tab pos="347472" algn="r"/>
              </a:tabLst>
            </a:pPr>
            <a:r>
              <a:rPr lang="de-DE" sz="800"/>
              <a:t>	Source:	Source Text</a:t>
            </a:r>
          </a:p>
        </p:txBody>
      </p:sp>
      <p:grpSp>
        <p:nvGrpSpPr>
          <p:cNvPr id="3" name="Group 37">
            <a:extLst>
              <a:ext uri="{FF2B5EF4-FFF2-40B4-BE49-F238E27FC236}">
                <a16:creationId xmlns:a16="http://schemas.microsoft.com/office/drawing/2014/main" id="{9962DC9F-19EF-0160-1ECB-38EA543386E4}"/>
              </a:ext>
            </a:extLst>
          </p:cNvPr>
          <p:cNvGrpSpPr/>
          <p:nvPr userDrawn="1"/>
        </p:nvGrpSpPr>
        <p:grpSpPr>
          <a:xfrm>
            <a:off x="11770322" y="176700"/>
            <a:ext cx="260230" cy="240782"/>
            <a:chOff x="5481638" y="2859088"/>
            <a:chExt cx="1231900" cy="1139825"/>
          </a:xfrm>
          <a:solidFill>
            <a:schemeClr val="tx2"/>
          </a:solidFill>
        </p:grpSpPr>
        <p:sp>
          <p:nvSpPr>
            <p:cNvPr id="6" name="Freeform 320">
              <a:extLst>
                <a:ext uri="{FF2B5EF4-FFF2-40B4-BE49-F238E27FC236}">
                  <a16:creationId xmlns:a16="http://schemas.microsoft.com/office/drawing/2014/main" id="{9EB66FFA-57EA-AE57-615D-D19F28A47239}"/>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7" name="Freeform 321">
              <a:extLst>
                <a:ext uri="{FF2B5EF4-FFF2-40B4-BE49-F238E27FC236}">
                  <a16:creationId xmlns:a16="http://schemas.microsoft.com/office/drawing/2014/main" id="{FF39CD59-7E45-33C5-FA77-E50FFA28B646}"/>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2" name="Text Placeholder 1">
            <a:extLst>
              <a:ext uri="{FF2B5EF4-FFF2-40B4-BE49-F238E27FC236}">
                <a16:creationId xmlns:a16="http://schemas.microsoft.com/office/drawing/2014/main" id="{156439DF-44D6-437D-43F8-6C05612D6564}"/>
              </a:ext>
            </a:extLst>
          </p:cNvPr>
          <p:cNvSpPr>
            <a:spLocks noGrp="1"/>
          </p:cNvSpPr>
          <p:nvPr>
            <p:ph type="body" idx="1"/>
          </p:nvPr>
        </p:nvSpPr>
        <p:spPr>
          <a:xfrm>
            <a:off x="551384" y="1628800"/>
            <a:ext cx="11090938" cy="4668638"/>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Tree>
    <p:extLst>
      <p:ext uri="{BB962C8B-B14F-4D97-AF65-F5344CB8AC3E}">
        <p14:creationId xmlns:p14="http://schemas.microsoft.com/office/powerpoint/2010/main" val="164125630"/>
      </p:ext>
    </p:extLst>
  </p:cSld>
  <p:clrMap bg1="lt1" tx1="dk1" bg2="lt2" tx2="dk2" accent1="accent1" accent2="accent2" accent3="accent3" accent4="accent4" accent5="accent5" accent6="accent6" hlink="hlink" folHlink="folHlink"/>
  <p:sldLayoutIdLst>
    <p:sldLayoutId id="2147483860" r:id="rId1"/>
    <p:sldLayoutId id="2147484008" r:id="rId2"/>
    <p:sldLayoutId id="2147484007" r:id="rId3"/>
    <p:sldLayoutId id="2147483823" r:id="rId4"/>
    <p:sldLayoutId id="2147483826" r:id="rId5"/>
    <p:sldLayoutId id="2147483827" r:id="rId6"/>
    <p:sldLayoutId id="2147483869" r:id="rId7"/>
    <p:sldLayoutId id="2147483829" r:id="rId8"/>
    <p:sldLayoutId id="2147483870" r:id="rId9"/>
    <p:sldLayoutId id="2147483831" r:id="rId10"/>
    <p:sldLayoutId id="2147483871" r:id="rId11"/>
    <p:sldLayoutId id="2147483833" r:id="rId12"/>
    <p:sldLayoutId id="2147483872" r:id="rId13"/>
    <p:sldLayoutId id="2147483835" r:id="rId14"/>
    <p:sldLayoutId id="2147483873" r:id="rId15"/>
    <p:sldLayoutId id="2147483837" r:id="rId16"/>
    <p:sldLayoutId id="2147483874" r:id="rId17"/>
    <p:sldLayoutId id="2147483838" r:id="rId18"/>
    <p:sldLayoutId id="2147483875" r:id="rId19"/>
    <p:sldLayoutId id="2147483840" r:id="rId20"/>
    <p:sldLayoutId id="2147483876" r:id="rId21"/>
    <p:sldLayoutId id="2147483842" r:id="rId22"/>
    <p:sldLayoutId id="2147483877" r:id="rId23"/>
    <p:sldLayoutId id="2147483844" r:id="rId24"/>
    <p:sldLayoutId id="2147483878" r:id="rId25"/>
    <p:sldLayoutId id="2147483845" r:id="rId26"/>
    <p:sldLayoutId id="2147483879" r:id="rId27"/>
    <p:sldLayoutId id="2147483847" r:id="rId28"/>
    <p:sldLayoutId id="2147483880" r:id="rId29"/>
    <p:sldLayoutId id="2147483848" r:id="rId30"/>
    <p:sldLayoutId id="2147483849" r:id="rId31"/>
    <p:sldLayoutId id="2147483858" r:id="rId32"/>
    <p:sldLayoutId id="2147483859" r:id="rId33"/>
    <p:sldLayoutId id="2147484009" r:id="rId34"/>
  </p:sldLayoutIdLst>
  <p:hf hdr="0"/>
  <p:txStyles>
    <p:titleStyle>
      <a:lvl1pPr marL="0" marR="0" indent="0" algn="l" defTabSz="914400" rtl="0" eaLnBrk="1" fontAlgn="auto" latinLnBrk="0" hangingPunct="1">
        <a:lnSpc>
          <a:spcPct val="90000"/>
        </a:lnSpc>
        <a:spcBef>
          <a:spcPct val="0"/>
        </a:spcBef>
        <a:spcAft>
          <a:spcPts val="0"/>
        </a:spcAft>
        <a:buClrTx/>
        <a:buSzTx/>
        <a:buFontTx/>
        <a:buNone/>
        <a:tabLst/>
        <a:defRPr kumimoji="0" lang="de-DE" sz="3200" b="0" i="0" u="none" strike="noStrike" kern="1200" cap="none" spc="0" normalizeH="0" baseline="0" noProof="0" dirty="0">
          <a:ln>
            <a:noFill/>
          </a:ln>
          <a:solidFill>
            <a:schemeClr val="tx1"/>
          </a:solidFill>
          <a:effectLst/>
          <a:uLnTx/>
          <a:uFillTx/>
          <a:latin typeface="+mj-lt"/>
          <a:ea typeface="+mj-ea"/>
          <a:cs typeface="+mj-cs"/>
        </a:defRPr>
      </a:lvl1pPr>
    </p:titleStyle>
    <p:bodyStyle>
      <a:lvl1pPr marL="0" marR="0" indent="0" algn="l" defTabSz="914400" rtl="0" eaLnBrk="1" fontAlgn="auto" latinLnBrk="0" hangingPunct="1">
        <a:lnSpc>
          <a:spcPct val="100000"/>
        </a:lnSpc>
        <a:spcBef>
          <a:spcPts val="1800"/>
        </a:spcBef>
        <a:spcAft>
          <a:spcPts val="0"/>
        </a:spcAft>
        <a:buClrTx/>
        <a:buSzTx/>
        <a:buFont typeface="Arial" panose="020B0604020202020204" pitchFamily="34" charset="0"/>
        <a:buNone/>
        <a:tabLst/>
        <a:defRPr sz="1400" kern="1200">
          <a:solidFill>
            <a:schemeClr val="tx1"/>
          </a:solidFill>
          <a:latin typeface="+mn-lt"/>
          <a:ea typeface="+mn-ea"/>
          <a:cs typeface="+mn-cs"/>
        </a:defRPr>
      </a:lvl1pPr>
      <a:lvl2pPr marL="180975" indent="-180975" algn="l" defTabSz="914400" rtl="0" eaLnBrk="1" latinLnBrk="0" hangingPunct="1">
        <a:lnSpc>
          <a:spcPct val="100000"/>
        </a:lnSpc>
        <a:spcBef>
          <a:spcPts val="600"/>
        </a:spcBef>
        <a:buClr>
          <a:schemeClr val="tx2"/>
        </a:buClr>
        <a:buFont typeface="Arial" panose="020B0604020202020204" pitchFamily="34" charset="0"/>
        <a:buChar char="•"/>
        <a:defRPr sz="1400" kern="1200">
          <a:solidFill>
            <a:schemeClr val="tx1"/>
          </a:solidFill>
          <a:latin typeface="+mn-lt"/>
          <a:ea typeface="+mn-ea"/>
          <a:cs typeface="+mn-cs"/>
        </a:defRPr>
      </a:lvl2pPr>
      <a:lvl3pPr marL="360000" indent="-180000" algn="l" defTabSz="914400" rtl="0" eaLnBrk="1" latinLnBrk="0" hangingPunct="1">
        <a:lnSpc>
          <a:spcPct val="100000"/>
        </a:lnSpc>
        <a:spcBef>
          <a:spcPts val="600"/>
        </a:spcBef>
        <a:buClr>
          <a:schemeClr val="tx2"/>
        </a:buClr>
        <a:buFont typeface="System Font Regular"/>
        <a:buChar char="-"/>
        <a:defRPr sz="1400" kern="1200">
          <a:solidFill>
            <a:schemeClr val="tx1"/>
          </a:solidFill>
          <a:latin typeface="+mn-lt"/>
          <a:ea typeface="+mn-ea"/>
          <a:cs typeface="+mn-cs"/>
        </a:defRPr>
      </a:lvl3pPr>
      <a:lvl4pPr marL="539750" indent="-180000" algn="l" defTabSz="914400" rtl="0" eaLnBrk="1" latinLnBrk="0" hangingPunct="1">
        <a:lnSpc>
          <a:spcPct val="100000"/>
        </a:lnSpc>
        <a:spcBef>
          <a:spcPts val="600"/>
        </a:spcBef>
        <a:buClr>
          <a:schemeClr val="accent2"/>
        </a:buClr>
        <a:buFont typeface="Arial" panose="020B0604020202020204" pitchFamily="34" charset="0"/>
        <a:buChar char="•"/>
        <a:tabLst/>
        <a:defRPr sz="1400" kern="1200">
          <a:solidFill>
            <a:schemeClr val="tx1"/>
          </a:solidFill>
          <a:latin typeface="+mn-lt"/>
          <a:ea typeface="+mn-ea"/>
          <a:cs typeface="+mn-cs"/>
        </a:defRPr>
      </a:lvl4pPr>
      <a:lvl5pPr marL="719138" indent="-180975" algn="l" defTabSz="914400" rtl="0" eaLnBrk="1" latinLnBrk="0" hangingPunct="1">
        <a:lnSpc>
          <a:spcPct val="100000"/>
        </a:lnSpc>
        <a:spcBef>
          <a:spcPts val="600"/>
        </a:spcBef>
        <a:buClr>
          <a:schemeClr val="tx2"/>
        </a:buClr>
        <a:buFont typeface="System Font Regular"/>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P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8" orient="horz" pos="709">
          <p15:clr>
            <a:srgbClr val="F26B43"/>
          </p15:clr>
        </p15:guide>
        <p15:guide id="19" orient="horz" pos="4065">
          <p15:clr>
            <a:srgbClr val="F26B43"/>
          </p15:clr>
        </p15:guide>
        <p15:guide id="20" pos="347">
          <p15:clr>
            <a:srgbClr val="F26B43"/>
          </p15:clr>
        </p15:guide>
        <p15:guide id="21" pos="3840">
          <p15:clr>
            <a:srgbClr val="F26B43"/>
          </p15:clr>
        </p15:guide>
        <p15:guide id="22" pos="7333">
          <p15:clr>
            <a:srgbClr val="F26B43"/>
          </p15:clr>
        </p15:guide>
        <p15:guide id="23" orient="horz" pos="164">
          <p15:clr>
            <a:srgbClr val="F26B43"/>
          </p15:clr>
        </p15:guide>
        <p15:guide id="24" orient="horz" pos="1026">
          <p15:clr>
            <a:srgbClr val="F26B43"/>
          </p15:clr>
        </p15:guide>
        <p15:guide id="25" orient="horz" pos="346">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C9808D-C88D-B03B-32CF-D2C42857AA53}"/>
            </a:ext>
          </a:extLst>
        </p:cNvPr>
        <p:cNvGrpSpPr/>
        <p:nvPr/>
      </p:nvGrpSpPr>
      <p:grpSpPr>
        <a:xfrm>
          <a:off x="0" y="0"/>
          <a:ext cx="0" cy="0"/>
          <a:chOff x="0" y="0"/>
          <a:chExt cx="0" cy="0"/>
        </a:xfrm>
      </p:grpSpPr>
      <p:sp>
        <p:nvSpPr>
          <p:cNvPr id="28" name="Date Placeholder 27">
            <a:extLst>
              <a:ext uri="{FF2B5EF4-FFF2-40B4-BE49-F238E27FC236}">
                <a16:creationId xmlns:a16="http://schemas.microsoft.com/office/drawing/2014/main" id="{7B068F88-BA31-177A-C2B5-1585FE35BD48}"/>
              </a:ext>
            </a:extLst>
          </p:cNvPr>
          <p:cNvSpPr>
            <a:spLocks noGrp="1"/>
          </p:cNvSpPr>
          <p:nvPr>
            <p:ph type="dt" sz="half" idx="10"/>
          </p:nvPr>
        </p:nvSpPr>
        <p:spPr/>
        <p:txBody>
          <a:bodyPr/>
          <a:lstStyle/>
          <a:p>
            <a:r>
              <a:rPr lang="en-US"/>
              <a:t>Company Confidential © Capgemini 2026. All rights reserved.</a:t>
            </a:r>
          </a:p>
        </p:txBody>
      </p:sp>
      <p:sp>
        <p:nvSpPr>
          <p:cNvPr id="29" name="Footer Placeholder 28">
            <a:extLst>
              <a:ext uri="{FF2B5EF4-FFF2-40B4-BE49-F238E27FC236}">
                <a16:creationId xmlns:a16="http://schemas.microsoft.com/office/drawing/2014/main" id="{0CAC0EBB-B542-A534-D976-2952B8491909}"/>
              </a:ext>
            </a:extLst>
          </p:cNvPr>
          <p:cNvSpPr>
            <a:spLocks noGrp="1"/>
          </p:cNvSpPr>
          <p:nvPr>
            <p:ph type="ftr" sz="quarter" idx="11"/>
          </p:nvPr>
        </p:nvSpPr>
        <p:spPr/>
        <p:txBody>
          <a:bodyPr/>
          <a:lstStyle/>
          <a:p>
            <a:r>
              <a:rPr lang="en-US"/>
              <a:t>Presentation Title | Author | Date</a:t>
            </a:r>
          </a:p>
        </p:txBody>
      </p:sp>
      <p:sp>
        <p:nvSpPr>
          <p:cNvPr id="30" name="Slide Number Placeholder 29">
            <a:extLst>
              <a:ext uri="{FF2B5EF4-FFF2-40B4-BE49-F238E27FC236}">
                <a16:creationId xmlns:a16="http://schemas.microsoft.com/office/drawing/2014/main" id="{56898325-CF5F-AF54-57A9-F3AA68779192}"/>
              </a:ext>
            </a:extLst>
          </p:cNvPr>
          <p:cNvSpPr>
            <a:spLocks noGrp="1"/>
          </p:cNvSpPr>
          <p:nvPr>
            <p:ph type="sldNum" sz="quarter" idx="12"/>
          </p:nvPr>
        </p:nvSpPr>
        <p:spPr/>
        <p:txBody>
          <a:bodyPr/>
          <a:lstStyle/>
          <a:p>
            <a:fld id="{5D9A5160-6218-4E5A-B9E6-B93E3DAE377C}" type="slidenum">
              <a:rPr lang="en-US" smtClean="0"/>
              <a:pPr/>
              <a:t>1</a:t>
            </a:fld>
            <a:endParaRPr lang="en-US"/>
          </a:p>
        </p:txBody>
      </p:sp>
      <p:sp>
        <p:nvSpPr>
          <p:cNvPr id="7" name="Rounded Rectangle 6">
            <a:extLst>
              <a:ext uri="{FF2B5EF4-FFF2-40B4-BE49-F238E27FC236}">
                <a16:creationId xmlns:a16="http://schemas.microsoft.com/office/drawing/2014/main" id="{3EF55D29-D549-A161-BAC6-AF540E6AF3A6}"/>
              </a:ext>
            </a:extLst>
          </p:cNvPr>
          <p:cNvSpPr/>
          <p:nvPr/>
        </p:nvSpPr>
        <p:spPr>
          <a:xfrm>
            <a:off x="344500" y="1072137"/>
            <a:ext cx="5666717" cy="2718124"/>
          </a:xfrm>
          <a:prstGeom prst="roundRect">
            <a:avLst>
              <a:gd name="adj" fmla="val 2021"/>
            </a:avLst>
          </a:prstGeom>
          <a:solidFill>
            <a:schemeClr val="bg1">
              <a:lumMod val="95000"/>
            </a:schemeClr>
          </a:solidFill>
          <a:ln w="9525">
            <a:noFill/>
            <a:prstDash val="solid"/>
          </a:ln>
          <a:effectLst>
            <a:outerShdw blurRad="50800" dist="25400" dir="96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fontAlgn="t">
              <a:lnSpc>
                <a:spcPts val="1500"/>
              </a:lnSpc>
            </a:pPr>
            <a:r>
              <a:rPr lang="en-US" sz="1200">
                <a:solidFill>
                  <a:schemeClr val="tx1"/>
                </a:solidFill>
              </a:rPr>
              <a:t>Modern software engineering and IT operations teams face growing complexity, resource constraints, and rising delivery expectations:</a:t>
            </a:r>
          </a:p>
          <a:p>
            <a:pPr fontAlgn="t">
              <a:lnSpc>
                <a:spcPts val="1500"/>
              </a:lnSpc>
            </a:pPr>
            <a:r>
              <a:rPr lang="en-US" sz="1200" b="1">
                <a:solidFill>
                  <a:schemeClr val="tx1"/>
                </a:solidFill>
              </a:rPr>
              <a:t>Development Challenges</a:t>
            </a:r>
          </a:p>
          <a:p>
            <a:pPr fontAlgn="t">
              <a:lnSpc>
                <a:spcPts val="1500"/>
              </a:lnSpc>
              <a:buFont typeface="Arial" panose="020B0604020202020204" pitchFamily="34" charset="0"/>
              <a:buChar char="•"/>
            </a:pPr>
            <a:r>
              <a:rPr lang="en-US" sz="1200">
                <a:solidFill>
                  <a:schemeClr val="tx1"/>
                </a:solidFill>
              </a:rPr>
              <a:t>40–50% of developer time is spent on repetitive tasks (boilerplate code, writing tests, documentation).</a:t>
            </a:r>
          </a:p>
          <a:p>
            <a:pPr fontAlgn="t">
              <a:lnSpc>
                <a:spcPts val="1500"/>
              </a:lnSpc>
              <a:buFont typeface="Arial" panose="020B0604020202020204" pitchFamily="34" charset="0"/>
              <a:buChar char="•"/>
            </a:pPr>
            <a:r>
              <a:rPr lang="en-US" sz="1200">
                <a:solidFill>
                  <a:schemeClr val="tx1"/>
                </a:solidFill>
              </a:rPr>
              <a:t>Manual code reviews are inconsistent, time‑consuming, and often delayed.</a:t>
            </a:r>
          </a:p>
          <a:p>
            <a:pPr fontAlgn="t">
              <a:lnSpc>
                <a:spcPts val="1500"/>
              </a:lnSpc>
              <a:buFont typeface="Arial" panose="020B0604020202020204" pitchFamily="34" charset="0"/>
              <a:buChar char="•"/>
            </a:pPr>
            <a:r>
              <a:rPr lang="en-US" sz="1200">
                <a:solidFill>
                  <a:schemeClr val="tx1"/>
                </a:solidFill>
              </a:rPr>
              <a:t>Teams lack consistent standards, creating technical debt.</a:t>
            </a:r>
          </a:p>
          <a:p>
            <a:pPr fontAlgn="t">
              <a:lnSpc>
                <a:spcPts val="1500"/>
              </a:lnSpc>
            </a:pPr>
            <a:r>
              <a:rPr lang="en-US" sz="1200" b="1">
                <a:solidFill>
                  <a:schemeClr val="tx1"/>
                </a:solidFill>
              </a:rPr>
              <a:t>IT Operations Challenges</a:t>
            </a:r>
          </a:p>
          <a:p>
            <a:pPr fontAlgn="t">
              <a:lnSpc>
                <a:spcPts val="1500"/>
              </a:lnSpc>
              <a:buFont typeface="Arial" panose="020B0604020202020204" pitchFamily="34" charset="0"/>
              <a:buChar char="•"/>
            </a:pPr>
            <a:r>
              <a:rPr lang="en-US" sz="1200">
                <a:solidFill>
                  <a:schemeClr val="tx1"/>
                </a:solidFill>
              </a:rPr>
              <a:t>High volume of repeat incidents and support tickets (password resets, service restarts, log errors).</a:t>
            </a:r>
          </a:p>
          <a:p>
            <a:pPr fontAlgn="t">
              <a:lnSpc>
                <a:spcPts val="1500"/>
              </a:lnSpc>
              <a:buFont typeface="Arial" panose="020B0604020202020204" pitchFamily="34" charset="0"/>
              <a:buChar char="•"/>
            </a:pPr>
            <a:r>
              <a:rPr lang="en-US" sz="1200">
                <a:solidFill>
                  <a:schemeClr val="tx1"/>
                </a:solidFill>
              </a:rPr>
              <a:t>Reactive operations increase MTTR and risk service disruptions.</a:t>
            </a:r>
          </a:p>
          <a:p>
            <a:pPr fontAlgn="t">
              <a:lnSpc>
                <a:spcPts val="1500"/>
              </a:lnSpc>
              <a:buFont typeface="Arial" panose="020B0604020202020204" pitchFamily="34" charset="0"/>
              <a:buChar char="•"/>
            </a:pPr>
            <a:r>
              <a:rPr lang="en-US" sz="1200">
                <a:solidFill>
                  <a:schemeClr val="tx1"/>
                </a:solidFill>
              </a:rPr>
              <a:t>Lack of centralized intelligence across logs and telemetry makes RCA difficult.</a:t>
            </a:r>
          </a:p>
          <a:p>
            <a:pPr algn="ctr"/>
            <a:endParaRPr lang="en-US" sz="1200">
              <a:solidFill>
                <a:schemeClr val="bg1"/>
              </a:solidFill>
            </a:endParaRPr>
          </a:p>
        </p:txBody>
      </p:sp>
      <p:sp>
        <p:nvSpPr>
          <p:cNvPr id="14" name="Rounded Rectangle 13">
            <a:extLst>
              <a:ext uri="{FF2B5EF4-FFF2-40B4-BE49-F238E27FC236}">
                <a16:creationId xmlns:a16="http://schemas.microsoft.com/office/drawing/2014/main" id="{D34C0E58-2B38-D9D4-F6DD-CA95D28EBBB5}"/>
              </a:ext>
            </a:extLst>
          </p:cNvPr>
          <p:cNvSpPr/>
          <p:nvPr/>
        </p:nvSpPr>
        <p:spPr>
          <a:xfrm>
            <a:off x="9474085" y="152403"/>
            <a:ext cx="2717916" cy="6217517"/>
          </a:xfrm>
          <a:prstGeom prst="roundRect">
            <a:avLst>
              <a:gd name="adj" fmla="val 5069"/>
            </a:avLst>
          </a:prstGeom>
          <a:solidFill>
            <a:schemeClr val="bg1">
              <a:lumMod val="95000"/>
            </a:schemeClr>
          </a:solidFill>
          <a:ln w="9525">
            <a:noFill/>
            <a:prstDash val="solid"/>
          </a:ln>
          <a:effectLst>
            <a:outerShdw blurRad="50800" dist="25400" dir="96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a:solidFill>
                <a:schemeClr val="bg1"/>
              </a:solidFill>
            </a:endParaRPr>
          </a:p>
        </p:txBody>
      </p:sp>
      <p:sp>
        <p:nvSpPr>
          <p:cNvPr id="15" name="Rectangle 14">
            <a:extLst>
              <a:ext uri="{FF2B5EF4-FFF2-40B4-BE49-F238E27FC236}">
                <a16:creationId xmlns:a16="http://schemas.microsoft.com/office/drawing/2014/main" id="{AE6A3EFB-E7B0-980A-9BEA-4349A481291A}"/>
              </a:ext>
            </a:extLst>
          </p:cNvPr>
          <p:cNvSpPr/>
          <p:nvPr/>
        </p:nvSpPr>
        <p:spPr>
          <a:xfrm>
            <a:off x="9474084" y="396694"/>
            <a:ext cx="2468880" cy="219990"/>
          </a:xfrm>
          <a:prstGeom prst="rect">
            <a:avLst/>
          </a:prstGeom>
          <a:gradFill flip="none" rotWithShape="1">
            <a:gsLst>
              <a:gs pos="0">
                <a:schemeClr val="bg1">
                  <a:lumMod val="95000"/>
                </a:schemeClr>
              </a:gs>
              <a:gs pos="74000">
                <a:schemeClr val="accent3">
                  <a:lumMod val="50000"/>
                  <a:lumOff val="50000"/>
                </a:schemeClr>
              </a:gs>
              <a:gs pos="83000">
                <a:schemeClr val="accent3">
                  <a:lumMod val="75000"/>
                  <a:lumOff val="25000"/>
                </a:schemeClr>
              </a:gs>
              <a:gs pos="100000">
                <a:schemeClr val="accent3">
                  <a:lumMod val="75000"/>
                  <a:lumOff val="25000"/>
                </a:schemeClr>
              </a:gs>
            </a:gsLst>
            <a:lin ang="10800000" scaled="1"/>
            <a:tileRect/>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sp>
        <p:nvSpPr>
          <p:cNvPr id="16" name="TextBox 15">
            <a:extLst>
              <a:ext uri="{FF2B5EF4-FFF2-40B4-BE49-F238E27FC236}">
                <a16:creationId xmlns:a16="http://schemas.microsoft.com/office/drawing/2014/main" id="{9DCC833A-4C32-72B6-28BE-FFC9FDD37DBE}"/>
              </a:ext>
            </a:extLst>
          </p:cNvPr>
          <p:cNvSpPr txBox="1"/>
          <p:nvPr/>
        </p:nvSpPr>
        <p:spPr>
          <a:xfrm>
            <a:off x="9498824" y="360487"/>
            <a:ext cx="497550" cy="263791"/>
          </a:xfrm>
          <a:prstGeom prst="rect">
            <a:avLst/>
          </a:prstGeom>
          <a:noFill/>
        </p:spPr>
        <p:txBody>
          <a:bodyPr vert="horz" wrap="none" lIns="90000" tIns="46800" rIns="90000" bIns="46800" rtlCol="0" anchor="ctr">
            <a:spAutoFit/>
          </a:bodyPr>
          <a:lstStyle/>
          <a:p>
            <a:pPr algn="l">
              <a:spcBef>
                <a:spcPct val="0"/>
              </a:spcBef>
            </a:pPr>
            <a:r>
              <a:rPr lang="en-US" sz="1100">
                <a:solidFill>
                  <a:schemeClr val="bg1"/>
                </a:solidFill>
              </a:rPr>
              <a:t>WHY</a:t>
            </a:r>
          </a:p>
        </p:txBody>
      </p:sp>
      <p:sp>
        <p:nvSpPr>
          <p:cNvPr id="17" name="Rounded Rectangle 16">
            <a:extLst>
              <a:ext uri="{FF2B5EF4-FFF2-40B4-BE49-F238E27FC236}">
                <a16:creationId xmlns:a16="http://schemas.microsoft.com/office/drawing/2014/main" id="{67809C81-A2BB-0053-E829-1A7A06436F06}"/>
              </a:ext>
            </a:extLst>
          </p:cNvPr>
          <p:cNvSpPr/>
          <p:nvPr/>
        </p:nvSpPr>
        <p:spPr>
          <a:xfrm>
            <a:off x="7466408" y="4513284"/>
            <a:ext cx="1922839" cy="1822049"/>
          </a:xfrm>
          <a:prstGeom prst="roundRect">
            <a:avLst>
              <a:gd name="adj" fmla="val 5069"/>
            </a:avLst>
          </a:prstGeom>
          <a:solidFill>
            <a:schemeClr val="bg1">
              <a:lumMod val="95000"/>
            </a:schemeClr>
          </a:solidFill>
          <a:ln w="9525">
            <a:noFill/>
            <a:prstDash val="solid"/>
          </a:ln>
          <a:effectLst>
            <a:outerShdw blurRad="50800" dist="25400" dir="96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n-US" sz="1200">
                <a:solidFill>
                  <a:schemeClr val="tx1"/>
                </a:solidFill>
              </a:rPr>
              <a:t>Developers</a:t>
            </a:r>
          </a:p>
          <a:p>
            <a:r>
              <a:rPr lang="en-US" sz="1200">
                <a:solidFill>
                  <a:schemeClr val="tx1"/>
                </a:solidFill>
              </a:rPr>
              <a:t>DevOps/SRE</a:t>
            </a:r>
          </a:p>
          <a:p>
            <a:r>
              <a:rPr lang="en-US" sz="1200">
                <a:solidFill>
                  <a:schemeClr val="tx1"/>
                </a:solidFill>
              </a:rPr>
              <a:t>IT Support (L1/L2)</a:t>
            </a:r>
          </a:p>
          <a:p>
            <a:r>
              <a:rPr lang="en-US" sz="1200">
                <a:solidFill>
                  <a:schemeClr val="tx1"/>
                </a:solidFill>
              </a:rPr>
              <a:t>Enterprise Architects</a:t>
            </a:r>
          </a:p>
          <a:p>
            <a:r>
              <a:rPr lang="en-US" sz="1200">
                <a:solidFill>
                  <a:schemeClr val="tx1"/>
                </a:solidFill>
              </a:rPr>
              <a:t>Product Owners</a:t>
            </a:r>
          </a:p>
          <a:p>
            <a:r>
              <a:rPr lang="en-US" sz="1200">
                <a:solidFill>
                  <a:schemeClr val="tx1"/>
                </a:solidFill>
              </a:rPr>
              <a:t>CIO / CTO</a:t>
            </a:r>
          </a:p>
        </p:txBody>
      </p:sp>
      <p:sp>
        <p:nvSpPr>
          <p:cNvPr id="18" name="Rectangle 17">
            <a:extLst>
              <a:ext uri="{FF2B5EF4-FFF2-40B4-BE49-F238E27FC236}">
                <a16:creationId xmlns:a16="http://schemas.microsoft.com/office/drawing/2014/main" id="{BD0C65E4-4EA2-695A-0974-696F98D3C9D6}"/>
              </a:ext>
            </a:extLst>
          </p:cNvPr>
          <p:cNvSpPr/>
          <p:nvPr/>
        </p:nvSpPr>
        <p:spPr>
          <a:xfrm>
            <a:off x="7484545" y="3928208"/>
            <a:ext cx="1737360" cy="219456"/>
          </a:xfrm>
          <a:prstGeom prst="rect">
            <a:avLst/>
          </a:prstGeom>
          <a:gradFill flip="none" rotWithShape="1">
            <a:gsLst>
              <a:gs pos="0">
                <a:schemeClr val="bg1">
                  <a:lumMod val="95000"/>
                </a:schemeClr>
              </a:gs>
              <a:gs pos="74000">
                <a:schemeClr val="accent4"/>
              </a:gs>
              <a:gs pos="83000">
                <a:schemeClr val="accent4">
                  <a:lumMod val="75000"/>
                </a:schemeClr>
              </a:gs>
              <a:gs pos="100000">
                <a:schemeClr val="accent4">
                  <a:lumMod val="75000"/>
                </a:schemeClr>
              </a:gs>
            </a:gsLst>
            <a:lin ang="10800000" scaled="1"/>
            <a:tileRect/>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sp>
        <p:nvSpPr>
          <p:cNvPr id="19" name="TextBox 18">
            <a:extLst>
              <a:ext uri="{FF2B5EF4-FFF2-40B4-BE49-F238E27FC236}">
                <a16:creationId xmlns:a16="http://schemas.microsoft.com/office/drawing/2014/main" id="{45FC420C-7A76-1641-1513-CB1BB17113EC}"/>
              </a:ext>
            </a:extLst>
          </p:cNvPr>
          <p:cNvSpPr txBox="1"/>
          <p:nvPr/>
        </p:nvSpPr>
        <p:spPr>
          <a:xfrm>
            <a:off x="7509285" y="3892001"/>
            <a:ext cx="521594" cy="263791"/>
          </a:xfrm>
          <a:prstGeom prst="rect">
            <a:avLst/>
          </a:prstGeom>
          <a:noFill/>
        </p:spPr>
        <p:txBody>
          <a:bodyPr vert="horz" wrap="none" lIns="90000" tIns="46800" rIns="90000" bIns="46800" rtlCol="0" anchor="ctr">
            <a:spAutoFit/>
          </a:bodyPr>
          <a:lstStyle/>
          <a:p>
            <a:pPr algn="l">
              <a:spcBef>
                <a:spcPct val="0"/>
              </a:spcBef>
            </a:pPr>
            <a:r>
              <a:rPr lang="en-US" sz="1100">
                <a:solidFill>
                  <a:schemeClr val="bg1"/>
                </a:solidFill>
              </a:rPr>
              <a:t>WHO</a:t>
            </a:r>
          </a:p>
        </p:txBody>
      </p:sp>
      <p:sp>
        <p:nvSpPr>
          <p:cNvPr id="20" name="Rounded Rectangle 19">
            <a:extLst>
              <a:ext uri="{FF2B5EF4-FFF2-40B4-BE49-F238E27FC236}">
                <a16:creationId xmlns:a16="http://schemas.microsoft.com/office/drawing/2014/main" id="{75F2B3CD-0104-AC57-AF27-E39485AE5646}"/>
              </a:ext>
            </a:extLst>
          </p:cNvPr>
          <p:cNvSpPr/>
          <p:nvPr/>
        </p:nvSpPr>
        <p:spPr>
          <a:xfrm>
            <a:off x="259148" y="4025333"/>
            <a:ext cx="7122422" cy="2344588"/>
          </a:xfrm>
          <a:prstGeom prst="roundRect">
            <a:avLst>
              <a:gd name="adj" fmla="val 5069"/>
            </a:avLst>
          </a:prstGeom>
          <a:solidFill>
            <a:schemeClr val="bg1">
              <a:lumMod val="95000"/>
            </a:schemeClr>
          </a:solidFill>
          <a:ln w="9525">
            <a:noFill/>
            <a:prstDash val="solid"/>
          </a:ln>
          <a:effectLst>
            <a:outerShdw blurRad="50800" dist="25400" dir="96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dirty="0">
              <a:solidFill>
                <a:schemeClr val="tx1"/>
              </a:solidFill>
            </a:endParaRPr>
          </a:p>
        </p:txBody>
      </p:sp>
      <p:sp>
        <p:nvSpPr>
          <p:cNvPr id="21" name="Rectangle 20">
            <a:extLst>
              <a:ext uri="{FF2B5EF4-FFF2-40B4-BE49-F238E27FC236}">
                <a16:creationId xmlns:a16="http://schemas.microsoft.com/office/drawing/2014/main" id="{A6CD3C9A-FACF-2625-5F64-D30C21608F62}"/>
              </a:ext>
            </a:extLst>
          </p:cNvPr>
          <p:cNvSpPr/>
          <p:nvPr/>
        </p:nvSpPr>
        <p:spPr>
          <a:xfrm>
            <a:off x="249250" y="4269623"/>
            <a:ext cx="7132320" cy="219990"/>
          </a:xfrm>
          <a:prstGeom prst="rect">
            <a:avLst/>
          </a:prstGeom>
          <a:gradFill flip="none" rotWithShape="1">
            <a:gsLst>
              <a:gs pos="0">
                <a:schemeClr val="bg1">
                  <a:lumMod val="95000"/>
                </a:schemeClr>
              </a:gs>
              <a:gs pos="74000">
                <a:schemeClr val="accent6"/>
              </a:gs>
              <a:gs pos="83000">
                <a:schemeClr val="accent6">
                  <a:lumMod val="75000"/>
                </a:schemeClr>
              </a:gs>
              <a:gs pos="100000">
                <a:schemeClr val="accent6">
                  <a:lumMod val="75000"/>
                </a:schemeClr>
              </a:gs>
            </a:gsLst>
            <a:lin ang="10800000" scaled="1"/>
            <a:tileRect/>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sp>
        <p:nvSpPr>
          <p:cNvPr id="22" name="TextBox 21">
            <a:extLst>
              <a:ext uri="{FF2B5EF4-FFF2-40B4-BE49-F238E27FC236}">
                <a16:creationId xmlns:a16="http://schemas.microsoft.com/office/drawing/2014/main" id="{FF0B5E9F-09FB-7686-28CC-A8814654849A}"/>
              </a:ext>
            </a:extLst>
          </p:cNvPr>
          <p:cNvSpPr txBox="1"/>
          <p:nvPr/>
        </p:nvSpPr>
        <p:spPr>
          <a:xfrm>
            <a:off x="273990" y="4233416"/>
            <a:ext cx="521594" cy="263791"/>
          </a:xfrm>
          <a:prstGeom prst="rect">
            <a:avLst/>
          </a:prstGeom>
          <a:noFill/>
        </p:spPr>
        <p:txBody>
          <a:bodyPr vert="horz" wrap="none" lIns="90000" tIns="46800" rIns="90000" bIns="46800" rtlCol="0" anchor="ctr">
            <a:spAutoFit/>
          </a:bodyPr>
          <a:lstStyle/>
          <a:p>
            <a:pPr algn="l">
              <a:spcBef>
                <a:spcPct val="0"/>
              </a:spcBef>
            </a:pPr>
            <a:r>
              <a:rPr lang="en-US" sz="1100">
                <a:solidFill>
                  <a:schemeClr val="bg1"/>
                </a:solidFill>
              </a:rPr>
              <a:t>HOW</a:t>
            </a:r>
          </a:p>
        </p:txBody>
      </p:sp>
      <p:grpSp>
        <p:nvGrpSpPr>
          <p:cNvPr id="24" name="Group 37">
            <a:extLst>
              <a:ext uri="{FF2B5EF4-FFF2-40B4-BE49-F238E27FC236}">
                <a16:creationId xmlns:a16="http://schemas.microsoft.com/office/drawing/2014/main" id="{BCBD625D-5987-ABDE-7905-0A34C89EE9D9}"/>
              </a:ext>
            </a:extLst>
          </p:cNvPr>
          <p:cNvGrpSpPr/>
          <p:nvPr/>
        </p:nvGrpSpPr>
        <p:grpSpPr>
          <a:xfrm>
            <a:off x="11770322" y="176700"/>
            <a:ext cx="260230" cy="240782"/>
            <a:chOff x="5481638" y="2859088"/>
            <a:chExt cx="1231900" cy="1139825"/>
          </a:xfrm>
          <a:solidFill>
            <a:schemeClr val="tx2"/>
          </a:solidFill>
        </p:grpSpPr>
        <p:sp>
          <p:nvSpPr>
            <p:cNvPr id="25" name="Freeform 320">
              <a:extLst>
                <a:ext uri="{FF2B5EF4-FFF2-40B4-BE49-F238E27FC236}">
                  <a16:creationId xmlns:a16="http://schemas.microsoft.com/office/drawing/2014/main" id="{CB9095B4-3DFA-E01E-EBBA-A64A119A2435}"/>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6" name="Freeform 321">
              <a:extLst>
                <a:ext uri="{FF2B5EF4-FFF2-40B4-BE49-F238E27FC236}">
                  <a16:creationId xmlns:a16="http://schemas.microsoft.com/office/drawing/2014/main" id="{ED444337-04BD-B18F-943A-53A8052CAEBF}"/>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27" name="Rounded Rectangle 26">
            <a:extLst>
              <a:ext uri="{FF2B5EF4-FFF2-40B4-BE49-F238E27FC236}">
                <a16:creationId xmlns:a16="http://schemas.microsoft.com/office/drawing/2014/main" id="{863B91BB-9D71-DE85-3294-6EF2B2CF08E0}"/>
              </a:ext>
            </a:extLst>
          </p:cNvPr>
          <p:cNvSpPr/>
          <p:nvPr/>
        </p:nvSpPr>
        <p:spPr>
          <a:xfrm>
            <a:off x="9592837" y="661225"/>
            <a:ext cx="2377440" cy="263791"/>
          </a:xfrm>
          <a:prstGeom prst="roundRect">
            <a:avLst>
              <a:gd name="adj" fmla="val 50000"/>
            </a:avLst>
          </a:prstGeom>
          <a:solidFill>
            <a:schemeClr val="bg2">
              <a:lumMod val="85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sp>
        <p:nvSpPr>
          <p:cNvPr id="31" name="TextBox 30">
            <a:extLst>
              <a:ext uri="{FF2B5EF4-FFF2-40B4-BE49-F238E27FC236}">
                <a16:creationId xmlns:a16="http://schemas.microsoft.com/office/drawing/2014/main" id="{42BCF0F3-0E2E-F837-10C4-352B97FD2DB8}"/>
              </a:ext>
            </a:extLst>
          </p:cNvPr>
          <p:cNvSpPr txBox="1"/>
          <p:nvPr/>
        </p:nvSpPr>
        <p:spPr>
          <a:xfrm>
            <a:off x="9839717" y="646592"/>
            <a:ext cx="1090661" cy="263791"/>
          </a:xfrm>
          <a:prstGeom prst="rect">
            <a:avLst/>
          </a:prstGeom>
          <a:noFill/>
        </p:spPr>
        <p:txBody>
          <a:bodyPr vert="horz" wrap="none" lIns="90000" tIns="46800" rIns="90000" bIns="46800" rtlCol="0" anchor="ctr">
            <a:spAutoFit/>
          </a:bodyPr>
          <a:lstStyle/>
          <a:p>
            <a:pPr algn="l">
              <a:spcBef>
                <a:spcPct val="0"/>
              </a:spcBef>
            </a:pPr>
            <a:r>
              <a:rPr lang="en-US" sz="1100"/>
              <a:t>KPIs Impacted</a:t>
            </a:r>
          </a:p>
        </p:txBody>
      </p:sp>
      <p:sp>
        <p:nvSpPr>
          <p:cNvPr id="32" name="Rounded Rectangle 31">
            <a:extLst>
              <a:ext uri="{FF2B5EF4-FFF2-40B4-BE49-F238E27FC236}">
                <a16:creationId xmlns:a16="http://schemas.microsoft.com/office/drawing/2014/main" id="{C2303EE9-3969-ACA1-BD43-C4EA3992EAB8}"/>
              </a:ext>
            </a:extLst>
          </p:cNvPr>
          <p:cNvSpPr/>
          <p:nvPr/>
        </p:nvSpPr>
        <p:spPr>
          <a:xfrm>
            <a:off x="9474084" y="2894793"/>
            <a:ext cx="2377440" cy="263791"/>
          </a:xfrm>
          <a:prstGeom prst="roundRect">
            <a:avLst>
              <a:gd name="adj" fmla="val 50000"/>
            </a:avLst>
          </a:prstGeom>
          <a:solidFill>
            <a:schemeClr val="bg2">
              <a:lumMod val="85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sp>
        <p:nvSpPr>
          <p:cNvPr id="33" name="TextBox 32">
            <a:extLst>
              <a:ext uri="{FF2B5EF4-FFF2-40B4-BE49-F238E27FC236}">
                <a16:creationId xmlns:a16="http://schemas.microsoft.com/office/drawing/2014/main" id="{630DAF87-00F5-ECF5-8767-99FD7B4932D2}"/>
              </a:ext>
            </a:extLst>
          </p:cNvPr>
          <p:cNvSpPr txBox="1"/>
          <p:nvPr/>
        </p:nvSpPr>
        <p:spPr>
          <a:xfrm>
            <a:off x="9780405" y="2894793"/>
            <a:ext cx="1209283" cy="263791"/>
          </a:xfrm>
          <a:prstGeom prst="rect">
            <a:avLst/>
          </a:prstGeom>
          <a:noFill/>
        </p:spPr>
        <p:txBody>
          <a:bodyPr vert="horz" wrap="none" lIns="90000" tIns="46800" rIns="90000" bIns="46800" rtlCol="0" anchor="ctr">
            <a:spAutoFit/>
          </a:bodyPr>
          <a:lstStyle/>
          <a:p>
            <a:pPr algn="l">
              <a:spcBef>
                <a:spcPct val="0"/>
              </a:spcBef>
            </a:pPr>
            <a:r>
              <a:rPr lang="en-US" sz="1100"/>
              <a:t>Business Impact</a:t>
            </a:r>
          </a:p>
        </p:txBody>
      </p:sp>
      <p:sp>
        <p:nvSpPr>
          <p:cNvPr id="37" name="Rounded Rectangle 36">
            <a:extLst>
              <a:ext uri="{FF2B5EF4-FFF2-40B4-BE49-F238E27FC236}">
                <a16:creationId xmlns:a16="http://schemas.microsoft.com/office/drawing/2014/main" id="{AC704906-FAC6-CC28-217C-0492D17700D9}"/>
              </a:ext>
            </a:extLst>
          </p:cNvPr>
          <p:cNvSpPr/>
          <p:nvPr/>
        </p:nvSpPr>
        <p:spPr>
          <a:xfrm>
            <a:off x="368250" y="4576963"/>
            <a:ext cx="3108960" cy="263791"/>
          </a:xfrm>
          <a:prstGeom prst="roundRect">
            <a:avLst>
              <a:gd name="adj" fmla="val 50000"/>
            </a:avLst>
          </a:prstGeom>
          <a:solidFill>
            <a:schemeClr val="bg2">
              <a:lumMod val="85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sp>
        <p:nvSpPr>
          <p:cNvPr id="38" name="TextBox 37">
            <a:extLst>
              <a:ext uri="{FF2B5EF4-FFF2-40B4-BE49-F238E27FC236}">
                <a16:creationId xmlns:a16="http://schemas.microsoft.com/office/drawing/2014/main" id="{D2B81A26-9964-1A11-0A3A-5279DC076D6C}"/>
              </a:ext>
            </a:extLst>
          </p:cNvPr>
          <p:cNvSpPr txBox="1"/>
          <p:nvPr/>
        </p:nvSpPr>
        <p:spPr>
          <a:xfrm>
            <a:off x="619706" y="4562330"/>
            <a:ext cx="1422482" cy="263791"/>
          </a:xfrm>
          <a:prstGeom prst="rect">
            <a:avLst/>
          </a:prstGeom>
          <a:noFill/>
        </p:spPr>
        <p:txBody>
          <a:bodyPr vert="horz" wrap="none" lIns="90000" tIns="46800" rIns="90000" bIns="46800" rtlCol="0" anchor="ctr">
            <a:spAutoFit/>
          </a:bodyPr>
          <a:lstStyle/>
          <a:p>
            <a:pPr algn="l">
              <a:spcBef>
                <a:spcPct val="0"/>
              </a:spcBef>
            </a:pPr>
            <a:r>
              <a:rPr lang="en-US" sz="1100"/>
              <a:t>Functional Solution</a:t>
            </a:r>
          </a:p>
        </p:txBody>
      </p:sp>
      <p:sp>
        <p:nvSpPr>
          <p:cNvPr id="41" name="Rounded Rectangle 40">
            <a:extLst>
              <a:ext uri="{FF2B5EF4-FFF2-40B4-BE49-F238E27FC236}">
                <a16:creationId xmlns:a16="http://schemas.microsoft.com/office/drawing/2014/main" id="{BB98DFA7-B1BF-EDB6-6CD8-6A25440EFEE2}"/>
              </a:ext>
            </a:extLst>
          </p:cNvPr>
          <p:cNvSpPr/>
          <p:nvPr/>
        </p:nvSpPr>
        <p:spPr>
          <a:xfrm>
            <a:off x="3757722" y="674122"/>
            <a:ext cx="2262078" cy="263791"/>
          </a:xfrm>
          <a:prstGeom prst="roundRect">
            <a:avLst>
              <a:gd name="adj" fmla="val 50000"/>
            </a:avLst>
          </a:prstGeom>
          <a:solidFill>
            <a:schemeClr val="bg2">
              <a:lumMod val="85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sp>
        <p:nvSpPr>
          <p:cNvPr id="39" name="TextBox 38">
            <a:extLst>
              <a:ext uri="{FF2B5EF4-FFF2-40B4-BE49-F238E27FC236}">
                <a16:creationId xmlns:a16="http://schemas.microsoft.com/office/drawing/2014/main" id="{61F9D499-C931-356B-50CE-FE7650D675B6}"/>
              </a:ext>
            </a:extLst>
          </p:cNvPr>
          <p:cNvSpPr txBox="1"/>
          <p:nvPr/>
        </p:nvSpPr>
        <p:spPr>
          <a:xfrm>
            <a:off x="3912793" y="682228"/>
            <a:ext cx="1593910" cy="263791"/>
          </a:xfrm>
          <a:prstGeom prst="rect">
            <a:avLst/>
          </a:prstGeom>
          <a:noFill/>
        </p:spPr>
        <p:txBody>
          <a:bodyPr vert="horz" wrap="square" lIns="90000" tIns="46800" rIns="90000" bIns="46800" rtlCol="0" anchor="ctr">
            <a:spAutoFit/>
          </a:bodyPr>
          <a:lstStyle/>
          <a:p>
            <a:pPr algn="l">
              <a:spcBef>
                <a:spcPct val="0"/>
              </a:spcBef>
            </a:pPr>
            <a:r>
              <a:rPr lang="en-US" sz="1100"/>
              <a:t>Business Challenges</a:t>
            </a:r>
          </a:p>
        </p:txBody>
      </p:sp>
      <p:sp>
        <p:nvSpPr>
          <p:cNvPr id="49" name="Rounded Rectangle 48">
            <a:extLst>
              <a:ext uri="{FF2B5EF4-FFF2-40B4-BE49-F238E27FC236}">
                <a16:creationId xmlns:a16="http://schemas.microsoft.com/office/drawing/2014/main" id="{392F7412-4824-43D8-B880-447809FF3874}"/>
              </a:ext>
            </a:extLst>
          </p:cNvPr>
          <p:cNvSpPr/>
          <p:nvPr/>
        </p:nvSpPr>
        <p:spPr>
          <a:xfrm>
            <a:off x="3657600" y="4575762"/>
            <a:ext cx="3474720" cy="263791"/>
          </a:xfrm>
          <a:prstGeom prst="roundRect">
            <a:avLst>
              <a:gd name="adj" fmla="val 50000"/>
            </a:avLst>
          </a:prstGeom>
          <a:solidFill>
            <a:schemeClr val="bg2">
              <a:lumMod val="85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sp>
        <p:nvSpPr>
          <p:cNvPr id="50" name="TextBox 49">
            <a:extLst>
              <a:ext uri="{FF2B5EF4-FFF2-40B4-BE49-F238E27FC236}">
                <a16:creationId xmlns:a16="http://schemas.microsoft.com/office/drawing/2014/main" id="{E8659E0E-D1DB-0C16-AB8F-4E27AAE2CD22}"/>
              </a:ext>
            </a:extLst>
          </p:cNvPr>
          <p:cNvSpPr txBox="1"/>
          <p:nvPr/>
        </p:nvSpPr>
        <p:spPr>
          <a:xfrm>
            <a:off x="3909056" y="4561129"/>
            <a:ext cx="1348744" cy="263791"/>
          </a:xfrm>
          <a:prstGeom prst="rect">
            <a:avLst/>
          </a:prstGeom>
          <a:noFill/>
        </p:spPr>
        <p:txBody>
          <a:bodyPr vert="horz" wrap="none" lIns="90000" tIns="46800" rIns="90000" bIns="46800" rtlCol="0" anchor="ctr">
            <a:spAutoFit/>
          </a:bodyPr>
          <a:lstStyle/>
          <a:p>
            <a:pPr algn="l">
              <a:spcBef>
                <a:spcPct val="0"/>
              </a:spcBef>
            </a:pPr>
            <a:r>
              <a:rPr lang="en-US" sz="1100"/>
              <a:t>Technical Solution</a:t>
            </a:r>
          </a:p>
        </p:txBody>
      </p:sp>
      <p:cxnSp>
        <p:nvCxnSpPr>
          <p:cNvPr id="51" name="Straight Connector 50">
            <a:extLst>
              <a:ext uri="{FF2B5EF4-FFF2-40B4-BE49-F238E27FC236}">
                <a16:creationId xmlns:a16="http://schemas.microsoft.com/office/drawing/2014/main" id="{AC51E32A-5104-AB8F-9EBC-85EB2204E734}"/>
              </a:ext>
            </a:extLst>
          </p:cNvPr>
          <p:cNvCxnSpPr>
            <a:cxnSpLocks/>
          </p:cNvCxnSpPr>
          <p:nvPr/>
        </p:nvCxnSpPr>
        <p:spPr>
          <a:xfrm>
            <a:off x="3581400" y="4863533"/>
            <a:ext cx="0" cy="1371600"/>
          </a:xfrm>
          <a:prstGeom prst="line">
            <a:avLst/>
          </a:prstGeom>
          <a:ln w="12700">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sp>
        <p:nvSpPr>
          <p:cNvPr id="53" name="Rounded Rectangle 52">
            <a:extLst>
              <a:ext uri="{FF2B5EF4-FFF2-40B4-BE49-F238E27FC236}">
                <a16:creationId xmlns:a16="http://schemas.microsoft.com/office/drawing/2014/main" id="{70AEA542-5BB8-6FFB-3A18-C6DEB1C18564}"/>
              </a:ext>
            </a:extLst>
          </p:cNvPr>
          <p:cNvSpPr/>
          <p:nvPr/>
        </p:nvSpPr>
        <p:spPr>
          <a:xfrm>
            <a:off x="6172200" y="673791"/>
            <a:ext cx="2926080" cy="263791"/>
          </a:xfrm>
          <a:prstGeom prst="roundRect">
            <a:avLst>
              <a:gd name="adj" fmla="val 50000"/>
            </a:avLst>
          </a:prstGeom>
          <a:solidFill>
            <a:schemeClr val="bg2">
              <a:lumMod val="85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sp>
        <p:nvSpPr>
          <p:cNvPr id="55" name="TextBox 54">
            <a:extLst>
              <a:ext uri="{FF2B5EF4-FFF2-40B4-BE49-F238E27FC236}">
                <a16:creationId xmlns:a16="http://schemas.microsoft.com/office/drawing/2014/main" id="{188D893F-C300-3865-D6C1-F4A96916587D}"/>
              </a:ext>
            </a:extLst>
          </p:cNvPr>
          <p:cNvSpPr txBox="1"/>
          <p:nvPr/>
        </p:nvSpPr>
        <p:spPr>
          <a:xfrm>
            <a:off x="6475926" y="671900"/>
            <a:ext cx="1525074" cy="263791"/>
          </a:xfrm>
          <a:prstGeom prst="rect">
            <a:avLst/>
          </a:prstGeom>
          <a:noFill/>
        </p:spPr>
        <p:txBody>
          <a:bodyPr vert="horz" wrap="none" lIns="90000" tIns="46800" rIns="90000" bIns="46800" rtlCol="0" anchor="ctr">
            <a:spAutoFit/>
          </a:bodyPr>
          <a:lstStyle/>
          <a:p>
            <a:pPr algn="l">
              <a:spcBef>
                <a:spcPct val="0"/>
              </a:spcBef>
            </a:pPr>
            <a:r>
              <a:rPr lang="en-US" sz="1100"/>
              <a:t>Use Case Description</a:t>
            </a:r>
          </a:p>
        </p:txBody>
      </p:sp>
      <p:cxnSp>
        <p:nvCxnSpPr>
          <p:cNvPr id="56" name="Straight Connector 55">
            <a:extLst>
              <a:ext uri="{FF2B5EF4-FFF2-40B4-BE49-F238E27FC236}">
                <a16:creationId xmlns:a16="http://schemas.microsoft.com/office/drawing/2014/main" id="{E1B55769-E7F5-AEBF-1338-E94DBF7FBCB1}"/>
              </a:ext>
            </a:extLst>
          </p:cNvPr>
          <p:cNvCxnSpPr>
            <a:cxnSpLocks/>
          </p:cNvCxnSpPr>
          <p:nvPr/>
        </p:nvCxnSpPr>
        <p:spPr>
          <a:xfrm>
            <a:off x="6172200" y="935691"/>
            <a:ext cx="0" cy="2718124"/>
          </a:xfrm>
          <a:prstGeom prst="line">
            <a:avLst/>
          </a:prstGeom>
          <a:ln w="12700">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sp>
        <p:nvSpPr>
          <p:cNvPr id="61" name="Rounded Rectangle 60">
            <a:extLst>
              <a:ext uri="{FF2B5EF4-FFF2-40B4-BE49-F238E27FC236}">
                <a16:creationId xmlns:a16="http://schemas.microsoft.com/office/drawing/2014/main" id="{56EB4857-71BC-0F5D-8D31-5A71D2C9EEEF}"/>
              </a:ext>
            </a:extLst>
          </p:cNvPr>
          <p:cNvSpPr/>
          <p:nvPr/>
        </p:nvSpPr>
        <p:spPr>
          <a:xfrm>
            <a:off x="7423807" y="4209959"/>
            <a:ext cx="1737360" cy="263791"/>
          </a:xfrm>
          <a:prstGeom prst="roundRect">
            <a:avLst>
              <a:gd name="adj" fmla="val 50000"/>
            </a:avLst>
          </a:prstGeom>
          <a:solidFill>
            <a:schemeClr val="bg2">
              <a:lumMod val="85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sp>
        <p:nvSpPr>
          <p:cNvPr id="62" name="TextBox 61">
            <a:extLst>
              <a:ext uri="{FF2B5EF4-FFF2-40B4-BE49-F238E27FC236}">
                <a16:creationId xmlns:a16="http://schemas.microsoft.com/office/drawing/2014/main" id="{7347736D-D728-ACA8-2C08-C23ADF0FA6B9}"/>
              </a:ext>
            </a:extLst>
          </p:cNvPr>
          <p:cNvSpPr txBox="1"/>
          <p:nvPr/>
        </p:nvSpPr>
        <p:spPr>
          <a:xfrm>
            <a:off x="7699755" y="4195326"/>
            <a:ext cx="1020129" cy="263791"/>
          </a:xfrm>
          <a:prstGeom prst="rect">
            <a:avLst/>
          </a:prstGeom>
          <a:noFill/>
        </p:spPr>
        <p:txBody>
          <a:bodyPr vert="horz" wrap="none" lIns="90000" tIns="46800" rIns="90000" bIns="46800" rtlCol="0" anchor="ctr">
            <a:spAutoFit/>
          </a:bodyPr>
          <a:lstStyle/>
          <a:p>
            <a:pPr algn="l">
              <a:spcBef>
                <a:spcPct val="0"/>
              </a:spcBef>
            </a:pPr>
            <a:r>
              <a:rPr lang="en-US" sz="1100"/>
              <a:t>Stakeholders</a:t>
            </a:r>
          </a:p>
        </p:txBody>
      </p:sp>
      <p:sp>
        <p:nvSpPr>
          <p:cNvPr id="4" name="Rounded Rectangle 6">
            <a:extLst>
              <a:ext uri="{FF2B5EF4-FFF2-40B4-BE49-F238E27FC236}">
                <a16:creationId xmlns:a16="http://schemas.microsoft.com/office/drawing/2014/main" id="{96A19DD3-D05D-12C2-D469-E032C4CC3365}"/>
              </a:ext>
            </a:extLst>
          </p:cNvPr>
          <p:cNvSpPr/>
          <p:nvPr/>
        </p:nvSpPr>
        <p:spPr>
          <a:xfrm>
            <a:off x="6304882" y="1067528"/>
            <a:ext cx="3066228" cy="2718124"/>
          </a:xfrm>
          <a:prstGeom prst="roundRect">
            <a:avLst>
              <a:gd name="adj" fmla="val 2021"/>
            </a:avLst>
          </a:prstGeom>
          <a:solidFill>
            <a:schemeClr val="bg1">
              <a:lumMod val="95000"/>
            </a:schemeClr>
          </a:solidFill>
          <a:ln w="9525">
            <a:noFill/>
            <a:prstDash val="solid"/>
          </a:ln>
          <a:effectLst>
            <a:outerShdw blurRad="50800" dist="25400" dir="96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fontAlgn="t">
              <a:lnSpc>
                <a:spcPts val="1500"/>
              </a:lnSpc>
            </a:pPr>
            <a:r>
              <a:rPr lang="en-US" sz="1200">
                <a:solidFill>
                  <a:schemeClr val="tx1"/>
                </a:solidFill>
              </a:rPr>
              <a:t>Below are the core use cases leveraging Azure AI Agents and GitHub ecosystem:</a:t>
            </a:r>
          </a:p>
          <a:p>
            <a:pPr fontAlgn="t">
              <a:lnSpc>
                <a:spcPts val="1500"/>
              </a:lnSpc>
            </a:pPr>
            <a:r>
              <a:rPr lang="en-US" sz="1200" b="1">
                <a:solidFill>
                  <a:schemeClr val="tx1"/>
                </a:solidFill>
              </a:rPr>
              <a:t>Use Case 1: AI-Assisted Code Generation &amp; Documentation</a:t>
            </a:r>
          </a:p>
          <a:p>
            <a:pPr fontAlgn="t">
              <a:lnSpc>
                <a:spcPts val="1500"/>
              </a:lnSpc>
            </a:pPr>
            <a:r>
              <a:rPr lang="en-US" sz="1200" b="1">
                <a:solidFill>
                  <a:schemeClr val="tx1"/>
                </a:solidFill>
              </a:rPr>
              <a:t>Use Case 2: Automated Code Review Agent</a:t>
            </a:r>
          </a:p>
          <a:p>
            <a:pPr fontAlgn="t">
              <a:lnSpc>
                <a:spcPts val="1500"/>
              </a:lnSpc>
            </a:pPr>
            <a:r>
              <a:rPr lang="en-US" sz="1200" b="1">
                <a:solidFill>
                  <a:schemeClr val="tx1"/>
                </a:solidFill>
              </a:rPr>
              <a:t>Use Case 3: IT Ticket Auto‑Triage and Auto‑Resolution</a:t>
            </a:r>
          </a:p>
          <a:p>
            <a:pPr fontAlgn="t">
              <a:lnSpc>
                <a:spcPts val="1500"/>
              </a:lnSpc>
            </a:pPr>
            <a:r>
              <a:rPr lang="en-US" sz="1200" b="1">
                <a:solidFill>
                  <a:schemeClr val="tx1"/>
                </a:solidFill>
              </a:rPr>
              <a:t>Use Case 4: AI Log Analytics &amp; Proactive Incident Detection</a:t>
            </a:r>
            <a:r>
              <a:rPr lang="en-US" sz="1200">
                <a:solidFill>
                  <a:schemeClr val="tx1"/>
                </a:solidFill>
              </a:rPr>
              <a:t>.</a:t>
            </a:r>
          </a:p>
          <a:p>
            <a:pPr algn="ctr"/>
            <a:endParaRPr lang="en-US" sz="1200">
              <a:solidFill>
                <a:schemeClr val="bg1"/>
              </a:solidFill>
            </a:endParaRPr>
          </a:p>
        </p:txBody>
      </p:sp>
      <p:graphicFrame>
        <p:nvGraphicFramePr>
          <p:cNvPr id="8" name="Table 7">
            <a:extLst>
              <a:ext uri="{FF2B5EF4-FFF2-40B4-BE49-F238E27FC236}">
                <a16:creationId xmlns:a16="http://schemas.microsoft.com/office/drawing/2014/main" id="{8FFDDBCB-19C8-A6DB-E4B7-69346929AD07}"/>
              </a:ext>
            </a:extLst>
          </p:cNvPr>
          <p:cNvGraphicFramePr>
            <a:graphicFrameLocks noGrp="1"/>
          </p:cNvGraphicFramePr>
          <p:nvPr>
            <p:extLst>
              <p:ext uri="{D42A27DB-BD31-4B8C-83A1-F6EECF244321}">
                <p14:modId xmlns:p14="http://schemas.microsoft.com/office/powerpoint/2010/main" val="3563800945"/>
              </p:ext>
            </p:extLst>
          </p:nvPr>
        </p:nvGraphicFramePr>
        <p:xfrm>
          <a:off x="9564848" y="3327427"/>
          <a:ext cx="2449686" cy="2895551"/>
        </p:xfrm>
        <a:graphic>
          <a:graphicData uri="http://schemas.openxmlformats.org/drawingml/2006/table">
            <a:tbl>
              <a:tblPr/>
              <a:tblGrid>
                <a:gridCol w="2241406">
                  <a:extLst>
                    <a:ext uri="{9D8B030D-6E8A-4147-A177-3AD203B41FA5}">
                      <a16:colId xmlns:a16="http://schemas.microsoft.com/office/drawing/2014/main" val="3543319466"/>
                    </a:ext>
                  </a:extLst>
                </a:gridCol>
                <a:gridCol w="208280">
                  <a:extLst>
                    <a:ext uri="{9D8B030D-6E8A-4147-A177-3AD203B41FA5}">
                      <a16:colId xmlns:a16="http://schemas.microsoft.com/office/drawing/2014/main" val="1469941974"/>
                    </a:ext>
                  </a:extLst>
                </a:gridCol>
              </a:tblGrid>
              <a:tr h="2475750">
                <a:tc>
                  <a:txBody>
                    <a:bodyPr/>
                    <a:lstStyle/>
                    <a:p>
                      <a:pPr fontAlgn="t">
                        <a:lnSpc>
                          <a:spcPts val="1500"/>
                        </a:lnSpc>
                        <a:buNone/>
                      </a:pPr>
                      <a:r>
                        <a:rPr lang="en-US" sz="1200" kern="1200">
                          <a:solidFill>
                            <a:schemeClr val="tx1"/>
                          </a:solidFill>
                          <a:latin typeface="+mn-lt"/>
                          <a:ea typeface="+mn-ea"/>
                          <a:cs typeface="+mn-cs"/>
                        </a:rPr>
                        <a:t>Faster time‑to‑market for new features </a:t>
                      </a:r>
                    </a:p>
                    <a:p>
                      <a:pPr fontAlgn="t">
                        <a:lnSpc>
                          <a:spcPts val="1500"/>
                        </a:lnSpc>
                        <a:buNone/>
                      </a:pPr>
                      <a:r>
                        <a:rPr lang="en-US" sz="1200" kern="1200">
                          <a:solidFill>
                            <a:schemeClr val="tx1"/>
                          </a:solidFill>
                          <a:latin typeface="+mn-lt"/>
                          <a:ea typeface="+mn-ea"/>
                          <a:cs typeface="+mn-cs"/>
                        </a:rPr>
                        <a:t>Reduced operational expenditure (OPEX) </a:t>
                      </a:r>
                    </a:p>
                    <a:p>
                      <a:pPr fontAlgn="t">
                        <a:lnSpc>
                          <a:spcPts val="1500"/>
                        </a:lnSpc>
                        <a:buNone/>
                      </a:pPr>
                      <a:r>
                        <a:rPr lang="en-US" sz="1200" kern="1200">
                          <a:solidFill>
                            <a:schemeClr val="tx1"/>
                          </a:solidFill>
                          <a:latin typeface="+mn-lt"/>
                          <a:ea typeface="+mn-ea"/>
                          <a:cs typeface="+mn-cs"/>
                        </a:rPr>
                        <a:t>Higher platform stability and compliance </a:t>
                      </a:r>
                    </a:p>
                    <a:p>
                      <a:pPr fontAlgn="t">
                        <a:lnSpc>
                          <a:spcPts val="1500"/>
                        </a:lnSpc>
                        <a:buNone/>
                      </a:pPr>
                      <a:r>
                        <a:rPr lang="en-US" sz="1200" kern="1200">
                          <a:solidFill>
                            <a:schemeClr val="tx1"/>
                          </a:solidFill>
                          <a:latin typeface="+mn-lt"/>
                          <a:ea typeface="+mn-ea"/>
                          <a:cs typeface="+mn-cs"/>
                        </a:rPr>
                        <a:t>Increased developer &amp; IT staff satisfaction </a:t>
                      </a:r>
                    </a:p>
                    <a:p>
                      <a:pPr fontAlgn="t">
                        <a:lnSpc>
                          <a:spcPts val="1500"/>
                        </a:lnSpc>
                        <a:buNone/>
                      </a:pPr>
                      <a:r>
                        <a:rPr lang="en-US" sz="1200" kern="1200">
                          <a:solidFill>
                            <a:schemeClr val="tx1"/>
                          </a:solidFill>
                          <a:latin typeface="+mn-lt"/>
                          <a:ea typeface="+mn-ea"/>
                          <a:cs typeface="+mn-cs"/>
                        </a:rPr>
                        <a:t>Stronger alignment to Digital Transformation goals</a:t>
                      </a:r>
                    </a:p>
                  </a:txBody>
                  <a:tcPr>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rgbClr val="F5F5F5"/>
                    </a:solidFill>
                  </a:tcPr>
                </a:tc>
                <a:tc>
                  <a:txBody>
                    <a:bodyPr/>
                    <a:lstStyle/>
                    <a:p>
                      <a:pPr lvl="0">
                        <a:lnSpc>
                          <a:spcPts val="1500"/>
                        </a:lnSpc>
                        <a:buNone/>
                      </a:pPr>
                      <a:endParaRPr lang="en-US" sz="1200" kern="1200">
                        <a:solidFill>
                          <a:schemeClr val="tx1"/>
                        </a:solidFill>
                        <a:latin typeface="+mn-lt"/>
                        <a:ea typeface="+mn-ea"/>
                        <a:cs typeface="+mn-cs"/>
                      </a:endParaRPr>
                    </a:p>
                  </a:txBody>
                  <a:tcPr>
                    <a:lnL w="6350">
                      <a:solidFill>
                        <a:srgbClr val="E6E6E6"/>
                      </a:solidFill>
                    </a:lnL>
                    <a:lnR w="6350">
                      <a:solidFill>
                        <a:srgbClr val="E6E6E6"/>
                      </a:solidFill>
                    </a:lnR>
                    <a:lnT w="6350">
                      <a:solidFill>
                        <a:srgbClr val="E6E6E6"/>
                      </a:solidFill>
                    </a:lnT>
                    <a:lnB w="6350">
                      <a:solidFill>
                        <a:srgbClr val="E6E6E6"/>
                      </a:solidFill>
                    </a:lnB>
                    <a:solidFill>
                      <a:srgbClr val="F5F5F5"/>
                    </a:solidFill>
                  </a:tcPr>
                </a:tc>
                <a:extLst>
                  <a:ext uri="{0D108BD9-81ED-4DB2-BD59-A6C34878D82A}">
                    <a16:rowId xmlns:a16="http://schemas.microsoft.com/office/drawing/2014/main" val="667675875"/>
                  </a:ext>
                </a:extLst>
              </a:tr>
              <a:tr h="419801">
                <a:tc>
                  <a:txBody>
                    <a:bodyPr/>
                    <a:lstStyle/>
                    <a:p>
                      <a:endParaRPr lang="en-MY"/>
                    </a:p>
                  </a:txBody>
                  <a:tcPr>
                    <a:lnT w="6350" cap="flat" cmpd="sng" algn="ctr">
                      <a:solidFill>
                        <a:srgbClr val="E6E6E6"/>
                      </a:solidFill>
                      <a:prstDash val="solid"/>
                      <a:round/>
                      <a:headEnd type="none" w="med" len="med"/>
                      <a:tailEnd type="none" w="med" len="med"/>
                    </a:lnT>
                  </a:tcPr>
                </a:tc>
                <a:tc>
                  <a:txBody>
                    <a:bodyPr/>
                    <a:lstStyle/>
                    <a:p>
                      <a:pPr lvl="0">
                        <a:buNone/>
                      </a:pPr>
                      <a:endParaRPr lang="en-MY"/>
                    </a:p>
                  </a:txBody>
                  <a:tcPr>
                    <a:lnT w="6350">
                      <a:solidFill>
                        <a:srgbClr val="E6E6E6"/>
                      </a:solidFill>
                    </a:lnT>
                  </a:tcPr>
                </a:tc>
                <a:extLst>
                  <a:ext uri="{0D108BD9-81ED-4DB2-BD59-A6C34878D82A}">
                    <a16:rowId xmlns:a16="http://schemas.microsoft.com/office/drawing/2014/main" val="1395896763"/>
                  </a:ext>
                </a:extLst>
              </a:tr>
            </a:tbl>
          </a:graphicData>
        </a:graphic>
      </p:graphicFrame>
      <p:graphicFrame>
        <p:nvGraphicFramePr>
          <p:cNvPr id="9" name="Table 8">
            <a:extLst>
              <a:ext uri="{FF2B5EF4-FFF2-40B4-BE49-F238E27FC236}">
                <a16:creationId xmlns:a16="http://schemas.microsoft.com/office/drawing/2014/main" id="{5DF6BF23-2B72-A30D-0654-7B7F3FFC7078}"/>
              </a:ext>
            </a:extLst>
          </p:cNvPr>
          <p:cNvGraphicFramePr>
            <a:graphicFrameLocks noGrp="1"/>
          </p:cNvGraphicFramePr>
          <p:nvPr>
            <p:extLst>
              <p:ext uri="{D42A27DB-BD31-4B8C-83A1-F6EECF244321}">
                <p14:modId xmlns:p14="http://schemas.microsoft.com/office/powerpoint/2010/main" val="4292025028"/>
              </p:ext>
            </p:extLst>
          </p:nvPr>
        </p:nvGraphicFramePr>
        <p:xfrm>
          <a:off x="9564848" y="1067005"/>
          <a:ext cx="2518610" cy="1600200"/>
        </p:xfrm>
        <a:graphic>
          <a:graphicData uri="http://schemas.openxmlformats.org/drawingml/2006/table">
            <a:tbl>
              <a:tblPr/>
              <a:tblGrid>
                <a:gridCol w="2518610">
                  <a:extLst>
                    <a:ext uri="{9D8B030D-6E8A-4147-A177-3AD203B41FA5}">
                      <a16:colId xmlns:a16="http://schemas.microsoft.com/office/drawing/2014/main" val="3543319466"/>
                    </a:ext>
                  </a:extLst>
                </a:gridCol>
              </a:tblGrid>
              <a:tr h="1170914">
                <a:tc>
                  <a:txBody>
                    <a:bodyPr/>
                    <a:lstStyle/>
                    <a:p>
                      <a:pPr fontAlgn="t">
                        <a:lnSpc>
                          <a:spcPts val="1500"/>
                        </a:lnSpc>
                        <a:buNone/>
                      </a:pPr>
                      <a:r>
                        <a:rPr lang="en-US" sz="1200" kern="1200" dirty="0">
                          <a:solidFill>
                            <a:schemeClr val="tx1"/>
                          </a:solidFill>
                          <a:latin typeface="+mn-lt"/>
                          <a:ea typeface="+mn-ea"/>
                          <a:cs typeface="+mn-cs"/>
                        </a:rPr>
                        <a:t>Faster feature delivery</a:t>
                      </a:r>
                    </a:p>
                    <a:p>
                      <a:pPr fontAlgn="t">
                        <a:lnSpc>
                          <a:spcPts val="1500"/>
                        </a:lnSpc>
                        <a:buNone/>
                      </a:pPr>
                      <a:r>
                        <a:rPr lang="en-US" sz="1200" kern="1200" dirty="0">
                          <a:solidFill>
                            <a:schemeClr val="tx1"/>
                          </a:solidFill>
                          <a:latin typeface="+mn-lt"/>
                          <a:ea typeface="+mn-ea"/>
                          <a:cs typeface="+mn-cs"/>
                        </a:rPr>
                        <a:t>Remove bottlenecks</a:t>
                      </a:r>
                    </a:p>
                    <a:p>
                      <a:pPr fontAlgn="t">
                        <a:lnSpc>
                          <a:spcPts val="1500"/>
                        </a:lnSpc>
                        <a:buNone/>
                      </a:pPr>
                      <a:r>
                        <a:rPr lang="en-US" sz="1200" kern="1200" dirty="0">
                          <a:solidFill>
                            <a:schemeClr val="tx1"/>
                          </a:solidFill>
                          <a:latin typeface="+mn-lt"/>
                          <a:ea typeface="+mn-ea"/>
                          <a:cs typeface="+mn-cs"/>
                        </a:rPr>
                        <a:t>Higher system uptime</a:t>
                      </a:r>
                    </a:p>
                    <a:p>
                      <a:pPr fontAlgn="t">
                        <a:lnSpc>
                          <a:spcPts val="1500"/>
                        </a:lnSpc>
                        <a:buNone/>
                      </a:pPr>
                      <a:r>
                        <a:rPr lang="en-US" sz="1200" kern="1200" dirty="0">
                          <a:solidFill>
                            <a:schemeClr val="tx1"/>
                          </a:solidFill>
                          <a:latin typeface="+mn-lt"/>
                          <a:ea typeface="+mn-ea"/>
                          <a:cs typeface="+mn-cs"/>
                        </a:rPr>
                        <a:t>Improved operational efficiency</a:t>
                      </a:r>
                    </a:p>
                    <a:p>
                      <a:pPr fontAlgn="t">
                        <a:lnSpc>
                          <a:spcPts val="1500"/>
                        </a:lnSpc>
                        <a:buNone/>
                      </a:pPr>
                      <a:r>
                        <a:rPr lang="en-US" sz="1200" kern="1200" dirty="0">
                          <a:solidFill>
                            <a:schemeClr val="tx1"/>
                          </a:solidFill>
                          <a:latin typeface="+mn-lt"/>
                          <a:ea typeface="+mn-ea"/>
                          <a:cs typeface="+mn-cs"/>
                        </a:rPr>
                        <a:t>Better reliability</a:t>
                      </a:r>
                    </a:p>
                    <a:p>
                      <a:pPr fontAlgn="t">
                        <a:lnSpc>
                          <a:spcPts val="1500"/>
                        </a:lnSpc>
                        <a:buNone/>
                      </a:pPr>
                      <a:r>
                        <a:rPr lang="en-US" sz="1200" kern="1200">
                          <a:solidFill>
                            <a:schemeClr val="tx1"/>
                          </a:solidFill>
                          <a:latin typeface="+mn-lt"/>
                          <a:ea typeface="+mn-ea"/>
                          <a:cs typeface="+mn-cs"/>
                        </a:rPr>
                        <a:t>Stronger maintainability</a:t>
                      </a:r>
                    </a:p>
                  </a:txBody>
                  <a:tcPr>
                    <a:lnL w="6350" cap="flat" cmpd="sng" algn="ctr">
                      <a:solidFill>
                        <a:srgbClr val="E6E6E6"/>
                      </a:solidFill>
                      <a:prstDash val="solid"/>
                      <a:round/>
                      <a:headEnd type="none" w="med" len="med"/>
                      <a:tailEnd type="none" w="med" len="med"/>
                    </a:lnL>
                    <a:lnR w="6350" cap="flat" cmpd="sng" algn="ctr">
                      <a:solidFill>
                        <a:srgbClr val="E6E6E6"/>
                      </a:solid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solidFill>
                      <a:srgbClr val="F5F5F5"/>
                    </a:solidFill>
                  </a:tcPr>
                </a:tc>
                <a:extLst>
                  <a:ext uri="{0D108BD9-81ED-4DB2-BD59-A6C34878D82A}">
                    <a16:rowId xmlns:a16="http://schemas.microsoft.com/office/drawing/2014/main" val="667675875"/>
                  </a:ext>
                </a:extLst>
              </a:tr>
              <a:tr h="303183">
                <a:tc>
                  <a:txBody>
                    <a:bodyPr/>
                    <a:lstStyle/>
                    <a:p>
                      <a:endParaRPr lang="en-MY"/>
                    </a:p>
                  </a:txBody>
                  <a:tcPr>
                    <a:lnT w="6350" cap="flat" cmpd="sng" algn="ctr">
                      <a:solidFill>
                        <a:srgbClr val="E6E6E6"/>
                      </a:solidFill>
                      <a:prstDash val="solid"/>
                      <a:round/>
                      <a:headEnd type="none" w="med" len="med"/>
                      <a:tailEnd type="none" w="med" len="med"/>
                    </a:lnT>
                  </a:tcPr>
                </a:tc>
                <a:extLst>
                  <a:ext uri="{0D108BD9-81ED-4DB2-BD59-A6C34878D82A}">
                    <a16:rowId xmlns:a16="http://schemas.microsoft.com/office/drawing/2014/main" val="1395896763"/>
                  </a:ext>
                </a:extLst>
              </a:tr>
            </a:tbl>
          </a:graphicData>
        </a:graphic>
      </p:graphicFrame>
      <p:sp>
        <p:nvSpPr>
          <p:cNvPr id="10" name="Rounded Rectangle 16">
            <a:extLst>
              <a:ext uri="{FF2B5EF4-FFF2-40B4-BE49-F238E27FC236}">
                <a16:creationId xmlns:a16="http://schemas.microsoft.com/office/drawing/2014/main" id="{0CAEC67B-1BCB-ED5E-B80C-B42AA1DCD281}"/>
              </a:ext>
            </a:extLst>
          </p:cNvPr>
          <p:cNvSpPr/>
          <p:nvPr/>
        </p:nvSpPr>
        <p:spPr>
          <a:xfrm>
            <a:off x="455487" y="4877747"/>
            <a:ext cx="3083675" cy="1177365"/>
          </a:xfrm>
          <a:prstGeom prst="roundRect">
            <a:avLst>
              <a:gd name="adj" fmla="val 5069"/>
            </a:avLst>
          </a:prstGeom>
          <a:solidFill>
            <a:schemeClr val="bg1">
              <a:lumMod val="95000"/>
            </a:schemeClr>
          </a:solidFill>
          <a:ln w="9525">
            <a:noFill/>
            <a:prstDash val="solid"/>
          </a:ln>
          <a:effectLst>
            <a:outerShdw blurRad="50800" dist="25400" dir="96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n-US" sz="1200" dirty="0">
                <a:solidFill>
                  <a:schemeClr val="tx1"/>
                </a:solidFill>
              </a:rPr>
              <a:t>Developer Workflow Automation </a:t>
            </a:r>
          </a:p>
          <a:p>
            <a:r>
              <a:rPr lang="en-US" sz="1200" dirty="0">
                <a:solidFill>
                  <a:schemeClr val="tx1"/>
                </a:solidFill>
              </a:rPr>
              <a:t>IT Operations Automation</a:t>
            </a:r>
          </a:p>
          <a:p>
            <a:r>
              <a:rPr lang="en-US" sz="1200" dirty="0">
                <a:solidFill>
                  <a:schemeClr val="tx1"/>
                </a:solidFill>
              </a:rPr>
              <a:t>Multi-Agent Orchestration</a:t>
            </a:r>
          </a:p>
          <a:p>
            <a:r>
              <a:rPr lang="en-US" sz="1200" dirty="0">
                <a:solidFill>
                  <a:schemeClr val="tx1"/>
                </a:solidFill>
              </a:rPr>
              <a:t>Governance, Safety &amp; Approvals</a:t>
            </a:r>
          </a:p>
        </p:txBody>
      </p:sp>
      <p:sp>
        <p:nvSpPr>
          <p:cNvPr id="13" name="Rounded Rectangle 16">
            <a:extLst>
              <a:ext uri="{FF2B5EF4-FFF2-40B4-BE49-F238E27FC236}">
                <a16:creationId xmlns:a16="http://schemas.microsoft.com/office/drawing/2014/main" id="{EC8F6680-90B4-0E5F-1FF2-A9C9EEEEC846}"/>
              </a:ext>
            </a:extLst>
          </p:cNvPr>
          <p:cNvSpPr/>
          <p:nvPr/>
        </p:nvSpPr>
        <p:spPr>
          <a:xfrm>
            <a:off x="3909056" y="4925702"/>
            <a:ext cx="3223264" cy="1530367"/>
          </a:xfrm>
          <a:prstGeom prst="roundRect">
            <a:avLst>
              <a:gd name="adj" fmla="val 5069"/>
            </a:avLst>
          </a:prstGeom>
          <a:solidFill>
            <a:schemeClr val="bg1">
              <a:lumMod val="95000"/>
            </a:schemeClr>
          </a:solidFill>
          <a:ln w="9525">
            <a:noFill/>
            <a:prstDash val="solid"/>
          </a:ln>
          <a:effectLst>
            <a:outerShdw blurRad="50800" dist="25400" dir="96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n-US" sz="1200" dirty="0">
                <a:solidFill>
                  <a:schemeClr val="tx1"/>
                </a:solidFill>
              </a:rPr>
              <a:t>Azure AI Agent Service</a:t>
            </a:r>
          </a:p>
          <a:p>
            <a:r>
              <a:rPr lang="en-US" sz="1200" dirty="0">
                <a:solidFill>
                  <a:schemeClr val="tx1"/>
                </a:solidFill>
              </a:rPr>
              <a:t>Azure OpenAI GPT‑4.1 / GPT‑4o / o1</a:t>
            </a:r>
          </a:p>
          <a:p>
            <a:r>
              <a:rPr lang="en-US" sz="1200" dirty="0">
                <a:solidFill>
                  <a:schemeClr val="tx1"/>
                </a:solidFill>
              </a:rPr>
              <a:t>Azure Monitor &amp; Log Analytics</a:t>
            </a:r>
          </a:p>
          <a:p>
            <a:r>
              <a:rPr lang="en-US" sz="1200" dirty="0">
                <a:solidFill>
                  <a:schemeClr val="tx1"/>
                </a:solidFill>
              </a:rPr>
              <a:t>Azure Logic Apps</a:t>
            </a:r>
          </a:p>
          <a:p>
            <a:r>
              <a:rPr lang="en-US" sz="1200" dirty="0">
                <a:solidFill>
                  <a:schemeClr val="tx1"/>
                </a:solidFill>
              </a:rPr>
              <a:t>Azure Functions/Automation Runbooks</a:t>
            </a:r>
          </a:p>
          <a:p>
            <a:r>
              <a:rPr lang="en-US" sz="1200" dirty="0">
                <a:solidFill>
                  <a:schemeClr val="tx1"/>
                </a:solidFill>
              </a:rPr>
              <a:t>Azure Key Vault</a:t>
            </a:r>
          </a:p>
          <a:p>
            <a:r>
              <a:rPr lang="en-US" sz="1200" dirty="0">
                <a:solidFill>
                  <a:schemeClr val="tx1"/>
                </a:solidFill>
              </a:rPr>
              <a:t>Private Endpoints/ </a:t>
            </a:r>
            <a:r>
              <a:rPr lang="en-US" sz="1200" dirty="0" err="1">
                <a:solidFill>
                  <a:schemeClr val="tx1"/>
                </a:solidFill>
              </a:rPr>
              <a:t>VNet</a:t>
            </a:r>
            <a:endParaRPr lang="en-US" sz="1200" dirty="0">
              <a:solidFill>
                <a:schemeClr val="tx1"/>
              </a:solidFill>
            </a:endParaRPr>
          </a:p>
        </p:txBody>
      </p:sp>
    </p:spTree>
    <p:extLst>
      <p:ext uri="{BB962C8B-B14F-4D97-AF65-F5344CB8AC3E}">
        <p14:creationId xmlns:p14="http://schemas.microsoft.com/office/powerpoint/2010/main" val="414116205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0BDFA47-3131-D41A-22C6-EEB2C4526BFF}"/>
              </a:ext>
            </a:extLst>
          </p:cNvPr>
          <p:cNvSpPr>
            <a:spLocks noGrp="1"/>
          </p:cNvSpPr>
          <p:nvPr>
            <p:ph type="dt" sz="half" idx="28"/>
          </p:nvPr>
        </p:nvSpPr>
        <p:spPr>
          <a:xfrm>
            <a:off x="9809927" y="6650661"/>
            <a:ext cx="1831210" cy="123111"/>
          </a:xfrm>
        </p:spPr>
        <p:txBody>
          <a:bodyPr wrap="none" lIns="0" tIns="0" rIns="0" bIns="0" anchor="ctr" anchorCtr="0">
            <a:normAutofit/>
          </a:bodyPr>
          <a:lstStyle/>
          <a:p>
            <a:pPr>
              <a:spcBef>
                <a:spcPts val="1000"/>
              </a:spcBef>
            </a:pPr>
            <a:r>
              <a:rPr lang="en-US" kern="1200">
                <a:latin typeface="+mn-lt"/>
                <a:ea typeface="+mn-ea"/>
                <a:cs typeface="+mn-cs"/>
              </a:rPr>
              <a:t>Company Confidential © Capgemini 2026. All rights reserved.</a:t>
            </a:r>
          </a:p>
        </p:txBody>
      </p:sp>
      <p:sp>
        <p:nvSpPr>
          <p:cNvPr id="3" name="Footer Placeholder 2">
            <a:extLst>
              <a:ext uri="{FF2B5EF4-FFF2-40B4-BE49-F238E27FC236}">
                <a16:creationId xmlns:a16="http://schemas.microsoft.com/office/drawing/2014/main" id="{B444B612-394F-EF2B-A1CE-A63FFD554AF0}"/>
              </a:ext>
            </a:extLst>
          </p:cNvPr>
          <p:cNvSpPr>
            <a:spLocks noGrp="1"/>
          </p:cNvSpPr>
          <p:nvPr>
            <p:ph type="ftr" sz="quarter" idx="29"/>
          </p:nvPr>
        </p:nvSpPr>
        <p:spPr>
          <a:xfrm>
            <a:off x="550863" y="6650661"/>
            <a:ext cx="4716524" cy="123111"/>
          </a:xfrm>
        </p:spPr>
        <p:txBody>
          <a:bodyPr wrap="none" lIns="0" tIns="0" rIns="0" bIns="0" anchor="ctr" anchorCtr="0">
            <a:normAutofit/>
          </a:bodyPr>
          <a:lstStyle/>
          <a:p>
            <a:pPr>
              <a:spcBef>
                <a:spcPts val="1000"/>
              </a:spcBef>
            </a:pPr>
            <a:r>
              <a:rPr lang="en-US" kern="1200">
                <a:latin typeface="+mn-lt"/>
                <a:ea typeface="+mn-ea"/>
                <a:cs typeface="+mn-cs"/>
              </a:rPr>
              <a:t>Presentation Title | Author | Date</a:t>
            </a:r>
          </a:p>
        </p:txBody>
      </p:sp>
      <p:sp>
        <p:nvSpPr>
          <p:cNvPr id="4" name="Slide Number Placeholder 3">
            <a:extLst>
              <a:ext uri="{FF2B5EF4-FFF2-40B4-BE49-F238E27FC236}">
                <a16:creationId xmlns:a16="http://schemas.microsoft.com/office/drawing/2014/main" id="{40286F9A-47A5-6B78-04AA-4A1D806EC6D7}"/>
              </a:ext>
            </a:extLst>
          </p:cNvPr>
          <p:cNvSpPr>
            <a:spLocks noGrp="1"/>
          </p:cNvSpPr>
          <p:nvPr>
            <p:ph type="sldNum" sz="quarter" idx="30"/>
          </p:nvPr>
        </p:nvSpPr>
        <p:spPr>
          <a:xfrm>
            <a:off x="11778341" y="6650661"/>
            <a:ext cx="232665" cy="123111"/>
          </a:xfrm>
        </p:spPr>
        <p:txBody>
          <a:bodyPr wrap="square" lIns="0" tIns="0" rIns="0" bIns="0" anchor="ctr" anchorCtr="0">
            <a:normAutofit/>
          </a:bodyPr>
          <a:lstStyle/>
          <a:p>
            <a:pPr algn="r">
              <a:spcAft>
                <a:spcPts val="600"/>
              </a:spcAft>
            </a:pPr>
            <a:fld id="{5D9A5160-6218-4E5A-B9E6-B93E3DAE377C}" type="slidenum">
              <a:rPr lang="en-US" smtClean="0"/>
              <a:pPr algn="r">
                <a:spcAft>
                  <a:spcPts val="600"/>
                </a:spcAft>
              </a:pPr>
              <a:t>2</a:t>
            </a:fld>
            <a:endParaRPr lang="en-US"/>
          </a:p>
        </p:txBody>
      </p:sp>
      <p:sp>
        <p:nvSpPr>
          <p:cNvPr id="5" name="Title 4">
            <a:extLst>
              <a:ext uri="{FF2B5EF4-FFF2-40B4-BE49-F238E27FC236}">
                <a16:creationId xmlns:a16="http://schemas.microsoft.com/office/drawing/2014/main" id="{F7C41EB7-CDC8-FDFB-88F4-67D96E0FE517}"/>
              </a:ext>
            </a:extLst>
          </p:cNvPr>
          <p:cNvSpPr>
            <a:spLocks noGrp="1"/>
          </p:cNvSpPr>
          <p:nvPr>
            <p:ph type="title"/>
          </p:nvPr>
        </p:nvSpPr>
        <p:spPr>
          <a:xfrm>
            <a:off x="550199" y="120200"/>
            <a:ext cx="11090938" cy="930372"/>
          </a:xfrm>
        </p:spPr>
        <p:txBody>
          <a:bodyPr vert="horz" lIns="0" tIns="0" rIns="0" bIns="126000" rtlCol="0" anchor="b" anchorCtr="0">
            <a:normAutofit/>
          </a:bodyPr>
          <a:lstStyle/>
          <a:p>
            <a:r>
              <a:rPr kumimoji="0" lang="en-US" b="0" i="0" u="none" strike="noStrike" kern="1200" cap="none" spc="0" normalizeH="0" baseline="0" noProof="0">
                <a:ln>
                  <a:noFill/>
                </a:ln>
                <a:effectLst/>
                <a:uLnTx/>
                <a:uFillTx/>
                <a:latin typeface="+mj-lt"/>
                <a:ea typeface="+mj-ea"/>
                <a:cs typeface="+mj-cs"/>
              </a:rPr>
              <a:t>High Level </a:t>
            </a:r>
            <a:r>
              <a:rPr lang="en-US"/>
              <a:t>Architecture</a:t>
            </a:r>
            <a:r>
              <a:rPr kumimoji="0" lang="en-US" b="0" i="0" u="none" strike="noStrike" kern="1200" cap="none" spc="0" normalizeH="0" baseline="0" noProof="0">
                <a:ln>
                  <a:noFill/>
                </a:ln>
                <a:effectLst/>
                <a:uLnTx/>
                <a:uFillTx/>
                <a:latin typeface="+mj-lt"/>
                <a:ea typeface="+mj-ea"/>
                <a:cs typeface="+mj-cs"/>
              </a:rPr>
              <a:t> Diagram</a:t>
            </a:r>
          </a:p>
        </p:txBody>
      </p:sp>
      <p:pic>
        <p:nvPicPr>
          <p:cNvPr id="116" name="Picture 115">
            <a:extLst>
              <a:ext uri="{FF2B5EF4-FFF2-40B4-BE49-F238E27FC236}">
                <a16:creationId xmlns:a16="http://schemas.microsoft.com/office/drawing/2014/main" id="{8DAA7E2D-03AA-6C76-17F4-9ECC2FD47778}"/>
              </a:ext>
            </a:extLst>
          </p:cNvPr>
          <p:cNvPicPr>
            <a:picLocks noChangeAspect="1"/>
          </p:cNvPicPr>
          <p:nvPr/>
        </p:nvPicPr>
        <p:blipFill>
          <a:blip r:embed="rId2"/>
          <a:stretch>
            <a:fillRect/>
          </a:stretch>
        </p:blipFill>
        <p:spPr>
          <a:xfrm>
            <a:off x="680100" y="1158336"/>
            <a:ext cx="11090938" cy="4103647"/>
          </a:xfrm>
          <a:prstGeom prst="rect">
            <a:avLst/>
          </a:prstGeom>
          <a:noFill/>
        </p:spPr>
      </p:pic>
    </p:spTree>
    <p:extLst>
      <p:ext uri="{BB962C8B-B14F-4D97-AF65-F5344CB8AC3E}">
        <p14:creationId xmlns:p14="http://schemas.microsoft.com/office/powerpoint/2010/main" val="294618943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6A7D2478-0CE1-75B7-CBC4-12408C2B4FB8}"/>
              </a:ext>
            </a:extLst>
          </p:cNvPr>
          <p:cNvSpPr>
            <a:spLocks noGrp="1"/>
          </p:cNvSpPr>
          <p:nvPr>
            <p:ph type="sldNum" sz="quarter" idx="12"/>
          </p:nvPr>
        </p:nvSpPr>
        <p:spPr>
          <a:xfrm>
            <a:off x="11720758" y="6427316"/>
            <a:ext cx="232665" cy="123111"/>
          </a:xfrm>
        </p:spPr>
        <p:txBody>
          <a:bodyPr/>
          <a:lstStyle/>
          <a:p>
            <a:pPr algn="r"/>
            <a:fld id="{5D9A5160-6218-4E5A-B9E6-B93E3DAE377C}" type="slidenum">
              <a:rPr lang="en-US" smtClean="0"/>
              <a:pPr algn="r"/>
              <a:t>3</a:t>
            </a:fld>
            <a:endParaRPr lang="en-US"/>
          </a:p>
        </p:txBody>
      </p:sp>
      <p:sp>
        <p:nvSpPr>
          <p:cNvPr id="5" name="Title 4">
            <a:extLst>
              <a:ext uri="{FF2B5EF4-FFF2-40B4-BE49-F238E27FC236}">
                <a16:creationId xmlns:a16="http://schemas.microsoft.com/office/drawing/2014/main" id="{DFA8D951-D978-7E73-98AC-60005C9C2E14}"/>
              </a:ext>
            </a:extLst>
          </p:cNvPr>
          <p:cNvSpPr>
            <a:spLocks noGrp="1"/>
          </p:cNvSpPr>
          <p:nvPr>
            <p:ph type="title"/>
          </p:nvPr>
        </p:nvSpPr>
        <p:spPr/>
        <p:txBody>
          <a:bodyPr/>
          <a:lstStyle/>
          <a:p>
            <a:r>
              <a:rPr lang="en-US"/>
              <a:t>Technical Solution</a:t>
            </a:r>
          </a:p>
        </p:txBody>
      </p:sp>
      <p:sp>
        <p:nvSpPr>
          <p:cNvPr id="16" name="Rounded Rectangle 16">
            <a:extLst>
              <a:ext uri="{FF2B5EF4-FFF2-40B4-BE49-F238E27FC236}">
                <a16:creationId xmlns:a16="http://schemas.microsoft.com/office/drawing/2014/main" id="{ADE6283E-BF7C-6D70-85CE-C945269B8AA0}"/>
              </a:ext>
            </a:extLst>
          </p:cNvPr>
          <p:cNvSpPr/>
          <p:nvPr/>
        </p:nvSpPr>
        <p:spPr>
          <a:xfrm>
            <a:off x="8817429" y="1508398"/>
            <a:ext cx="3069771" cy="5197202"/>
          </a:xfrm>
          <a:prstGeom prst="roundRect">
            <a:avLst>
              <a:gd name="adj" fmla="val 5069"/>
            </a:avLst>
          </a:prstGeom>
          <a:solidFill>
            <a:schemeClr val="bg1">
              <a:lumMod val="95000"/>
            </a:schemeClr>
          </a:solidFill>
          <a:ln w="9525">
            <a:noFill/>
            <a:prstDash val="solid"/>
          </a:ln>
          <a:effectLst>
            <a:outerShdw blurRad="50800" dist="25400" dir="96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bg1"/>
              </a:solidFill>
            </a:endParaRPr>
          </a:p>
        </p:txBody>
      </p:sp>
      <p:sp>
        <p:nvSpPr>
          <p:cNvPr id="17" name="Rectangle 16">
            <a:extLst>
              <a:ext uri="{FF2B5EF4-FFF2-40B4-BE49-F238E27FC236}">
                <a16:creationId xmlns:a16="http://schemas.microsoft.com/office/drawing/2014/main" id="{571FD420-8E7B-0CB8-E454-5D9587C40C40}"/>
              </a:ext>
            </a:extLst>
          </p:cNvPr>
          <p:cNvSpPr/>
          <p:nvPr/>
        </p:nvSpPr>
        <p:spPr>
          <a:xfrm>
            <a:off x="8943384" y="1610995"/>
            <a:ext cx="2562816" cy="242217"/>
          </a:xfrm>
          <a:prstGeom prst="rect">
            <a:avLst/>
          </a:prstGeom>
          <a:gradFill flip="none" rotWithShape="1">
            <a:gsLst>
              <a:gs pos="0">
                <a:schemeClr val="bg1">
                  <a:lumMod val="95000"/>
                </a:schemeClr>
              </a:gs>
              <a:gs pos="74000">
                <a:schemeClr val="accent4"/>
              </a:gs>
              <a:gs pos="83000">
                <a:schemeClr val="accent4">
                  <a:lumMod val="75000"/>
                </a:schemeClr>
              </a:gs>
              <a:gs pos="100000">
                <a:schemeClr val="accent4">
                  <a:lumMod val="75000"/>
                </a:schemeClr>
              </a:gs>
            </a:gsLst>
            <a:lin ang="10800000" scaled="1"/>
            <a:tileRect/>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sp>
        <p:nvSpPr>
          <p:cNvPr id="18" name="TextBox 17">
            <a:extLst>
              <a:ext uri="{FF2B5EF4-FFF2-40B4-BE49-F238E27FC236}">
                <a16:creationId xmlns:a16="http://schemas.microsoft.com/office/drawing/2014/main" id="{09D395F4-7C2A-1E15-3009-B1E322836C26}"/>
              </a:ext>
            </a:extLst>
          </p:cNvPr>
          <p:cNvSpPr txBox="1"/>
          <p:nvPr/>
        </p:nvSpPr>
        <p:spPr>
          <a:xfrm>
            <a:off x="8968124" y="1574789"/>
            <a:ext cx="1031349" cy="263791"/>
          </a:xfrm>
          <a:prstGeom prst="rect">
            <a:avLst/>
          </a:prstGeom>
          <a:noFill/>
        </p:spPr>
        <p:txBody>
          <a:bodyPr vert="horz" wrap="none" lIns="90000" tIns="46800" rIns="90000" bIns="46800" rtlCol="0" anchor="ctr">
            <a:spAutoFit/>
          </a:bodyPr>
          <a:lstStyle/>
          <a:p>
            <a:pPr algn="l">
              <a:spcBef>
                <a:spcPct val="0"/>
              </a:spcBef>
            </a:pPr>
            <a:r>
              <a:rPr lang="en-US" sz="1100">
                <a:solidFill>
                  <a:schemeClr val="bg1"/>
                </a:solidFill>
              </a:rPr>
              <a:t>Technologies</a:t>
            </a:r>
          </a:p>
        </p:txBody>
      </p:sp>
      <p:sp>
        <p:nvSpPr>
          <p:cNvPr id="21" name="TextBox 20">
            <a:extLst>
              <a:ext uri="{FF2B5EF4-FFF2-40B4-BE49-F238E27FC236}">
                <a16:creationId xmlns:a16="http://schemas.microsoft.com/office/drawing/2014/main" id="{5A916AD3-09F3-7D33-29F2-28FB8C3EFBF5}"/>
              </a:ext>
            </a:extLst>
          </p:cNvPr>
          <p:cNvSpPr txBox="1"/>
          <p:nvPr/>
        </p:nvSpPr>
        <p:spPr>
          <a:xfrm>
            <a:off x="8943384" y="2013662"/>
            <a:ext cx="2777374" cy="4260057"/>
          </a:xfrm>
          <a:prstGeom prst="rect">
            <a:avLst/>
          </a:prstGeom>
          <a:noFill/>
        </p:spPr>
        <p:txBody>
          <a:bodyPr vert="horz" wrap="square" lIns="90000" tIns="46800" rIns="90000" bIns="46800" rtlCol="0" anchor="t">
            <a:noAutofit/>
          </a:bodyPr>
          <a:lstStyle/>
          <a:p>
            <a:pPr marL="285750" indent="-285750">
              <a:spcBef>
                <a:spcPct val="0"/>
              </a:spcBef>
              <a:buFont typeface="Arial" panose="020B0604020202020204" pitchFamily="34" charset="0"/>
              <a:buChar char="•"/>
            </a:pPr>
            <a:r>
              <a:rPr lang="en-US" sz="1200"/>
              <a:t>Azure AI Agent Service: Multi-agent orchestration</a:t>
            </a:r>
          </a:p>
          <a:p>
            <a:pPr marL="285750" indent="-285750">
              <a:spcBef>
                <a:spcPct val="0"/>
              </a:spcBef>
              <a:buFont typeface="Arial" panose="020B0604020202020204" pitchFamily="34" charset="0"/>
              <a:buChar char="•"/>
            </a:pPr>
            <a:r>
              <a:rPr lang="en-US" sz="1200"/>
              <a:t>Azure OpenAI GPT‑4.1 / GPT‑4o / o1: Reasoning, code generation, log analysis</a:t>
            </a:r>
          </a:p>
          <a:p>
            <a:pPr marL="285750" indent="-285750">
              <a:spcBef>
                <a:spcPct val="0"/>
              </a:spcBef>
              <a:buFont typeface="Arial" panose="020B0604020202020204" pitchFamily="34" charset="0"/>
              <a:buChar char="•"/>
            </a:pPr>
            <a:r>
              <a:rPr lang="en-US" sz="1200"/>
              <a:t>Azure Monitor &amp; Log Analytics: Telemetry source</a:t>
            </a:r>
          </a:p>
          <a:p>
            <a:pPr marL="285750" indent="-285750">
              <a:spcBef>
                <a:spcPct val="0"/>
              </a:spcBef>
              <a:buFont typeface="Arial" panose="020B0604020202020204" pitchFamily="34" charset="0"/>
              <a:buChar char="•"/>
            </a:pPr>
            <a:r>
              <a:rPr lang="en-US" sz="1200"/>
              <a:t>Azure Logic Apps: ITSM integrations</a:t>
            </a:r>
          </a:p>
          <a:p>
            <a:pPr marL="285750" indent="-285750">
              <a:spcBef>
                <a:spcPct val="0"/>
              </a:spcBef>
              <a:buFont typeface="Arial" panose="020B0604020202020204" pitchFamily="34" charset="0"/>
              <a:buChar char="•"/>
            </a:pPr>
            <a:r>
              <a:rPr lang="en-US" sz="1200"/>
              <a:t>Azure Functions / Automation Runbooks: Auto-remediation actions</a:t>
            </a:r>
          </a:p>
          <a:p>
            <a:pPr marL="285750" indent="-285750">
              <a:spcBef>
                <a:spcPct val="0"/>
              </a:spcBef>
              <a:buFont typeface="Arial" panose="020B0604020202020204" pitchFamily="34" charset="0"/>
              <a:buChar char="•"/>
            </a:pPr>
            <a:r>
              <a:rPr lang="en-US" sz="1200"/>
              <a:t>Azure Key Vault: Secrets management</a:t>
            </a:r>
          </a:p>
          <a:p>
            <a:pPr marL="285750" indent="-285750">
              <a:spcBef>
                <a:spcPct val="0"/>
              </a:spcBef>
              <a:buFont typeface="Arial" panose="020B0604020202020204" pitchFamily="34" charset="0"/>
              <a:buChar char="•"/>
            </a:pPr>
            <a:r>
              <a:rPr lang="en-US" sz="1200"/>
              <a:t>Private Endpoints / </a:t>
            </a:r>
            <a:r>
              <a:rPr lang="en-US" sz="1200" err="1"/>
              <a:t>VNet</a:t>
            </a:r>
            <a:r>
              <a:rPr lang="en-US" sz="1200"/>
              <a:t>: Secure AI‑model access</a:t>
            </a:r>
          </a:p>
          <a:p>
            <a:pPr marL="285750" indent="-285750">
              <a:spcBef>
                <a:spcPct val="0"/>
              </a:spcBef>
              <a:buFont typeface="Arial" panose="020B0604020202020204" pitchFamily="34" charset="0"/>
              <a:buChar char="•"/>
            </a:pPr>
            <a:r>
              <a:rPr lang="en-US" sz="1200"/>
              <a:t>GitHub Actions: trigger AI workflows</a:t>
            </a:r>
          </a:p>
          <a:p>
            <a:pPr marL="285750" indent="-285750">
              <a:spcBef>
                <a:spcPct val="0"/>
              </a:spcBef>
              <a:buFont typeface="Arial" panose="020B0604020202020204" pitchFamily="34" charset="0"/>
              <a:buChar char="•"/>
            </a:pPr>
            <a:r>
              <a:rPr lang="en-US" sz="1200"/>
              <a:t>GitHub Apps allow AI agents to post PR comments</a:t>
            </a:r>
          </a:p>
          <a:p>
            <a:pPr marL="285750" indent="-285750">
              <a:spcBef>
                <a:spcPct val="0"/>
              </a:spcBef>
              <a:buFont typeface="Arial" panose="020B0604020202020204" pitchFamily="34" charset="0"/>
              <a:buChar char="•"/>
            </a:pPr>
            <a:r>
              <a:rPr lang="en-US" sz="1200"/>
              <a:t>Branch protection &amp; policy enforcement with AI validation</a:t>
            </a:r>
            <a:endParaRPr lang="en-US" sz="1200">
              <a:highlight>
                <a:srgbClr val="FFFF00"/>
              </a:highlight>
            </a:endParaRPr>
          </a:p>
        </p:txBody>
      </p:sp>
      <p:pic>
        <p:nvPicPr>
          <p:cNvPr id="7" name="Picture 6">
            <a:extLst>
              <a:ext uri="{FF2B5EF4-FFF2-40B4-BE49-F238E27FC236}">
                <a16:creationId xmlns:a16="http://schemas.microsoft.com/office/drawing/2014/main" id="{E2506E24-3068-5B2C-F120-1B5307999FF0}"/>
              </a:ext>
            </a:extLst>
          </p:cNvPr>
          <p:cNvPicPr>
            <a:picLocks noChangeAspect="1"/>
          </p:cNvPicPr>
          <p:nvPr/>
        </p:nvPicPr>
        <p:blipFill>
          <a:blip r:embed="rId2"/>
          <a:stretch>
            <a:fillRect/>
          </a:stretch>
        </p:blipFill>
        <p:spPr>
          <a:xfrm>
            <a:off x="304800" y="1508398"/>
            <a:ext cx="7362006" cy="4908004"/>
          </a:xfrm>
          <a:prstGeom prst="rect">
            <a:avLst/>
          </a:prstGeom>
        </p:spPr>
      </p:pic>
    </p:spTree>
    <p:extLst>
      <p:ext uri="{BB962C8B-B14F-4D97-AF65-F5344CB8AC3E}">
        <p14:creationId xmlns:p14="http://schemas.microsoft.com/office/powerpoint/2010/main" val="3657648834"/>
      </p:ext>
    </p:extLst>
  </p:cSld>
  <p:clrMapOvr>
    <a:masterClrMapping/>
  </p:clrMapOvr>
</p:sld>
</file>

<file path=ppt/theme/theme1.xml><?xml version="1.0" encoding="utf-8"?>
<a:theme xmlns:a="http://schemas.openxmlformats.org/drawingml/2006/main" name="Capgemini_Bright_2025">
  <a:themeElements>
    <a:clrScheme name="Capgemini Bright 2026">
      <a:dk1>
        <a:srgbClr val="000000"/>
      </a:dk1>
      <a:lt1>
        <a:srgbClr val="FFFFFF"/>
      </a:lt1>
      <a:dk2>
        <a:srgbClr val="0058AB"/>
      </a:dk2>
      <a:lt2>
        <a:srgbClr val="FFFFFF"/>
      </a:lt2>
      <a:accent1>
        <a:srgbClr val="0058AB"/>
      </a:accent1>
      <a:accent2>
        <a:srgbClr val="1DB8F2"/>
      </a:accent2>
      <a:accent3>
        <a:srgbClr val="121A38"/>
      </a:accent3>
      <a:accent4>
        <a:srgbClr val="00828E"/>
      </a:accent4>
      <a:accent5>
        <a:srgbClr val="BE4D00"/>
      </a:accent5>
      <a:accent6>
        <a:srgbClr val="8F3237"/>
      </a:accent6>
      <a:hlink>
        <a:srgbClr val="0058AB"/>
      </a:hlink>
      <a:folHlink>
        <a:srgbClr val="1DB8F2"/>
      </a:folHlink>
    </a:clrScheme>
    <a:fontScheme name="Capgemini 2024">
      <a:majorFont>
        <a:latin typeface="Ubuntu Medium"/>
        <a:ea typeface=""/>
        <a:cs typeface=""/>
      </a:majorFont>
      <a:minorFont>
        <a:latin typeface="Ubuntu"/>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1">
            <a:lumMod val="95000"/>
          </a:schemeClr>
        </a:solidFill>
        <a:ln w="9525">
          <a:noFill/>
          <a:prstDash val="solid"/>
        </a:ln>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defRPr sz="1400" dirty="0" err="1">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chemeClr val="bg1">
              <a:lumMod val="65000"/>
            </a:schemeClr>
          </a:solidFill>
        </a:ln>
      </a:spPr>
      <a:bodyPr/>
      <a:lstStyle/>
      <a:style>
        <a:lnRef idx="1">
          <a:schemeClr val="accent1"/>
        </a:lnRef>
        <a:fillRef idx="0">
          <a:schemeClr val="accent1"/>
        </a:fillRef>
        <a:effectRef idx="0">
          <a:schemeClr val="accent1"/>
        </a:effectRef>
        <a:fontRef idx="minor">
          <a:schemeClr val="tx1"/>
        </a:fontRef>
      </a:style>
    </a:lnDef>
    <a:txDef>
      <a:spPr>
        <a:noFill/>
      </a:spPr>
      <a:bodyPr vert="horz" wrap="square" lIns="90000" tIns="46800" rIns="90000" bIns="46800" rtlCol="0" anchor="ctr">
        <a:spAutoFit/>
      </a:bodyPr>
      <a:lstStyle>
        <a:defPPr algn="l">
          <a:spcBef>
            <a:spcPct val="0"/>
          </a:spcBef>
          <a:defRPr sz="1400" dirty="0" err="1" smtClean="0"/>
        </a:defPPr>
      </a:lstStyle>
    </a:txDef>
  </a:objectDefaults>
  <a:extraClrSchemeLst/>
  <a:custClrLst>
    <a:custClr name="Turquoise">
      <a:srgbClr val="00D5D0"/>
    </a:custClr>
    <a:custClr name="Yellow">
      <a:srgbClr val="FEB100"/>
    </a:custClr>
    <a:custClr name="Orange">
      <a:srgbClr val="FF816E"/>
    </a:custClr>
    <a:custClr name="Lilac">
      <a:srgbClr val="D4D3F1"/>
    </a:custClr>
    <a:custClr name="Teal">
      <a:srgbClr val="00828E"/>
    </a:custClr>
    <a:custClr name="Terracotta">
      <a:srgbClr val="BE4D00"/>
    </a:custClr>
    <a:custClr name="Deep Red">
      <a:srgbClr val="8F3237"/>
    </a:custClr>
    <a:custClr name="Purple">
      <a:srgbClr val="71609E"/>
    </a:custClr>
  </a:custClrLst>
  <a:extLst>
    <a:ext uri="{05A4C25C-085E-4340-85A3-A5531E510DB2}">
      <thm15:themeFamily xmlns:thm15="http://schemas.microsoft.com/office/thememl/2012/main" name="Capgemini_PPT-template_Master_February-02-2026" id="{643CFCD9-5D42-47EC-8CC7-8D856D17DCD2}" vid="{146F7EC5-EAD0-403A-8A34-B166E4CB0DEC}"/>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D72C44C9799C9545A5261C0AF70B4333" ma:contentTypeVersion="12" ma:contentTypeDescription="Create a new document." ma:contentTypeScope="" ma:versionID="5e4cadbf8931f3a42467c8a0955d4fc4">
  <xsd:schema xmlns:xsd="http://www.w3.org/2001/XMLSchema" xmlns:xs="http://www.w3.org/2001/XMLSchema" xmlns:p="http://schemas.microsoft.com/office/2006/metadata/properties" xmlns:ns2="71ec4482-8a5f-419e-a3fb-f1ff39837bb1" xmlns:ns3="289d593b-f9da-44ad-aeed-35e8c5022e75" targetNamespace="http://schemas.microsoft.com/office/2006/metadata/properties" ma:root="true" ma:fieldsID="914513dae8da38dff2ffd10bf6795a4a" ns2:_="" ns3:_="">
    <xsd:import namespace="71ec4482-8a5f-419e-a3fb-f1ff39837bb1"/>
    <xsd:import namespace="289d593b-f9da-44ad-aeed-35e8c5022e75"/>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ec4482-8a5f-419e-a3fb-f1ff39837bb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element name="lcf76f155ced4ddcb4097134ff3c332f" ma:index="16" nillable="true" ma:taxonomy="true" ma:internalName="lcf76f155ced4ddcb4097134ff3c332f" ma:taxonomyFieldName="MediaServiceImageTags" ma:displayName="Image Tags" ma:readOnly="false" ma:fieldId="{5cf76f15-5ced-4ddc-b409-7134ff3c332f}" ma:taxonomyMulti="true" ma:sspId="b3623ea3-be23-4189-a25b-bcadb097ef14" ma:termSetId="09814cd3-568e-fe90-9814-8d621ff8fb84" ma:anchorId="fba54fb3-c3e1-fe81-a776-ca4b69148c4d" ma:open="true" ma:isKeyword="false">
      <xsd:complexType>
        <xsd:sequence>
          <xsd:element ref="pc:Terms" minOccurs="0" maxOccurs="1"/>
        </xsd:sequence>
      </xsd:complexType>
    </xsd:element>
    <xsd:element name="MediaServiceOCR" ma:index="18"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289d593b-f9da-44ad-aeed-35e8c5022e75" elementFormDefault="qualified">
    <xsd:import namespace="http://schemas.microsoft.com/office/2006/documentManagement/types"/>
    <xsd:import namespace="http://schemas.microsoft.com/office/infopath/2007/PartnerControls"/>
    <xsd:element name="TaxCatchAll" ma:index="17" nillable="true" ma:displayName="Taxonomy Catch All Column" ma:hidden="true" ma:list="{f21e7f45-79c5-438a-9c31-31bb88d8ed8a}" ma:internalName="TaxCatchAll" ma:showField="CatchAllData" ma:web="289d593b-f9da-44ad-aeed-35e8c5022e75">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71ec4482-8a5f-419e-a3fb-f1ff39837bb1">
      <Terms xmlns="http://schemas.microsoft.com/office/infopath/2007/PartnerControls"/>
    </lcf76f155ced4ddcb4097134ff3c332f>
    <TaxCatchAll xmlns="289d593b-f9da-44ad-aeed-35e8c5022e75"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9CD6E222-C050-4BDA-AC0E-7C0C79F1740B}">
  <ds:schemaRefs>
    <ds:schemaRef ds:uri="289d593b-f9da-44ad-aeed-35e8c5022e75"/>
    <ds:schemaRef ds:uri="71ec4482-8a5f-419e-a3fb-f1ff39837bb1"/>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B0A0046D-0765-4685-8521-7D1E34B9A377}">
  <ds:schemaRefs>
    <ds:schemaRef ds:uri="http://schemas.microsoft.com/office/2006/metadata/properties"/>
    <ds:schemaRef ds:uri="http://www.w3.org/XML/1998/namespace"/>
    <ds:schemaRef ds:uri="http://schemas.microsoft.com/office/2006/documentManagement/types"/>
    <ds:schemaRef ds:uri="71ec4482-8a5f-419e-a3fb-f1ff39837bb1"/>
    <ds:schemaRef ds:uri="http://schemas.microsoft.com/office/infopath/2007/PartnerControls"/>
    <ds:schemaRef ds:uri="http://purl.org/dc/terms/"/>
    <ds:schemaRef ds:uri="http://purl.org/dc/dcmitype/"/>
    <ds:schemaRef ds:uri="http://schemas.openxmlformats.org/package/2006/metadata/core-properties"/>
    <ds:schemaRef ds:uri="289d593b-f9da-44ad-aeed-35e8c5022e75"/>
    <ds:schemaRef ds:uri="http://purl.org/dc/elements/1.1/"/>
  </ds:schemaRefs>
</ds:datastoreItem>
</file>

<file path=customXml/itemProps3.xml><?xml version="1.0" encoding="utf-8"?>
<ds:datastoreItem xmlns:ds="http://schemas.openxmlformats.org/officeDocument/2006/customXml" ds:itemID="{47CF04F0-456A-483D-A7D2-D6142AA5B354}">
  <ds:schemaRefs>
    <ds:schemaRef ds:uri="http://schemas.microsoft.com/sharepoint/v3/contenttype/forms"/>
  </ds:schemaRefs>
</ds:datastoreItem>
</file>

<file path=docMetadata/LabelInfo.xml><?xml version="1.0" encoding="utf-8"?>
<clbl:labelList xmlns:clbl="http://schemas.microsoft.com/office/2020/mipLabelMetadata">
  <clbl:label id="{bb5d96ea-ab39-44a0-a6d6-b6f0aac5958b}" enabled="1" method="Privileged" siteId="{76a2ae5a-9f00-4f6b-95ed-5d33d77c4d61}" removed="0"/>
</clbl:labelList>
</file>

<file path=docProps/app.xml><?xml version="1.0" encoding="utf-8"?>
<Properties xmlns="http://schemas.openxmlformats.org/officeDocument/2006/extended-properties" xmlns:vt="http://schemas.openxmlformats.org/officeDocument/2006/docPropsVTypes">
  <Template>Capgemini_Bright_2025</Template>
  <TotalTime>0</TotalTime>
  <Words>421</Words>
  <Application>Microsoft Office PowerPoint</Application>
  <PresentationFormat>Widescreen</PresentationFormat>
  <Paragraphs>73</Paragraphs>
  <Slides>3</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vt:i4>
      </vt:variant>
    </vt:vector>
  </HeadingPairs>
  <TitlesOfParts>
    <vt:vector size="10" baseType="lpstr">
      <vt:lpstr>Aptos</vt:lpstr>
      <vt:lpstr>Arial</vt:lpstr>
      <vt:lpstr>System Font Regular</vt:lpstr>
      <vt:lpstr>Ubuntu</vt:lpstr>
      <vt:lpstr>Ubuntu Light</vt:lpstr>
      <vt:lpstr>Ubuntu Medium</vt:lpstr>
      <vt:lpstr>Capgemini_Bright_2025</vt:lpstr>
      <vt:lpstr>PowerPoint Presentation</vt:lpstr>
      <vt:lpstr>High Level Architecture Diagram</vt:lpstr>
      <vt:lpstr>Technical Solution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Bartolome Ruiz, Raul</dc:creator>
  <cp:keywords/>
  <dc:description/>
  <cp:lastModifiedBy>Kapustenko, Dmytro</cp:lastModifiedBy>
  <cp:revision>10</cp:revision>
  <dcterms:created xsi:type="dcterms:W3CDTF">2026-02-09T11:16:54Z</dcterms:created>
  <dcterms:modified xsi:type="dcterms:W3CDTF">2026-04-01T16:29:48Z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ediaServiceImageTags">
    <vt:lpwstr/>
  </property>
  <property fmtid="{D5CDD505-2E9C-101B-9397-08002B2CF9AE}" pid="3" name="ContentTypeId">
    <vt:lpwstr>0x010100D72C44C9799C9545A5261C0AF70B4333</vt:lpwstr>
  </property>
  <property fmtid="{D5CDD505-2E9C-101B-9397-08002B2CF9AE}" pid="4" name="MSIP_Label_e760c494-6550-44b4-8258-77c175d778b7_Enabled">
    <vt:lpwstr>true</vt:lpwstr>
  </property>
  <property fmtid="{D5CDD505-2E9C-101B-9397-08002B2CF9AE}" pid="5" name="MSIP_Label_e760c494-6550-44b4-8258-77c175d778b7_SetDate">
    <vt:lpwstr>2026-02-09T12:25:45Z</vt:lpwstr>
  </property>
  <property fmtid="{D5CDD505-2E9C-101B-9397-08002B2CF9AE}" pid="6" name="MSIP_Label_e760c494-6550-44b4-8258-77c175d778b7_Method">
    <vt:lpwstr>Standard</vt:lpwstr>
  </property>
  <property fmtid="{D5CDD505-2E9C-101B-9397-08002B2CF9AE}" pid="7" name="MSIP_Label_e760c494-6550-44b4-8258-77c175d778b7_Name">
    <vt:lpwstr>Capgemini-SEC0-Public</vt:lpwstr>
  </property>
  <property fmtid="{D5CDD505-2E9C-101B-9397-08002B2CF9AE}" pid="8" name="MSIP_Label_e760c494-6550-44b4-8258-77c175d778b7_SiteId">
    <vt:lpwstr>76a2ae5a-9f00-4f6b-95ed-5d33d77c4d61</vt:lpwstr>
  </property>
  <property fmtid="{D5CDD505-2E9C-101B-9397-08002B2CF9AE}" pid="9" name="MSIP_Label_e760c494-6550-44b4-8258-77c175d778b7_ActionId">
    <vt:lpwstr>23bd5236-fbda-4184-9ddc-04c9b8b6f575</vt:lpwstr>
  </property>
  <property fmtid="{D5CDD505-2E9C-101B-9397-08002B2CF9AE}" pid="10" name="MSIP_Label_e760c494-6550-44b4-8258-77c175d778b7_ContentBits">
    <vt:lpwstr>0</vt:lpwstr>
  </property>
  <property fmtid="{D5CDD505-2E9C-101B-9397-08002B2CF9AE}" pid="11" name="xd_ProgID">
    <vt:lpwstr/>
  </property>
  <property fmtid="{D5CDD505-2E9C-101B-9397-08002B2CF9AE}" pid="12" name="ComplianceAssetId">
    <vt:lpwstr/>
  </property>
  <property fmtid="{D5CDD505-2E9C-101B-9397-08002B2CF9AE}" pid="13" name="TemplateUrl">
    <vt:lpwstr/>
  </property>
  <property fmtid="{D5CDD505-2E9C-101B-9397-08002B2CF9AE}" pid="14" name="_ExtendedDescription">
    <vt:lpwstr/>
  </property>
  <property fmtid="{D5CDD505-2E9C-101B-9397-08002B2CF9AE}" pid="15" name="TriggerFlowInfo">
    <vt:lpwstr/>
  </property>
  <property fmtid="{D5CDD505-2E9C-101B-9397-08002B2CF9AE}" pid="16" name="xd_Signature">
    <vt:bool>false</vt:bool>
  </property>
  <property fmtid="{D5CDD505-2E9C-101B-9397-08002B2CF9AE}" pid="17" name="docLang">
    <vt:lpwstr>en</vt:lpwstr>
  </property>
</Properties>
</file>