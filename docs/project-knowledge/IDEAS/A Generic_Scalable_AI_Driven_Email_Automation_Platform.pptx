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8"/>
  </p:notesMasterIdLst>
  <p:sldIdLst>
    <p:sldId id="2145706671" r:id="rId5"/>
    <p:sldId id="2145706673" r:id="rId6"/>
    <p:sldId id="2145706672" r:id="rId7"/>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145706671"/>
            <p14:sldId id="2145706673"/>
            <p14:sldId id="2145706672"/>
          </p14:sldIdLst>
        </p14:section>
        <p14:section name="Untitled Section" id="{BF9A5F03-27B0-478D-9363-154BCB2578BD}">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29E857-DD65-6322-CA2B-1786668F3018}" v="1" dt="2026-03-31T19:42:18.641"/>
    <p1510:client id="{38820BA4-3C34-DB64-6E3D-1A611965CDAE}" v="1" dt="2026-04-01T13:00:06.644"/>
    <p1510:client id="{4FD5A6B8-7DFC-5A34-9A18-FE6FD401704D}" v="2" dt="2026-04-01T01:42:23.649"/>
    <p1510:client id="{6694DEC7-94EB-34E7-BC64-FE133BF75A3A}" v="2" dt="2026-03-31T21:05:59.627"/>
    <p1510:client id="{94F6DEB9-F57E-4673-8F6D-52D436A913F9}" v="1" dt="2026-03-31T12:45:13.913"/>
    <p1510:client id="{AAC2393D-142E-4619-B3A3-9BFACDAFA16D}" v="54" dt="2026-04-01T07:39:20.851"/>
    <p1510:client id="{D2E95662-6C84-6515-F16B-866A1711165B}" v="1" dt="2026-03-31T18:30:38.657"/>
    <p1510:client id="{E465D8FE-531C-D45E-6AB1-F82DEED43EEA}" v="1" dt="2026-04-01T08:59:39.118"/>
    <p1510:client id="{EB8C4C67-2F70-E396-347B-E7AB5B131B54}" v="1" dt="2026-03-31T09:22:29.886"/>
    <p1510:client id="{FF7B991D-42E6-A837-C3C0-1E9C46D14569}" v="3" dt="2026-04-01T14:19:47.5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rsson, Fredrik" userId="S::fredrik.thorsson@capgemini.com::ff167d26-fbf1-4e2d-a236-1baaa5aab367" providerId="AD" clId="Web-{E465D8FE-531C-D45E-6AB1-F82DEED43EEA}"/>
    <pc:docChg chg="sldOrd">
      <pc:chgData name="Thorsson, Fredrik" userId="S::fredrik.thorsson@capgemini.com::ff167d26-fbf1-4e2d-a236-1baaa5aab367" providerId="AD" clId="Web-{E465D8FE-531C-D45E-6AB1-F82DEED43EEA}" dt="2026-04-01T08:59:39.118" v="0"/>
      <pc:docMkLst>
        <pc:docMk/>
      </pc:docMkLst>
      <pc:sldChg chg="ord">
        <pc:chgData name="Thorsson, Fredrik" userId="S::fredrik.thorsson@capgemini.com::ff167d26-fbf1-4e2d-a236-1baaa5aab367" providerId="AD" clId="Web-{E465D8FE-531C-D45E-6AB1-F82DEED43EEA}" dt="2026-04-01T08:59:39.118" v="0"/>
        <pc:sldMkLst>
          <pc:docMk/>
          <pc:sldMk cId="2946189433" sldId="2145706672"/>
        </pc:sldMkLst>
      </pc:sldChg>
    </pc:docChg>
  </pc:docChgLst>
  <pc:docChgLst>
    <pc:chgData name="ZAHR, Narjiss" userId="S::narjiss.zahr@capgemini.com::3f760fbf-dfd2-4a7b-a5f6-cfe993e15615" providerId="AD" clId="Web-{5834F15B-830D-F7E1-12FB-A7A67E0DA9F5}"/>
    <pc:docChg chg="modSld">
      <pc:chgData name="ZAHR, Narjiss" userId="S::narjiss.zahr@capgemini.com::3f760fbf-dfd2-4a7b-a5f6-cfe993e15615" providerId="AD" clId="Web-{5834F15B-830D-F7E1-12FB-A7A67E0DA9F5}" dt="2026-03-25T13:24:11.606" v="2" actId="20577"/>
      <pc:docMkLst>
        <pc:docMk/>
      </pc:docMkLst>
      <pc:sldChg chg="modSp">
        <pc:chgData name="ZAHR, Narjiss" userId="S::narjiss.zahr@capgemini.com::3f760fbf-dfd2-4a7b-a5f6-cfe993e15615" providerId="AD" clId="Web-{5834F15B-830D-F7E1-12FB-A7A67E0DA9F5}" dt="2026-03-25T13:24:11.606" v="2" actId="20577"/>
        <pc:sldMkLst>
          <pc:docMk/>
          <pc:sldMk cId="175612282" sldId="2145706671"/>
        </pc:sldMkLst>
      </pc:sldChg>
    </pc:docChg>
  </pc:docChgLst>
  <pc:docChgLst>
    <pc:chgData name="San Jose Garcia, Inmaculada" userId="S::inmaculada.san-jose-garcia@capgemini.com::ecc591fa-c86b-46b1-970d-5d169c1e7637" providerId="AD" clId="Web-{FF7B991D-42E6-A837-C3C0-1E9C46D14569}"/>
    <pc:docChg chg="sldOrd">
      <pc:chgData name="San Jose Garcia, Inmaculada" userId="S::inmaculada.san-jose-garcia@capgemini.com::ecc591fa-c86b-46b1-970d-5d169c1e7637" providerId="AD" clId="Web-{FF7B991D-42E6-A837-C3C0-1E9C46D14569}" dt="2026-04-01T14:19:47.555" v="2"/>
      <pc:docMkLst>
        <pc:docMk/>
      </pc:docMkLst>
      <pc:sldChg chg="ord">
        <pc:chgData name="San Jose Garcia, Inmaculada" userId="S::inmaculada.san-jose-garcia@capgemini.com::ecc591fa-c86b-46b1-970d-5d169c1e7637" providerId="AD" clId="Web-{FF7B991D-42E6-A837-C3C0-1E9C46D14569}" dt="2026-04-01T14:19:47.555" v="2"/>
        <pc:sldMkLst>
          <pc:docMk/>
          <pc:sldMk cId="175612282" sldId="2145706671"/>
        </pc:sldMkLst>
      </pc:sldChg>
      <pc:sldChg chg="ord">
        <pc:chgData name="San Jose Garcia, Inmaculada" userId="S::inmaculada.san-jose-garcia@capgemini.com::ecc591fa-c86b-46b1-970d-5d169c1e7637" providerId="AD" clId="Web-{FF7B991D-42E6-A837-C3C0-1E9C46D14569}" dt="2026-04-01T14:19:47.180" v="1"/>
        <pc:sldMkLst>
          <pc:docMk/>
          <pc:sldMk cId="3657648834" sldId="2145706673"/>
        </pc:sldMkLst>
      </pc:sldChg>
    </pc:docChg>
  </pc:docChgLst>
  <pc:docChgLst>
    <pc:chgData name="Żółtańska, Anna" userId="S::anna.zoltanska@capgemini.com::0cf66583-95c1-425a-8a53-f8f83b295eb2" providerId="AD" clId="Web-{6694DEC7-94EB-34E7-BC64-FE133BF75A3A}"/>
    <pc:docChg chg="addSld delSld modSection">
      <pc:chgData name="Żółtańska, Anna" userId="S::anna.zoltanska@capgemini.com::0cf66583-95c1-425a-8a53-f8f83b295eb2" providerId="AD" clId="Web-{6694DEC7-94EB-34E7-BC64-FE133BF75A3A}" dt="2026-03-31T21:05:59.393" v="1"/>
      <pc:docMkLst>
        <pc:docMk/>
      </pc:docMkLst>
      <pc:sldChg chg="add del">
        <pc:chgData name="Żółtańska, Anna" userId="S::anna.zoltanska@capgemini.com::0cf66583-95c1-425a-8a53-f8f83b295eb2" providerId="AD" clId="Web-{6694DEC7-94EB-34E7-BC64-FE133BF75A3A}" dt="2026-03-31T21:05:59.393" v="1"/>
        <pc:sldMkLst>
          <pc:docMk/>
          <pc:sldMk cId="3826729619" sldId="2145706669"/>
        </pc:sldMkLst>
      </pc:sldChg>
    </pc:docChg>
  </pc:docChgLst>
  <pc:docChgLst>
    <pc:chgData name="Urban, Greg" userId="S::greg.urban@capgemini.com::ce644b4b-6b70-41f2-a1b8-48056440ce31" providerId="AD" clId="Web-{07912A88-2038-9B32-DF6C-D1088A6AB82F}"/>
    <pc:docChg chg="modSld sldOrd">
      <pc:chgData name="Urban, Greg" userId="S::greg.urban@capgemini.com::ce644b4b-6b70-41f2-a1b8-48056440ce31" providerId="AD" clId="Web-{07912A88-2038-9B32-DF6C-D1088A6AB82F}" dt="2026-03-27T05:51:16.222" v="2" actId="1076"/>
      <pc:docMkLst>
        <pc:docMk/>
      </pc:docMkLst>
      <pc:sldChg chg="ord">
        <pc:chgData name="Urban, Greg" userId="S::greg.urban@capgemini.com::ce644b4b-6b70-41f2-a1b8-48056440ce31" providerId="AD" clId="Web-{07912A88-2038-9B32-DF6C-D1088A6AB82F}" dt="2026-03-27T05:49:43.843" v="1"/>
        <pc:sldMkLst>
          <pc:docMk/>
          <pc:sldMk cId="2946189433" sldId="2145706672"/>
        </pc:sldMkLst>
      </pc:sldChg>
    </pc:docChg>
  </pc:docChgLst>
  <pc:docChgLst>
    <pc:chgData name="Abrahamson, Heidi" userId="S::heidi.abrahamson@capgemini.com::d5134ecf-5730-4ca3-aec3-f91238c55104" providerId="AD" clId="Web-{1D29E857-DD65-6322-CA2B-1786668F3018}"/>
    <pc:docChg chg="modSld">
      <pc:chgData name="Abrahamson, Heidi" userId="S::heidi.abrahamson@capgemini.com::d5134ecf-5730-4ca3-aec3-f91238c55104" providerId="AD" clId="Web-{1D29E857-DD65-6322-CA2B-1786668F3018}" dt="2026-03-31T19:42:18.641" v="0" actId="1076"/>
      <pc:docMkLst>
        <pc:docMk/>
      </pc:docMkLst>
      <pc:sldChg chg="modSp">
        <pc:chgData name="Abrahamson, Heidi" userId="S::heidi.abrahamson@capgemini.com::d5134ecf-5730-4ca3-aec3-f91238c55104" providerId="AD" clId="Web-{1D29E857-DD65-6322-CA2B-1786668F3018}" dt="2026-03-31T19:42:18.641" v="0" actId="1076"/>
        <pc:sldMkLst>
          <pc:docMk/>
          <pc:sldMk cId="3657648834" sldId="2145706673"/>
        </pc:sldMkLst>
        <pc:picChg chg="mod">
          <ac:chgData name="Abrahamson, Heidi" userId="S::heidi.abrahamson@capgemini.com::d5134ecf-5730-4ca3-aec3-f91238c55104" providerId="AD" clId="Web-{1D29E857-DD65-6322-CA2B-1786668F3018}" dt="2026-03-31T19:42:18.641" v="0" actId="1076"/>
          <ac:picMkLst>
            <pc:docMk/>
            <pc:sldMk cId="3657648834" sldId="2145706673"/>
            <ac:picMk id="2" creationId="{58A5796B-1A3D-1D3E-C5D5-176BB95728C2}"/>
          </ac:picMkLst>
        </pc:picChg>
      </pc:sldChg>
    </pc:docChg>
  </pc:docChgLst>
  <pc:docChgLst>
    <pc:chgData name="D, Rahul" userId="S::rahul.c.d@capgemini.com::21eee703-1ee3-46e5-94d3-86484d7eae04" providerId="AD" clId="Web-{38820BA4-3C34-DB64-6E3D-1A611965CDAE}"/>
    <pc:docChg chg="sldOrd">
      <pc:chgData name="D, Rahul" userId="S::rahul.c.d@capgemini.com::21eee703-1ee3-46e5-94d3-86484d7eae04" providerId="AD" clId="Web-{38820BA4-3C34-DB64-6E3D-1A611965CDAE}" dt="2026-04-01T13:00:06.644" v="0"/>
      <pc:docMkLst>
        <pc:docMk/>
      </pc:docMkLst>
      <pc:sldChg chg="ord">
        <pc:chgData name="D, Rahul" userId="S::rahul.c.d@capgemini.com::21eee703-1ee3-46e5-94d3-86484d7eae04" providerId="AD" clId="Web-{38820BA4-3C34-DB64-6E3D-1A611965CDAE}" dt="2026-04-01T13:00:06.644" v="0"/>
        <pc:sldMkLst>
          <pc:docMk/>
          <pc:sldMk cId="2946189433" sldId="2145706672"/>
        </pc:sldMkLst>
      </pc:sldChg>
    </pc:docChg>
  </pc:docChgLst>
  <pc:docChgLst>
    <pc:chgData name="Chaudhari, Vaibhav" userId="S::vaibhav.chaudhari@capgemini.com::ee17349f-8a9f-4b9c-885d-7e9e910b2e76" providerId="AD" clId="Web-{EB8C4C67-2F70-E396-347B-E7AB5B131B54}"/>
    <pc:docChg chg="modSld">
      <pc:chgData name="Chaudhari, Vaibhav" userId="S::vaibhav.chaudhari@capgemini.com::ee17349f-8a9f-4b9c-885d-7e9e910b2e76" providerId="AD" clId="Web-{EB8C4C67-2F70-E396-347B-E7AB5B131B54}" dt="2026-03-31T09:22:29.886" v="0"/>
      <pc:docMkLst>
        <pc:docMk/>
      </pc:docMkLst>
      <pc:sldChg chg="modSp">
        <pc:chgData name="Chaudhari, Vaibhav" userId="S::vaibhav.chaudhari@capgemini.com::ee17349f-8a9f-4b9c-885d-7e9e910b2e76" providerId="AD" clId="Web-{EB8C4C67-2F70-E396-347B-E7AB5B131B54}" dt="2026-03-31T09:22:29.886" v="0"/>
        <pc:sldMkLst>
          <pc:docMk/>
          <pc:sldMk cId="3826729619" sldId="2145706669"/>
        </pc:sldMkLst>
        <pc:spChg chg="mod">
          <ac:chgData name="Chaudhari, Vaibhav" userId="S::vaibhav.chaudhari@capgemini.com::ee17349f-8a9f-4b9c-885d-7e9e910b2e76" providerId="AD" clId="Web-{EB8C4C67-2F70-E396-347B-E7AB5B131B54}" dt="2026-03-31T09:22:29.886" v="0"/>
          <ac:spMkLst>
            <pc:docMk/>
            <pc:sldMk cId="3826729619" sldId="2145706669"/>
            <ac:spMk id="14" creationId="{1857440B-E53D-171E-E3CD-DC2F79BF3055}"/>
          </ac:spMkLst>
        </pc:spChg>
      </pc:sldChg>
    </pc:docChg>
  </pc:docChgLst>
  <pc:docChgLst>
    <pc:chgData name="Rakesh, Gumma" userId="S::gumma.rakesh@capgemini.com::4465a19c-ad9d-4434-9963-c0945f0822d5" providerId="AD" clId="Web-{44E56E48-0238-5528-DF6D-15360CD251C3}"/>
    <pc:docChg chg="modSld">
      <pc:chgData name="Rakesh, Gumma" userId="S::gumma.rakesh@capgemini.com::4465a19c-ad9d-4434-9963-c0945f0822d5" providerId="AD" clId="Web-{44E56E48-0238-5528-DF6D-15360CD251C3}" dt="2026-03-27T05:09:23.910" v="0" actId="1076"/>
      <pc:docMkLst>
        <pc:docMk/>
      </pc:docMkLst>
    </pc:docChg>
  </pc:docChgLst>
  <pc:docChgLst>
    <pc:chgData name="LILI, Nasreddine" userId="S::nasreddine.lili@capgemini.com::dee71088-2519-4909-ac2d-bb52691a61ab" providerId="AD" clId="Web-{7BB49CA4-1BBC-B4C2-3334-4137F0AF90F8}"/>
    <pc:docChg chg="modSld">
      <pc:chgData name="LILI, Nasreddine" userId="S::nasreddine.lili@capgemini.com::dee71088-2519-4909-ac2d-bb52691a61ab" providerId="AD" clId="Web-{7BB49CA4-1BBC-B4C2-3334-4137F0AF90F8}" dt="2026-03-26T10:36:10.408" v="0" actId="1076"/>
      <pc:docMkLst>
        <pc:docMk/>
      </pc:docMkLst>
    </pc:docChg>
  </pc:docChgLst>
  <pc:docChgLst>
    <pc:chgData name="Christdoss, Ebenezer Spurgeon" userId="62a72f3c-b20d-4bac-aa4b-a0ee8957d074" providerId="ADAL" clId="{E9EAE87F-8D22-46FD-94AC-D8F52C36A399}"/>
    <pc:docChg chg="sldOrd">
      <pc:chgData name="Christdoss, Ebenezer Spurgeon" userId="62a72f3c-b20d-4bac-aa4b-a0ee8957d074" providerId="ADAL" clId="{E9EAE87F-8D22-46FD-94AC-D8F52C36A399}" dt="2026-03-31T12:45:13.914" v="0" actId="20578"/>
      <pc:docMkLst>
        <pc:docMk/>
      </pc:docMkLst>
      <pc:sldChg chg="ord">
        <pc:chgData name="Christdoss, Ebenezer Spurgeon" userId="62a72f3c-b20d-4bac-aa4b-a0ee8957d074" providerId="ADAL" clId="{E9EAE87F-8D22-46FD-94AC-D8F52C36A399}" dt="2026-03-31T12:45:13.914" v="0" actId="20578"/>
        <pc:sldMkLst>
          <pc:docMk/>
          <pc:sldMk cId="2417810418" sldId="2145706670"/>
        </pc:sldMkLst>
      </pc:sldChg>
    </pc:docChg>
  </pc:docChgLst>
  <pc:docChgLst>
    <pc:chgData name="Kour, Suneha Deep" userId="S::suneha-deep.a.kour@capgemini.com::a68617f1-3c2b-4910-b4e2-265115aa864d" providerId="AD" clId="Web-{1DF2479A-DA89-0573-4A30-4BBD8BD14F81}"/>
    <pc:docChg chg="modSld">
      <pc:chgData name="Kour, Suneha Deep" userId="S::suneha-deep.a.kour@capgemini.com::a68617f1-3c2b-4910-b4e2-265115aa864d" providerId="AD" clId="Web-{1DF2479A-DA89-0573-4A30-4BBD8BD14F81}" dt="2026-03-27T12:41:45.327" v="0" actId="1076"/>
      <pc:docMkLst>
        <pc:docMk/>
      </pc:docMkLst>
    </pc:docChg>
  </pc:docChgLst>
  <pc:docChgLst>
    <pc:chgData name="Adhikari, Sourav Bikash" userId="85d6511c-c97c-4564-a853-e1f89014ea2d" providerId="ADAL" clId="{B5AEFC2D-9D81-4A56-BCE8-EE7A539F654A}"/>
    <pc:docChg chg="undo custSel addSld delSld modSld sldOrd modSection">
      <pc:chgData name="Adhikari, Sourav Bikash" userId="85d6511c-c97c-4564-a853-e1f89014ea2d" providerId="ADAL" clId="{B5AEFC2D-9D81-4A56-BCE8-EE7A539F654A}" dt="2026-04-01T07:40:44.511" v="1090" actId="14100"/>
      <pc:docMkLst>
        <pc:docMk/>
      </pc:docMkLst>
      <pc:sldChg chg="modSp del mod">
        <pc:chgData name="Adhikari, Sourav Bikash" userId="85d6511c-c97c-4564-a853-e1f89014ea2d" providerId="ADAL" clId="{B5AEFC2D-9D81-4A56-BCE8-EE7A539F654A}" dt="2026-04-01T07:33:45.301" v="1024" actId="2696"/>
        <pc:sldMkLst>
          <pc:docMk/>
          <pc:sldMk cId="631914023" sldId="257"/>
        </pc:sldMkLst>
        <pc:spChg chg="mod">
          <ac:chgData name="Adhikari, Sourav Bikash" userId="85d6511c-c97c-4564-a853-e1f89014ea2d" providerId="ADAL" clId="{B5AEFC2D-9D81-4A56-BCE8-EE7A539F654A}" dt="2026-04-01T06:39:27.922" v="2" actId="108"/>
          <ac:spMkLst>
            <pc:docMk/>
            <pc:sldMk cId="631914023" sldId="257"/>
            <ac:spMk id="12" creationId="{16D49C09-B70F-92E3-1B81-68D6400AAEBD}"/>
          </ac:spMkLst>
        </pc:spChg>
      </pc:sldChg>
      <pc:sldChg chg="del">
        <pc:chgData name="Adhikari, Sourav Bikash" userId="85d6511c-c97c-4564-a853-e1f89014ea2d" providerId="ADAL" clId="{B5AEFC2D-9D81-4A56-BCE8-EE7A539F654A}" dt="2026-04-01T07:33:23.476" v="1019" actId="2696"/>
        <pc:sldMkLst>
          <pc:docMk/>
          <pc:sldMk cId="4141162053" sldId="263"/>
        </pc:sldMkLst>
      </pc:sldChg>
      <pc:sldChg chg="del">
        <pc:chgData name="Adhikari, Sourav Bikash" userId="85d6511c-c97c-4564-a853-e1f89014ea2d" providerId="ADAL" clId="{B5AEFC2D-9D81-4A56-BCE8-EE7A539F654A}" dt="2026-04-01T07:33:42.203" v="1023" actId="2696"/>
        <pc:sldMkLst>
          <pc:docMk/>
          <pc:sldMk cId="3826729619" sldId="2145706669"/>
        </pc:sldMkLst>
      </pc:sldChg>
      <pc:sldChg chg="del">
        <pc:chgData name="Adhikari, Sourav Bikash" userId="85d6511c-c97c-4564-a853-e1f89014ea2d" providerId="ADAL" clId="{B5AEFC2D-9D81-4A56-BCE8-EE7A539F654A}" dt="2026-04-01T07:33:20.330" v="1018" actId="2696"/>
        <pc:sldMkLst>
          <pc:docMk/>
          <pc:sldMk cId="2417810418" sldId="2145706670"/>
        </pc:sldMkLst>
      </pc:sldChg>
      <pc:sldChg chg="addSp delSp modSp mod ord">
        <pc:chgData name="Adhikari, Sourav Bikash" userId="85d6511c-c97c-4564-a853-e1f89014ea2d" providerId="ADAL" clId="{B5AEFC2D-9D81-4A56-BCE8-EE7A539F654A}" dt="2026-04-01T07:40:44.511" v="1090" actId="14100"/>
        <pc:sldMkLst>
          <pc:docMk/>
          <pc:sldMk cId="175612282" sldId="2145706671"/>
        </pc:sldMkLst>
        <pc:spChg chg="del mod">
          <ac:chgData name="Adhikari, Sourav Bikash" userId="85d6511c-c97c-4564-a853-e1f89014ea2d" providerId="ADAL" clId="{B5AEFC2D-9D81-4A56-BCE8-EE7A539F654A}" dt="2026-04-01T06:44:33.268" v="13" actId="21"/>
          <ac:spMkLst>
            <pc:docMk/>
            <pc:sldMk cId="175612282" sldId="2145706671"/>
            <ac:spMk id="2" creationId="{F118180A-08A9-77BB-892B-EAD50ADCB617}"/>
          </ac:spMkLst>
        </pc:spChg>
        <pc:spChg chg="del">
          <ac:chgData name="Adhikari, Sourav Bikash" userId="85d6511c-c97c-4564-a853-e1f89014ea2d" providerId="ADAL" clId="{B5AEFC2D-9D81-4A56-BCE8-EE7A539F654A}" dt="2026-04-01T06:46:24.024" v="34" actId="478"/>
          <ac:spMkLst>
            <pc:docMk/>
            <pc:sldMk cId="175612282" sldId="2145706671"/>
            <ac:spMk id="3" creationId="{AD302E24-8DBE-2AC7-27B4-80AF96401941}"/>
          </ac:spMkLst>
        </pc:spChg>
        <pc:spChg chg="del">
          <ac:chgData name="Adhikari, Sourav Bikash" userId="85d6511c-c97c-4564-a853-e1f89014ea2d" providerId="ADAL" clId="{B5AEFC2D-9D81-4A56-BCE8-EE7A539F654A}" dt="2026-04-01T06:46:24.024" v="34" actId="478"/>
          <ac:spMkLst>
            <pc:docMk/>
            <pc:sldMk cId="175612282" sldId="2145706671"/>
            <ac:spMk id="4" creationId="{B0C83741-63CA-03D3-DB1F-178724DB93C2}"/>
          </ac:spMkLst>
        </pc:spChg>
        <pc:spChg chg="del">
          <ac:chgData name="Adhikari, Sourav Bikash" userId="85d6511c-c97c-4564-a853-e1f89014ea2d" providerId="ADAL" clId="{B5AEFC2D-9D81-4A56-BCE8-EE7A539F654A}" dt="2026-04-01T06:46:43.837" v="38" actId="478"/>
          <ac:spMkLst>
            <pc:docMk/>
            <pc:sldMk cId="175612282" sldId="2145706671"/>
            <ac:spMk id="7" creationId="{9B4DC1EB-B79B-E7B1-B561-512C16AF6DC3}"/>
          </ac:spMkLst>
        </pc:spChg>
        <pc:spChg chg="add mod">
          <ac:chgData name="Adhikari, Sourav Bikash" userId="85d6511c-c97c-4564-a853-e1f89014ea2d" providerId="ADAL" clId="{B5AEFC2D-9D81-4A56-BCE8-EE7A539F654A}" dt="2026-04-01T06:48:42.325" v="51" actId="1076"/>
          <ac:spMkLst>
            <pc:docMk/>
            <pc:sldMk cId="175612282" sldId="2145706671"/>
            <ac:spMk id="8" creationId="{25E4EAE5-46D7-92E6-EF24-0017C29B031A}"/>
          </ac:spMkLst>
        </pc:spChg>
        <pc:spChg chg="add mod">
          <ac:chgData name="Adhikari, Sourav Bikash" userId="85d6511c-c97c-4564-a853-e1f89014ea2d" providerId="ADAL" clId="{B5AEFC2D-9D81-4A56-BCE8-EE7A539F654A}" dt="2026-04-01T06:59:50.381" v="221" actId="14100"/>
          <ac:spMkLst>
            <pc:docMk/>
            <pc:sldMk cId="175612282" sldId="2145706671"/>
            <ac:spMk id="9" creationId="{2105D036-AC1A-5834-610F-AF5525188E5F}"/>
          </ac:spMkLst>
        </pc:spChg>
        <pc:spChg chg="add mod">
          <ac:chgData name="Adhikari, Sourav Bikash" userId="85d6511c-c97c-4564-a853-e1f89014ea2d" providerId="ADAL" clId="{B5AEFC2D-9D81-4A56-BCE8-EE7A539F654A}" dt="2026-04-01T06:59:24.254" v="180" actId="14100"/>
          <ac:spMkLst>
            <pc:docMk/>
            <pc:sldMk cId="175612282" sldId="2145706671"/>
            <ac:spMk id="10" creationId="{E76798F5-5E9C-F2FE-05D3-5D0682D3BF56}"/>
          </ac:spMkLst>
        </pc:spChg>
        <pc:spChg chg="add mod">
          <ac:chgData name="Adhikari, Sourav Bikash" userId="85d6511c-c97c-4564-a853-e1f89014ea2d" providerId="ADAL" clId="{B5AEFC2D-9D81-4A56-BCE8-EE7A539F654A}" dt="2026-04-01T06:59:28.894" v="199" actId="1038"/>
          <ac:spMkLst>
            <pc:docMk/>
            <pc:sldMk cId="175612282" sldId="2145706671"/>
            <ac:spMk id="12" creationId="{FCE66B55-37F1-EE29-29DB-1A5B873DAEA8}"/>
          </ac:spMkLst>
        </pc:spChg>
        <pc:spChg chg="del">
          <ac:chgData name="Adhikari, Sourav Bikash" userId="85d6511c-c97c-4564-a853-e1f89014ea2d" providerId="ADAL" clId="{B5AEFC2D-9D81-4A56-BCE8-EE7A539F654A}" dt="2026-04-01T06:46:58.823" v="39" actId="478"/>
          <ac:spMkLst>
            <pc:docMk/>
            <pc:sldMk cId="175612282" sldId="2145706671"/>
            <ac:spMk id="13" creationId="{5372F71A-9E26-9BCA-1983-79414CAC2982}"/>
          </ac:spMkLst>
        </pc:spChg>
        <pc:spChg chg="del">
          <ac:chgData name="Adhikari, Sourav Bikash" userId="85d6511c-c97c-4564-a853-e1f89014ea2d" providerId="ADAL" clId="{B5AEFC2D-9D81-4A56-BCE8-EE7A539F654A}" dt="2026-04-01T06:46:58.823" v="39" actId="478"/>
          <ac:spMkLst>
            <pc:docMk/>
            <pc:sldMk cId="175612282" sldId="2145706671"/>
            <ac:spMk id="14" creationId="{7F309A65-3997-B8CD-81BD-84E1763E9A83}"/>
          </ac:spMkLst>
        </pc:spChg>
        <pc:spChg chg="add mod">
          <ac:chgData name="Adhikari, Sourav Bikash" userId="85d6511c-c97c-4564-a853-e1f89014ea2d" providerId="ADAL" clId="{B5AEFC2D-9D81-4A56-BCE8-EE7A539F654A}" dt="2026-04-01T07:40:44.511" v="1090" actId="14100"/>
          <ac:spMkLst>
            <pc:docMk/>
            <pc:sldMk cId="175612282" sldId="2145706671"/>
            <ac:spMk id="15" creationId="{385514D6-2D5F-4DF6-D951-937956183C12}"/>
          </ac:spMkLst>
        </pc:spChg>
        <pc:spChg chg="del">
          <ac:chgData name="Adhikari, Sourav Bikash" userId="85d6511c-c97c-4564-a853-e1f89014ea2d" providerId="ADAL" clId="{B5AEFC2D-9D81-4A56-BCE8-EE7A539F654A}" dt="2026-04-01T06:46:58.823" v="39" actId="478"/>
          <ac:spMkLst>
            <pc:docMk/>
            <pc:sldMk cId="175612282" sldId="2145706671"/>
            <ac:spMk id="16" creationId="{9FD818BF-2FBD-1EF3-1EC9-5FCE1074DB8C}"/>
          </ac:spMkLst>
        </pc:spChg>
        <pc:spChg chg="add mod">
          <ac:chgData name="Adhikari, Sourav Bikash" userId="85d6511c-c97c-4564-a853-e1f89014ea2d" providerId="ADAL" clId="{B5AEFC2D-9D81-4A56-BCE8-EE7A539F654A}" dt="2026-04-01T06:48:16.492" v="47" actId="1076"/>
          <ac:spMkLst>
            <pc:docMk/>
            <pc:sldMk cId="175612282" sldId="2145706671"/>
            <ac:spMk id="18" creationId="{DEE4DAEC-9893-FFEF-037C-8E6E05AFD141}"/>
          </ac:spMkLst>
        </pc:spChg>
        <pc:spChg chg="add mod">
          <ac:chgData name="Adhikari, Sourav Bikash" userId="85d6511c-c97c-4564-a853-e1f89014ea2d" providerId="ADAL" clId="{B5AEFC2D-9D81-4A56-BCE8-EE7A539F654A}" dt="2026-04-01T06:48:16.492" v="47" actId="1076"/>
          <ac:spMkLst>
            <pc:docMk/>
            <pc:sldMk cId="175612282" sldId="2145706671"/>
            <ac:spMk id="19" creationId="{3B5A8CB9-2A86-176E-A59B-ED332AD0E7C4}"/>
          </ac:spMkLst>
        </pc:spChg>
        <pc:spChg chg="mod">
          <ac:chgData name="Adhikari, Sourav Bikash" userId="85d6511c-c97c-4564-a853-e1f89014ea2d" providerId="ADAL" clId="{B5AEFC2D-9D81-4A56-BCE8-EE7A539F654A}" dt="2026-04-01T06:50:51.410" v="123" actId="1076"/>
          <ac:spMkLst>
            <pc:docMk/>
            <pc:sldMk cId="175612282" sldId="2145706671"/>
            <ac:spMk id="21" creationId="{5ED381AA-0E3F-0E37-EE09-80B113792FC9}"/>
          </ac:spMkLst>
        </pc:spChg>
        <pc:spChg chg="mod">
          <ac:chgData name="Adhikari, Sourav Bikash" userId="85d6511c-c97c-4564-a853-e1f89014ea2d" providerId="ADAL" clId="{B5AEFC2D-9D81-4A56-BCE8-EE7A539F654A}" dt="2026-04-01T07:40:30.243" v="1088" actId="113"/>
          <ac:spMkLst>
            <pc:docMk/>
            <pc:sldMk cId="175612282" sldId="2145706671"/>
            <ac:spMk id="22" creationId="{2B51DA80-7A0D-BDEA-3E75-06F56B5D3C70}"/>
          </ac:spMkLst>
        </pc:spChg>
        <pc:spChg chg="mod">
          <ac:chgData name="Adhikari, Sourav Bikash" userId="85d6511c-c97c-4564-a853-e1f89014ea2d" providerId="ADAL" clId="{B5AEFC2D-9D81-4A56-BCE8-EE7A539F654A}" dt="2026-04-01T07:10:03.378" v="339" actId="1036"/>
          <ac:spMkLst>
            <pc:docMk/>
            <pc:sldMk cId="175612282" sldId="2145706671"/>
            <ac:spMk id="23" creationId="{7DB1BD39-B20D-232E-F876-AFE3ECF6944A}"/>
          </ac:spMkLst>
        </pc:spChg>
        <pc:spChg chg="add mod">
          <ac:chgData name="Adhikari, Sourav Bikash" userId="85d6511c-c97c-4564-a853-e1f89014ea2d" providerId="ADAL" clId="{B5AEFC2D-9D81-4A56-BCE8-EE7A539F654A}" dt="2026-04-01T07:40:25.768" v="1087" actId="113"/>
          <ac:spMkLst>
            <pc:docMk/>
            <pc:sldMk cId="175612282" sldId="2145706671"/>
            <ac:spMk id="24" creationId="{A9E2B61F-9E84-1685-42E4-EA4AE7BE0104}"/>
          </ac:spMkLst>
        </pc:spChg>
        <pc:spChg chg="mod">
          <ac:chgData name="Adhikari, Sourav Bikash" userId="85d6511c-c97c-4564-a853-e1f89014ea2d" providerId="ADAL" clId="{B5AEFC2D-9D81-4A56-BCE8-EE7A539F654A}" dt="2026-04-01T07:40:04.351" v="1084" actId="1035"/>
          <ac:spMkLst>
            <pc:docMk/>
            <pc:sldMk cId="175612282" sldId="2145706671"/>
            <ac:spMk id="25" creationId="{BEFBAEF7-EE2E-0D60-A4DA-BEA9DEDDF233}"/>
          </ac:spMkLst>
        </pc:spChg>
        <pc:spChg chg="del">
          <ac:chgData name="Adhikari, Sourav Bikash" userId="85d6511c-c97c-4564-a853-e1f89014ea2d" providerId="ADAL" clId="{B5AEFC2D-9D81-4A56-BCE8-EE7A539F654A}" dt="2026-04-01T06:46:06.647" v="32" actId="478"/>
          <ac:spMkLst>
            <pc:docMk/>
            <pc:sldMk cId="175612282" sldId="2145706671"/>
            <ac:spMk id="26" creationId="{8250910B-988C-35EF-A589-E15DA6F2B02A}"/>
          </ac:spMkLst>
        </pc:spChg>
        <pc:spChg chg="del">
          <ac:chgData name="Adhikari, Sourav Bikash" userId="85d6511c-c97c-4564-a853-e1f89014ea2d" providerId="ADAL" clId="{B5AEFC2D-9D81-4A56-BCE8-EE7A539F654A}" dt="2026-04-01T06:46:09.089" v="33" actId="478"/>
          <ac:spMkLst>
            <pc:docMk/>
            <pc:sldMk cId="175612282" sldId="2145706671"/>
            <ac:spMk id="27" creationId="{7E8259DE-A4A0-F4FE-6089-19F3C0E53B2E}"/>
          </ac:spMkLst>
        </pc:spChg>
        <pc:spChg chg="add mod">
          <ac:chgData name="Adhikari, Sourav Bikash" userId="85d6511c-c97c-4564-a853-e1f89014ea2d" providerId="ADAL" clId="{B5AEFC2D-9D81-4A56-BCE8-EE7A539F654A}" dt="2026-04-01T07:40:17.681" v="1086" actId="113"/>
          <ac:spMkLst>
            <pc:docMk/>
            <pc:sldMk cId="175612282" sldId="2145706671"/>
            <ac:spMk id="29" creationId="{5FEF18B7-5067-2A5B-85A7-ED1178FD8CC9}"/>
          </ac:spMkLst>
        </pc:spChg>
        <pc:spChg chg="del">
          <ac:chgData name="Adhikari, Sourav Bikash" userId="85d6511c-c97c-4564-a853-e1f89014ea2d" providerId="ADAL" clId="{B5AEFC2D-9D81-4A56-BCE8-EE7A539F654A}" dt="2026-04-01T06:46:24.024" v="34" actId="478"/>
          <ac:spMkLst>
            <pc:docMk/>
            <pc:sldMk cId="175612282" sldId="2145706671"/>
            <ac:spMk id="30" creationId="{520498E2-FA23-DD99-257B-39C1340BE324}"/>
          </ac:spMkLst>
        </pc:spChg>
        <pc:spChg chg="del mod">
          <ac:chgData name="Adhikari, Sourav Bikash" userId="85d6511c-c97c-4564-a853-e1f89014ea2d" providerId="ADAL" clId="{B5AEFC2D-9D81-4A56-BCE8-EE7A539F654A}" dt="2026-04-01T06:46:31.483" v="36" actId="478"/>
          <ac:spMkLst>
            <pc:docMk/>
            <pc:sldMk cId="175612282" sldId="2145706671"/>
            <ac:spMk id="31" creationId="{09C96EC3-7B4F-79D0-3CBE-A54FEE7B6FC5}"/>
          </ac:spMkLst>
        </pc:spChg>
        <pc:spChg chg="del">
          <ac:chgData name="Adhikari, Sourav Bikash" userId="85d6511c-c97c-4564-a853-e1f89014ea2d" providerId="ADAL" clId="{B5AEFC2D-9D81-4A56-BCE8-EE7A539F654A}" dt="2026-04-01T06:46:33.730" v="37" actId="478"/>
          <ac:spMkLst>
            <pc:docMk/>
            <pc:sldMk cId="175612282" sldId="2145706671"/>
            <ac:spMk id="32" creationId="{6A3A188B-6A9C-A2F5-73AC-D1DE0C7C801A}"/>
          </ac:spMkLst>
        </pc:spChg>
        <pc:spChg chg="del">
          <ac:chgData name="Adhikari, Sourav Bikash" userId="85d6511c-c97c-4564-a853-e1f89014ea2d" providerId="ADAL" clId="{B5AEFC2D-9D81-4A56-BCE8-EE7A539F654A}" dt="2026-04-01T06:46:24.024" v="34" actId="478"/>
          <ac:spMkLst>
            <pc:docMk/>
            <pc:sldMk cId="175612282" sldId="2145706671"/>
            <ac:spMk id="33" creationId="{DB4F5145-CF7F-3122-30FA-42FD48CD7FFA}"/>
          </ac:spMkLst>
        </pc:spChg>
        <pc:spChg chg="add mod">
          <ac:chgData name="Adhikari, Sourav Bikash" userId="85d6511c-c97c-4564-a853-e1f89014ea2d" providerId="ADAL" clId="{B5AEFC2D-9D81-4A56-BCE8-EE7A539F654A}" dt="2026-04-01T07:37:42.295" v="1045" actId="113"/>
          <ac:spMkLst>
            <pc:docMk/>
            <pc:sldMk cId="175612282" sldId="2145706671"/>
            <ac:spMk id="34" creationId="{9CBF4EB0-2F18-3E0A-63CB-3DDC93E5352F}"/>
          </ac:spMkLst>
        </pc:spChg>
        <pc:spChg chg="mod">
          <ac:chgData name="Adhikari, Sourav Bikash" userId="85d6511c-c97c-4564-a853-e1f89014ea2d" providerId="ADAL" clId="{B5AEFC2D-9D81-4A56-BCE8-EE7A539F654A}" dt="2026-04-01T07:39:56.520" v="1075" actId="1035"/>
          <ac:spMkLst>
            <pc:docMk/>
            <pc:sldMk cId="175612282" sldId="2145706671"/>
            <ac:spMk id="35" creationId="{81AFAFC4-D2BE-C5FA-92E9-1CD648BB7BB9}"/>
          </ac:spMkLst>
        </pc:spChg>
        <pc:spChg chg="del">
          <ac:chgData name="Adhikari, Sourav Bikash" userId="85d6511c-c97c-4564-a853-e1f89014ea2d" providerId="ADAL" clId="{B5AEFC2D-9D81-4A56-BCE8-EE7A539F654A}" dt="2026-04-01T06:46:24.024" v="34" actId="478"/>
          <ac:spMkLst>
            <pc:docMk/>
            <pc:sldMk cId="175612282" sldId="2145706671"/>
            <ac:spMk id="36" creationId="{59981193-D36F-B6C9-3844-14C3987E75C1}"/>
          </ac:spMkLst>
        </pc:spChg>
        <pc:spChg chg="del">
          <ac:chgData name="Adhikari, Sourav Bikash" userId="85d6511c-c97c-4564-a853-e1f89014ea2d" providerId="ADAL" clId="{B5AEFC2D-9D81-4A56-BCE8-EE7A539F654A}" dt="2026-04-01T06:46:24.024" v="34" actId="478"/>
          <ac:spMkLst>
            <pc:docMk/>
            <pc:sldMk cId="175612282" sldId="2145706671"/>
            <ac:spMk id="37" creationId="{EC0EDD4D-8E6B-9DE9-DEC9-92C5D04342C0}"/>
          </ac:spMkLst>
        </pc:spChg>
        <pc:spChg chg="del">
          <ac:chgData name="Adhikari, Sourav Bikash" userId="85d6511c-c97c-4564-a853-e1f89014ea2d" providerId="ADAL" clId="{B5AEFC2D-9D81-4A56-BCE8-EE7A539F654A}" dt="2026-04-01T06:46:58.823" v="39" actId="478"/>
          <ac:spMkLst>
            <pc:docMk/>
            <pc:sldMk cId="175612282" sldId="2145706671"/>
            <ac:spMk id="38" creationId="{9D54CA7C-223C-1D2C-B8AA-225D3FB0FAC9}"/>
          </ac:spMkLst>
        </pc:spChg>
        <pc:spChg chg="del">
          <ac:chgData name="Adhikari, Sourav Bikash" userId="85d6511c-c97c-4564-a853-e1f89014ea2d" providerId="ADAL" clId="{B5AEFC2D-9D81-4A56-BCE8-EE7A539F654A}" dt="2026-04-01T06:46:58.823" v="39" actId="478"/>
          <ac:spMkLst>
            <pc:docMk/>
            <pc:sldMk cId="175612282" sldId="2145706671"/>
            <ac:spMk id="39" creationId="{95DA12D6-43D2-57B2-2D8D-125EDF566114}"/>
          </ac:spMkLst>
        </pc:spChg>
        <pc:spChg chg="add mod">
          <ac:chgData name="Adhikari, Sourav Bikash" userId="85d6511c-c97c-4564-a853-e1f89014ea2d" providerId="ADAL" clId="{B5AEFC2D-9D81-4A56-BCE8-EE7A539F654A}" dt="2026-04-01T07:39:56.520" v="1075" actId="1035"/>
          <ac:spMkLst>
            <pc:docMk/>
            <pc:sldMk cId="175612282" sldId="2145706671"/>
            <ac:spMk id="40" creationId="{E1121131-E83E-2CEF-8AC9-B43784289F25}"/>
          </ac:spMkLst>
        </pc:spChg>
        <pc:spChg chg="del">
          <ac:chgData name="Adhikari, Sourav Bikash" userId="85d6511c-c97c-4564-a853-e1f89014ea2d" providerId="ADAL" clId="{B5AEFC2D-9D81-4A56-BCE8-EE7A539F654A}" dt="2026-04-01T06:46:58.823" v="39" actId="478"/>
          <ac:spMkLst>
            <pc:docMk/>
            <pc:sldMk cId="175612282" sldId="2145706671"/>
            <ac:spMk id="41" creationId="{44256278-A8F0-F9B2-DF76-32CC841EFA79}"/>
          </ac:spMkLst>
        </pc:spChg>
        <pc:spChg chg="del">
          <ac:chgData name="Adhikari, Sourav Bikash" userId="85d6511c-c97c-4564-a853-e1f89014ea2d" providerId="ADAL" clId="{B5AEFC2D-9D81-4A56-BCE8-EE7A539F654A}" dt="2026-04-01T06:47:18.242" v="43" actId="478"/>
          <ac:spMkLst>
            <pc:docMk/>
            <pc:sldMk cId="175612282" sldId="2145706671"/>
            <ac:spMk id="42" creationId="{8D042850-03A7-4AA7-0961-645011D8A038}"/>
          </ac:spMkLst>
        </pc:spChg>
        <pc:spChg chg="mod">
          <ac:chgData name="Adhikari, Sourav Bikash" userId="85d6511c-c97c-4564-a853-e1f89014ea2d" providerId="ADAL" clId="{B5AEFC2D-9D81-4A56-BCE8-EE7A539F654A}" dt="2026-04-01T07:37:25.109" v="1044" actId="113"/>
          <ac:spMkLst>
            <pc:docMk/>
            <pc:sldMk cId="175612282" sldId="2145706671"/>
            <ac:spMk id="44" creationId="{3D6779A3-7520-4D2F-7389-49B34C0188CD}"/>
          </ac:spMkLst>
        </pc:spChg>
        <pc:spChg chg="mod">
          <ac:chgData name="Adhikari, Sourav Bikash" userId="85d6511c-c97c-4564-a853-e1f89014ea2d" providerId="ADAL" clId="{B5AEFC2D-9D81-4A56-BCE8-EE7A539F654A}" dt="2026-04-01T07:09:38.810" v="321" actId="1076"/>
          <ac:spMkLst>
            <pc:docMk/>
            <pc:sldMk cId="175612282" sldId="2145706671"/>
            <ac:spMk id="46" creationId="{04D0C883-CAD5-0EEC-D6C8-0FE6E75423E8}"/>
          </ac:spMkLst>
        </pc:spChg>
        <pc:spChg chg="add del mod">
          <ac:chgData name="Adhikari, Sourav Bikash" userId="85d6511c-c97c-4564-a853-e1f89014ea2d" providerId="ADAL" clId="{B5AEFC2D-9D81-4A56-BCE8-EE7A539F654A}" dt="2026-04-01T06:49:20.377" v="57" actId="478"/>
          <ac:spMkLst>
            <pc:docMk/>
            <pc:sldMk cId="175612282" sldId="2145706671"/>
            <ac:spMk id="47" creationId="{257A6BB6-2B82-07E3-9CC6-1B54A3CD8076}"/>
          </ac:spMkLst>
        </pc:spChg>
        <pc:spChg chg="del">
          <ac:chgData name="Adhikari, Sourav Bikash" userId="85d6511c-c97c-4564-a853-e1f89014ea2d" providerId="ADAL" clId="{B5AEFC2D-9D81-4A56-BCE8-EE7A539F654A}" dt="2026-04-01T06:46:24.024" v="34" actId="478"/>
          <ac:spMkLst>
            <pc:docMk/>
            <pc:sldMk cId="175612282" sldId="2145706671"/>
            <ac:spMk id="49" creationId="{5010B932-93FF-0111-7279-156D13AAE372}"/>
          </ac:spMkLst>
        </pc:spChg>
        <pc:spChg chg="del mod">
          <ac:chgData name="Adhikari, Sourav Bikash" userId="85d6511c-c97c-4564-a853-e1f89014ea2d" providerId="ADAL" clId="{B5AEFC2D-9D81-4A56-BCE8-EE7A539F654A}" dt="2026-04-01T06:47:12.559" v="42" actId="478"/>
          <ac:spMkLst>
            <pc:docMk/>
            <pc:sldMk cId="175612282" sldId="2145706671"/>
            <ac:spMk id="50" creationId="{60B391CE-B096-0695-F075-4735456DC2EF}"/>
          </ac:spMkLst>
        </pc:spChg>
        <pc:spChg chg="del">
          <ac:chgData name="Adhikari, Sourav Bikash" userId="85d6511c-c97c-4564-a853-e1f89014ea2d" providerId="ADAL" clId="{B5AEFC2D-9D81-4A56-BCE8-EE7A539F654A}" dt="2026-04-01T06:46:58.823" v="39" actId="478"/>
          <ac:spMkLst>
            <pc:docMk/>
            <pc:sldMk cId="175612282" sldId="2145706671"/>
            <ac:spMk id="51" creationId="{A1C58A5A-7DB6-9A3C-67D2-C148031904F4}"/>
          </ac:spMkLst>
        </pc:spChg>
        <pc:spChg chg="add del mod">
          <ac:chgData name="Adhikari, Sourav Bikash" userId="85d6511c-c97c-4564-a853-e1f89014ea2d" providerId="ADAL" clId="{B5AEFC2D-9D81-4A56-BCE8-EE7A539F654A}" dt="2026-04-01T07:03:31.883" v="252"/>
          <ac:spMkLst>
            <pc:docMk/>
            <pc:sldMk cId="175612282" sldId="2145706671"/>
            <ac:spMk id="52" creationId="{4819ACC7-BBA8-9EFF-03DD-1EE518A3305A}"/>
          </ac:spMkLst>
        </pc:spChg>
        <pc:spChg chg="del">
          <ac:chgData name="Adhikari, Sourav Bikash" userId="85d6511c-c97c-4564-a853-e1f89014ea2d" providerId="ADAL" clId="{B5AEFC2D-9D81-4A56-BCE8-EE7A539F654A}" dt="2026-04-01T06:46:58.823" v="39" actId="478"/>
          <ac:spMkLst>
            <pc:docMk/>
            <pc:sldMk cId="175612282" sldId="2145706671"/>
            <ac:spMk id="53" creationId="{9A210A51-6CD0-F11A-79BE-CEC3C2CA53B3}"/>
          </ac:spMkLst>
        </pc:spChg>
        <pc:spChg chg="del">
          <ac:chgData name="Adhikari, Sourav Bikash" userId="85d6511c-c97c-4564-a853-e1f89014ea2d" providerId="ADAL" clId="{B5AEFC2D-9D81-4A56-BCE8-EE7A539F654A}" dt="2026-04-01T06:46:58.823" v="39" actId="478"/>
          <ac:spMkLst>
            <pc:docMk/>
            <pc:sldMk cId="175612282" sldId="2145706671"/>
            <ac:spMk id="55" creationId="{5CE59DD4-C974-1527-7BA5-6F485A8EC6C4}"/>
          </ac:spMkLst>
        </pc:spChg>
        <pc:spChg chg="add del mod">
          <ac:chgData name="Adhikari, Sourav Bikash" userId="85d6511c-c97c-4564-a853-e1f89014ea2d" providerId="ADAL" clId="{B5AEFC2D-9D81-4A56-BCE8-EE7A539F654A}" dt="2026-04-01T07:03:31.885" v="254"/>
          <ac:spMkLst>
            <pc:docMk/>
            <pc:sldMk cId="175612282" sldId="2145706671"/>
            <ac:spMk id="56" creationId="{AF818580-7C74-35FF-E39F-BAB0721BCFC3}"/>
          </ac:spMkLst>
        </pc:spChg>
        <pc:spChg chg="add del mod">
          <ac:chgData name="Adhikari, Sourav Bikash" userId="85d6511c-c97c-4564-a853-e1f89014ea2d" providerId="ADAL" clId="{B5AEFC2D-9D81-4A56-BCE8-EE7A539F654A}" dt="2026-04-01T07:03:31.885" v="256"/>
          <ac:spMkLst>
            <pc:docMk/>
            <pc:sldMk cId="175612282" sldId="2145706671"/>
            <ac:spMk id="58" creationId="{EAFFB843-880E-19FD-9F53-420B62D9D931}"/>
          </ac:spMkLst>
        </pc:spChg>
        <pc:spChg chg="del">
          <ac:chgData name="Adhikari, Sourav Bikash" userId="85d6511c-c97c-4564-a853-e1f89014ea2d" providerId="ADAL" clId="{B5AEFC2D-9D81-4A56-BCE8-EE7A539F654A}" dt="2026-04-01T06:46:43.837" v="38" actId="478"/>
          <ac:spMkLst>
            <pc:docMk/>
            <pc:sldMk cId="175612282" sldId="2145706671"/>
            <ac:spMk id="62" creationId="{45F28D58-EC0D-2841-83FE-19B96684F48D}"/>
          </ac:spMkLst>
        </pc:spChg>
        <pc:spChg chg="add del mod">
          <ac:chgData name="Adhikari, Sourav Bikash" userId="85d6511c-c97c-4564-a853-e1f89014ea2d" providerId="ADAL" clId="{B5AEFC2D-9D81-4A56-BCE8-EE7A539F654A}" dt="2026-04-01T07:07:18.064" v="295"/>
          <ac:spMkLst>
            <pc:docMk/>
            <pc:sldMk cId="175612282" sldId="2145706671"/>
            <ac:spMk id="64" creationId="{A65AE88B-4F92-A0ED-10AE-592C8ABAB4E3}"/>
          </ac:spMkLst>
        </pc:spChg>
        <pc:spChg chg="add del mod">
          <ac:chgData name="Adhikari, Sourav Bikash" userId="85d6511c-c97c-4564-a853-e1f89014ea2d" providerId="ADAL" clId="{B5AEFC2D-9D81-4A56-BCE8-EE7A539F654A}" dt="2026-04-01T07:16:38.007" v="764"/>
          <ac:spMkLst>
            <pc:docMk/>
            <pc:sldMk cId="175612282" sldId="2145706671"/>
            <ac:spMk id="66" creationId="{5E15ECF3-C78D-05B4-F044-E58E915F12C0}"/>
          </ac:spMkLst>
        </pc:spChg>
        <pc:spChg chg="add del mod">
          <ac:chgData name="Adhikari, Sourav Bikash" userId="85d6511c-c97c-4564-a853-e1f89014ea2d" providerId="ADAL" clId="{B5AEFC2D-9D81-4A56-BCE8-EE7A539F654A}" dt="2026-04-01T07:16:38.008" v="766"/>
          <ac:spMkLst>
            <pc:docMk/>
            <pc:sldMk cId="175612282" sldId="2145706671"/>
            <ac:spMk id="68" creationId="{8E9563D5-F91A-3A2E-A6A5-EE02255E6A14}"/>
          </ac:spMkLst>
        </pc:spChg>
        <pc:spChg chg="add del mod">
          <ac:chgData name="Adhikari, Sourav Bikash" userId="85d6511c-c97c-4564-a853-e1f89014ea2d" providerId="ADAL" clId="{B5AEFC2D-9D81-4A56-BCE8-EE7A539F654A}" dt="2026-04-01T07:16:38.010" v="768"/>
          <ac:spMkLst>
            <pc:docMk/>
            <pc:sldMk cId="175612282" sldId="2145706671"/>
            <ac:spMk id="70" creationId="{B4327463-8030-DD01-F539-CA976097A8AA}"/>
          </ac:spMkLst>
        </pc:spChg>
        <pc:spChg chg="add mod">
          <ac:chgData name="Adhikari, Sourav Bikash" userId="85d6511c-c97c-4564-a853-e1f89014ea2d" providerId="ADAL" clId="{B5AEFC2D-9D81-4A56-BCE8-EE7A539F654A}" dt="2026-04-01T07:35:02.892" v="1031" actId="120"/>
          <ac:spMkLst>
            <pc:docMk/>
            <pc:sldMk cId="175612282" sldId="2145706671"/>
            <ac:spMk id="73" creationId="{086D3714-0A1D-B831-74F7-9D747EC22D10}"/>
          </ac:spMkLst>
        </pc:spChg>
        <pc:spChg chg="add mod">
          <ac:chgData name="Adhikari, Sourav Bikash" userId="85d6511c-c97c-4564-a853-e1f89014ea2d" providerId="ADAL" clId="{B5AEFC2D-9D81-4A56-BCE8-EE7A539F654A}" dt="2026-04-01T07:36:07.683" v="1037" actId="207"/>
          <ac:spMkLst>
            <pc:docMk/>
            <pc:sldMk cId="175612282" sldId="2145706671"/>
            <ac:spMk id="74" creationId="{045F9320-832A-F055-F570-ABA5085E7157}"/>
          </ac:spMkLst>
        </pc:spChg>
        <pc:spChg chg="add mod">
          <ac:chgData name="Adhikari, Sourav Bikash" userId="85d6511c-c97c-4564-a853-e1f89014ea2d" providerId="ADAL" clId="{B5AEFC2D-9D81-4A56-BCE8-EE7A539F654A}" dt="2026-04-01T07:37:15.205" v="1043" actId="207"/>
          <ac:spMkLst>
            <pc:docMk/>
            <pc:sldMk cId="175612282" sldId="2145706671"/>
            <ac:spMk id="75" creationId="{D05DCD39-0DB4-AF4A-8C9E-4FC7F5FA8F06}"/>
          </ac:spMkLst>
        </pc:spChg>
        <pc:spChg chg="add mod">
          <ac:chgData name="Adhikari, Sourav Bikash" userId="85d6511c-c97c-4564-a853-e1f89014ea2d" providerId="ADAL" clId="{B5AEFC2D-9D81-4A56-BCE8-EE7A539F654A}" dt="2026-04-01T07:40:12.134" v="1085" actId="14100"/>
          <ac:spMkLst>
            <pc:docMk/>
            <pc:sldMk cId="175612282" sldId="2145706671"/>
            <ac:spMk id="76" creationId="{A366573D-9937-591D-2D4B-12FDFF0D6432}"/>
          </ac:spMkLst>
        </pc:spChg>
        <pc:spChg chg="add mod">
          <ac:chgData name="Adhikari, Sourav Bikash" userId="85d6511c-c97c-4564-a853-e1f89014ea2d" providerId="ADAL" clId="{B5AEFC2D-9D81-4A56-BCE8-EE7A539F654A}" dt="2026-04-01T07:38:52.967" v="1058" actId="120"/>
          <ac:spMkLst>
            <pc:docMk/>
            <pc:sldMk cId="175612282" sldId="2145706671"/>
            <ac:spMk id="77" creationId="{8DF90566-EBD8-1517-724F-2C36CE9FD92D}"/>
          </ac:spMkLst>
        </pc:spChg>
        <pc:spChg chg="add mod">
          <ac:chgData name="Adhikari, Sourav Bikash" userId="85d6511c-c97c-4564-a853-e1f89014ea2d" providerId="ADAL" clId="{B5AEFC2D-9D81-4A56-BCE8-EE7A539F654A}" dt="2026-04-01T07:39:32.004" v="1065" actId="14100"/>
          <ac:spMkLst>
            <pc:docMk/>
            <pc:sldMk cId="175612282" sldId="2145706671"/>
            <ac:spMk id="78" creationId="{305E7432-BCC6-A117-A9FA-32B1906405B9}"/>
          </ac:spMkLst>
        </pc:spChg>
        <pc:spChg chg="del">
          <ac:chgData name="Adhikari, Sourav Bikash" userId="85d6511c-c97c-4564-a853-e1f89014ea2d" providerId="ADAL" clId="{B5AEFC2D-9D81-4A56-BCE8-EE7A539F654A}" dt="2026-04-01T06:46:58.823" v="39" actId="478"/>
          <ac:spMkLst>
            <pc:docMk/>
            <pc:sldMk cId="175612282" sldId="2145706671"/>
            <ac:spMk id="119" creationId="{DCB584E6-F3A5-A824-4068-1118526B3E64}"/>
          </ac:spMkLst>
        </pc:spChg>
        <pc:graphicFrameChg chg="add mod modGraphic">
          <ac:chgData name="Adhikari, Sourav Bikash" userId="85d6511c-c97c-4564-a853-e1f89014ea2d" providerId="ADAL" clId="{B5AEFC2D-9D81-4A56-BCE8-EE7A539F654A}" dt="2026-04-01T06:55:45.886" v="131" actId="14100"/>
          <ac:graphicFrameMkLst>
            <pc:docMk/>
            <pc:sldMk cId="175612282" sldId="2145706671"/>
            <ac:graphicFrameMk id="54" creationId="{AF0BE586-CDC6-47F5-7D41-A24E45EA5913}"/>
          </ac:graphicFrameMkLst>
        </pc:graphicFrameChg>
        <pc:graphicFrameChg chg="add del mod modGraphic">
          <ac:chgData name="Adhikari, Sourav Bikash" userId="85d6511c-c97c-4564-a853-e1f89014ea2d" providerId="ADAL" clId="{B5AEFC2D-9D81-4A56-BCE8-EE7A539F654A}" dt="2026-04-01T07:36:20.085" v="1039" actId="478"/>
          <ac:graphicFrameMkLst>
            <pc:docMk/>
            <pc:sldMk cId="175612282" sldId="2145706671"/>
            <ac:graphicFrameMk id="57" creationId="{A7E6E6BA-32DD-0B2D-48E9-706DF081DCFC}"/>
          </ac:graphicFrameMkLst>
        </pc:graphicFrameChg>
        <pc:graphicFrameChg chg="add del mod modGraphic">
          <ac:chgData name="Adhikari, Sourav Bikash" userId="85d6511c-c97c-4564-a853-e1f89014ea2d" providerId="ADAL" clId="{B5AEFC2D-9D81-4A56-BCE8-EE7A539F654A}" dt="2026-04-01T07:35:27.261" v="1033" actId="478"/>
          <ac:graphicFrameMkLst>
            <pc:docMk/>
            <pc:sldMk cId="175612282" sldId="2145706671"/>
            <ac:graphicFrameMk id="60" creationId="{DB007A3C-6842-6442-FD47-8F68A168FE10}"/>
          </ac:graphicFrameMkLst>
        </pc:graphicFrameChg>
        <pc:graphicFrameChg chg="add mod">
          <ac:chgData name="Adhikari, Sourav Bikash" userId="85d6511c-c97c-4564-a853-e1f89014ea2d" providerId="ADAL" clId="{B5AEFC2D-9D81-4A56-BCE8-EE7A539F654A}" dt="2026-04-01T07:04:12.415" v="259"/>
          <ac:graphicFrameMkLst>
            <pc:docMk/>
            <pc:sldMk cId="175612282" sldId="2145706671"/>
            <ac:graphicFrameMk id="61" creationId="{35A113BF-8126-F7F6-0102-F6C9C07E2655}"/>
          </ac:graphicFrameMkLst>
        </pc:graphicFrameChg>
        <pc:graphicFrameChg chg="add mod">
          <ac:chgData name="Adhikari, Sourav Bikash" userId="85d6511c-c97c-4564-a853-e1f89014ea2d" providerId="ADAL" clId="{B5AEFC2D-9D81-4A56-BCE8-EE7A539F654A}" dt="2026-04-01T07:04:22.593" v="260"/>
          <ac:graphicFrameMkLst>
            <pc:docMk/>
            <pc:sldMk cId="175612282" sldId="2145706671"/>
            <ac:graphicFrameMk id="63" creationId="{CEDA6810-9E99-7849-96AA-16ABE1080CCB}"/>
          </ac:graphicFrameMkLst>
        </pc:graphicFrameChg>
        <pc:graphicFrameChg chg="add del mod modGraphic">
          <ac:chgData name="Adhikari, Sourav Bikash" userId="85d6511c-c97c-4564-a853-e1f89014ea2d" providerId="ADAL" clId="{B5AEFC2D-9D81-4A56-BCE8-EE7A539F654A}" dt="2026-04-01T07:34:25.360" v="1028" actId="478"/>
          <ac:graphicFrameMkLst>
            <pc:docMk/>
            <pc:sldMk cId="175612282" sldId="2145706671"/>
            <ac:graphicFrameMk id="65" creationId="{DC202D12-D982-270F-C025-B03770E8AFEF}"/>
          </ac:graphicFrameMkLst>
        </pc:graphicFrameChg>
        <pc:graphicFrameChg chg="add del mod modGraphic">
          <ac:chgData name="Adhikari, Sourav Bikash" userId="85d6511c-c97c-4564-a853-e1f89014ea2d" providerId="ADAL" clId="{B5AEFC2D-9D81-4A56-BCE8-EE7A539F654A}" dt="2026-04-01T07:37:57.840" v="1048" actId="478"/>
          <ac:graphicFrameMkLst>
            <pc:docMk/>
            <pc:sldMk cId="175612282" sldId="2145706671"/>
            <ac:graphicFrameMk id="67" creationId="{605EAF97-9EB7-C824-41C2-EE9ACC226E1B}"/>
          </ac:graphicFrameMkLst>
        </pc:graphicFrameChg>
        <pc:graphicFrameChg chg="add del mod modGraphic">
          <ac:chgData name="Adhikari, Sourav Bikash" userId="85d6511c-c97c-4564-a853-e1f89014ea2d" providerId="ADAL" clId="{B5AEFC2D-9D81-4A56-BCE8-EE7A539F654A}" dt="2026-04-01T07:38:34.356" v="1054" actId="478"/>
          <ac:graphicFrameMkLst>
            <pc:docMk/>
            <pc:sldMk cId="175612282" sldId="2145706671"/>
            <ac:graphicFrameMk id="69" creationId="{B82C9F4A-F7B9-BF6F-DDAC-3B597D0A71E9}"/>
          </ac:graphicFrameMkLst>
        </pc:graphicFrameChg>
        <pc:graphicFrameChg chg="add mod">
          <ac:chgData name="Adhikari, Sourav Bikash" userId="85d6511c-c97c-4564-a853-e1f89014ea2d" providerId="ADAL" clId="{B5AEFC2D-9D81-4A56-BCE8-EE7A539F654A}" dt="2026-04-01T07:15:33.315" v="587"/>
          <ac:graphicFrameMkLst>
            <pc:docMk/>
            <pc:sldMk cId="175612282" sldId="2145706671"/>
            <ac:graphicFrameMk id="71" creationId="{2F40FD61-EB78-9717-B238-30D2E73A6A0B}"/>
          </ac:graphicFrameMkLst>
        </pc:graphicFrameChg>
        <pc:graphicFrameChg chg="add del mod modGraphic">
          <ac:chgData name="Adhikari, Sourav Bikash" userId="85d6511c-c97c-4564-a853-e1f89014ea2d" providerId="ADAL" clId="{B5AEFC2D-9D81-4A56-BCE8-EE7A539F654A}" dt="2026-04-01T07:39:07.577" v="1060" actId="478"/>
          <ac:graphicFrameMkLst>
            <pc:docMk/>
            <pc:sldMk cId="175612282" sldId="2145706671"/>
            <ac:graphicFrameMk id="72" creationId="{2AB33DDE-B561-B64B-9933-8F6E768CA8EC}"/>
          </ac:graphicFrameMkLst>
        </pc:graphicFrameChg>
        <pc:cxnChg chg="del">
          <ac:chgData name="Adhikari, Sourav Bikash" userId="85d6511c-c97c-4564-a853-e1f89014ea2d" providerId="ADAL" clId="{B5AEFC2D-9D81-4A56-BCE8-EE7A539F654A}" dt="2026-04-01T06:47:21.364" v="44" actId="478"/>
          <ac:cxnSpMkLst>
            <pc:docMk/>
            <pc:sldMk cId="175612282" sldId="2145706671"/>
            <ac:cxnSpMk id="17" creationId="{55E94A6E-D470-5747-DF1A-8DDD1C661C37}"/>
          </ac:cxnSpMkLst>
        </pc:cxnChg>
        <pc:cxnChg chg="mod">
          <ac:chgData name="Adhikari, Sourav Bikash" userId="85d6511c-c97c-4564-a853-e1f89014ea2d" providerId="ADAL" clId="{B5AEFC2D-9D81-4A56-BCE8-EE7A539F654A}" dt="2026-04-01T06:49:59.456" v="116" actId="1037"/>
          <ac:cxnSpMkLst>
            <pc:docMk/>
            <pc:sldMk cId="175612282" sldId="2145706671"/>
            <ac:cxnSpMk id="45" creationId="{4CE1C0CF-DA77-F108-5E2F-43B1969D2D44}"/>
          </ac:cxnSpMkLst>
        </pc:cxnChg>
        <pc:cxnChg chg="del">
          <ac:chgData name="Adhikari, Sourav Bikash" userId="85d6511c-c97c-4564-a853-e1f89014ea2d" providerId="ADAL" clId="{B5AEFC2D-9D81-4A56-BCE8-EE7A539F654A}" dt="2026-04-01T06:47:23.813" v="45" actId="478"/>
          <ac:cxnSpMkLst>
            <pc:docMk/>
            <pc:sldMk cId="175612282" sldId="2145706671"/>
            <ac:cxnSpMk id="59" creationId="{F5FCC555-5619-6160-00C2-32F8DCC53516}"/>
          </ac:cxnSpMkLst>
        </pc:cxnChg>
      </pc:sldChg>
      <pc:sldChg chg="addSp delSp modSp mod">
        <pc:chgData name="Adhikari, Sourav Bikash" userId="85d6511c-c97c-4564-a853-e1f89014ea2d" providerId="ADAL" clId="{B5AEFC2D-9D81-4A56-BCE8-EE7A539F654A}" dt="2026-04-01T07:18:36.429" v="811" actId="14100"/>
        <pc:sldMkLst>
          <pc:docMk/>
          <pc:sldMk cId="2946189433" sldId="2145706672"/>
        </pc:sldMkLst>
        <pc:spChg chg="del">
          <ac:chgData name="Adhikari, Sourav Bikash" userId="85d6511c-c97c-4564-a853-e1f89014ea2d" providerId="ADAL" clId="{B5AEFC2D-9D81-4A56-BCE8-EE7A539F654A}" dt="2026-04-01T07:17:49.352" v="804" actId="478"/>
          <ac:spMkLst>
            <pc:docMk/>
            <pc:sldMk cId="2946189433" sldId="2145706672"/>
            <ac:spMk id="2" creationId="{B0BDFA47-3131-D41A-22C6-EEB2C4526BFF}"/>
          </ac:spMkLst>
        </pc:spChg>
        <pc:spChg chg="mod">
          <ac:chgData name="Adhikari, Sourav Bikash" userId="85d6511c-c97c-4564-a853-e1f89014ea2d" providerId="ADAL" clId="{B5AEFC2D-9D81-4A56-BCE8-EE7A539F654A}" dt="2026-04-01T07:17:25.740" v="803" actId="20577"/>
          <ac:spMkLst>
            <pc:docMk/>
            <pc:sldMk cId="2946189433" sldId="2145706672"/>
            <ac:spMk id="5" creationId="{F7C41EB7-CDC8-FDFB-88F4-67D96E0FE517}"/>
          </ac:spMkLst>
        </pc:spChg>
        <pc:spChg chg="del mod">
          <ac:chgData name="Adhikari, Sourav Bikash" userId="85d6511c-c97c-4564-a853-e1f89014ea2d" providerId="ADAL" clId="{B5AEFC2D-9D81-4A56-BCE8-EE7A539F654A}" dt="2026-04-01T07:17:57.996" v="806" actId="21"/>
          <ac:spMkLst>
            <pc:docMk/>
            <pc:sldMk cId="2946189433" sldId="2145706672"/>
            <ac:spMk id="6" creationId="{38255EAA-115B-7CE6-9C4F-C36E1330BDA8}"/>
          </ac:spMkLst>
        </pc:spChg>
        <pc:spChg chg="del">
          <ac:chgData name="Adhikari, Sourav Bikash" userId="85d6511c-c97c-4564-a853-e1f89014ea2d" providerId="ADAL" clId="{B5AEFC2D-9D81-4A56-BCE8-EE7A539F654A}" dt="2026-04-01T07:17:49.352" v="804" actId="478"/>
          <ac:spMkLst>
            <pc:docMk/>
            <pc:sldMk cId="2946189433" sldId="2145706672"/>
            <ac:spMk id="7" creationId="{A3EEC7B5-0FCD-0ADC-1F43-07FE4ED31ADE}"/>
          </ac:spMkLst>
        </pc:spChg>
        <pc:spChg chg="del">
          <ac:chgData name="Adhikari, Sourav Bikash" userId="85d6511c-c97c-4564-a853-e1f89014ea2d" providerId="ADAL" clId="{B5AEFC2D-9D81-4A56-BCE8-EE7A539F654A}" dt="2026-04-01T07:17:49.352" v="804" actId="478"/>
          <ac:spMkLst>
            <pc:docMk/>
            <pc:sldMk cId="2946189433" sldId="2145706672"/>
            <ac:spMk id="22" creationId="{13EC5845-E663-91BC-63CA-6172E2D472B8}"/>
          </ac:spMkLst>
        </pc:spChg>
        <pc:spChg chg="del">
          <ac:chgData name="Adhikari, Sourav Bikash" userId="85d6511c-c97c-4564-a853-e1f89014ea2d" providerId="ADAL" clId="{B5AEFC2D-9D81-4A56-BCE8-EE7A539F654A}" dt="2026-04-01T07:17:49.352" v="804" actId="478"/>
          <ac:spMkLst>
            <pc:docMk/>
            <pc:sldMk cId="2946189433" sldId="2145706672"/>
            <ac:spMk id="30" creationId="{9ABC4B31-31C4-BD78-321E-7C951AA2A5C8}"/>
          </ac:spMkLst>
        </pc:spChg>
        <pc:spChg chg="del">
          <ac:chgData name="Adhikari, Sourav Bikash" userId="85d6511c-c97c-4564-a853-e1f89014ea2d" providerId="ADAL" clId="{B5AEFC2D-9D81-4A56-BCE8-EE7A539F654A}" dt="2026-04-01T07:17:49.352" v="804" actId="478"/>
          <ac:spMkLst>
            <pc:docMk/>
            <pc:sldMk cId="2946189433" sldId="2145706672"/>
            <ac:spMk id="42" creationId="{89DAB789-2661-3F21-8D29-A9EA813B4132}"/>
          </ac:spMkLst>
        </pc:spChg>
        <pc:spChg chg="del">
          <ac:chgData name="Adhikari, Sourav Bikash" userId="85d6511c-c97c-4564-a853-e1f89014ea2d" providerId="ADAL" clId="{B5AEFC2D-9D81-4A56-BCE8-EE7A539F654A}" dt="2026-04-01T07:17:49.352" v="804" actId="478"/>
          <ac:spMkLst>
            <pc:docMk/>
            <pc:sldMk cId="2946189433" sldId="2145706672"/>
            <ac:spMk id="48" creationId="{67D500A2-7CE2-8137-E5BC-F9F7869DB7C6}"/>
          </ac:spMkLst>
        </pc:spChg>
        <pc:spChg chg="del">
          <ac:chgData name="Adhikari, Sourav Bikash" userId="85d6511c-c97c-4564-a853-e1f89014ea2d" providerId="ADAL" clId="{B5AEFC2D-9D81-4A56-BCE8-EE7A539F654A}" dt="2026-04-01T07:17:49.352" v="804" actId="478"/>
          <ac:spMkLst>
            <pc:docMk/>
            <pc:sldMk cId="2946189433" sldId="2145706672"/>
            <ac:spMk id="51" creationId="{8EBED987-0E4E-C44E-2094-79D1F441E0FB}"/>
          </ac:spMkLst>
        </pc:spChg>
        <pc:spChg chg="del">
          <ac:chgData name="Adhikari, Sourav Bikash" userId="85d6511c-c97c-4564-a853-e1f89014ea2d" providerId="ADAL" clId="{B5AEFC2D-9D81-4A56-BCE8-EE7A539F654A}" dt="2026-04-01T07:17:49.352" v="804" actId="478"/>
          <ac:spMkLst>
            <pc:docMk/>
            <pc:sldMk cId="2946189433" sldId="2145706672"/>
            <ac:spMk id="56" creationId="{D6AC4776-3617-E60A-AC7A-BCA89FCE0662}"/>
          </ac:spMkLst>
        </pc:spChg>
        <pc:spChg chg="del">
          <ac:chgData name="Adhikari, Sourav Bikash" userId="85d6511c-c97c-4564-a853-e1f89014ea2d" providerId="ADAL" clId="{B5AEFC2D-9D81-4A56-BCE8-EE7A539F654A}" dt="2026-04-01T07:17:49.352" v="804" actId="478"/>
          <ac:spMkLst>
            <pc:docMk/>
            <pc:sldMk cId="2946189433" sldId="2145706672"/>
            <ac:spMk id="70" creationId="{F199BAC8-97C0-3860-4C15-7E4EBB92D840}"/>
          </ac:spMkLst>
        </pc:spChg>
        <pc:spChg chg="del">
          <ac:chgData name="Adhikari, Sourav Bikash" userId="85d6511c-c97c-4564-a853-e1f89014ea2d" providerId="ADAL" clId="{B5AEFC2D-9D81-4A56-BCE8-EE7A539F654A}" dt="2026-04-01T07:17:49.352" v="804" actId="478"/>
          <ac:spMkLst>
            <pc:docMk/>
            <pc:sldMk cId="2946189433" sldId="2145706672"/>
            <ac:spMk id="105" creationId="{A1FA938B-5BAE-7333-8B7B-3798006B886E}"/>
          </ac:spMkLst>
        </pc:spChg>
        <pc:picChg chg="add mod">
          <ac:chgData name="Adhikari, Sourav Bikash" userId="85d6511c-c97c-4564-a853-e1f89014ea2d" providerId="ADAL" clId="{B5AEFC2D-9D81-4A56-BCE8-EE7A539F654A}" dt="2026-04-01T07:18:36.429" v="811" actId="14100"/>
          <ac:picMkLst>
            <pc:docMk/>
            <pc:sldMk cId="2946189433" sldId="2145706672"/>
            <ac:picMk id="114" creationId="{2C6EE7C0-F28F-A212-4C57-2CAB895605BC}"/>
          </ac:picMkLst>
        </pc:picChg>
      </pc:sldChg>
      <pc:sldChg chg="addSp delSp modSp mod ord">
        <pc:chgData name="Adhikari, Sourav Bikash" userId="85d6511c-c97c-4564-a853-e1f89014ea2d" providerId="ADAL" clId="{B5AEFC2D-9D81-4A56-BCE8-EE7A539F654A}" dt="2026-04-01T07:33:04.427" v="1017" actId="13926"/>
        <pc:sldMkLst>
          <pc:docMk/>
          <pc:sldMk cId="3657648834" sldId="2145706673"/>
        </pc:sldMkLst>
        <pc:spChg chg="add del mod">
          <ac:chgData name="Adhikari, Sourav Bikash" userId="85d6511c-c97c-4564-a853-e1f89014ea2d" providerId="ADAL" clId="{B5AEFC2D-9D81-4A56-BCE8-EE7A539F654A}" dt="2026-04-01T07:23:25.955" v="872" actId="14100"/>
          <ac:spMkLst>
            <pc:docMk/>
            <pc:sldMk cId="3657648834" sldId="2145706673"/>
            <ac:spMk id="3" creationId="{48AB2688-E44C-FC2E-35CC-7DF3AF938B8D}"/>
          </ac:spMkLst>
        </pc:spChg>
        <pc:spChg chg="mod">
          <ac:chgData name="Adhikari, Sourav Bikash" userId="85d6511c-c97c-4564-a853-e1f89014ea2d" providerId="ADAL" clId="{B5AEFC2D-9D81-4A56-BCE8-EE7A539F654A}" dt="2026-04-01T07:19:16.937" v="846" actId="20577"/>
          <ac:spMkLst>
            <pc:docMk/>
            <pc:sldMk cId="3657648834" sldId="2145706673"/>
            <ac:spMk id="5" creationId="{DFA8D951-D978-7E73-98AC-60005C9C2E14}"/>
          </ac:spMkLst>
        </pc:spChg>
        <pc:spChg chg="del mod">
          <ac:chgData name="Adhikari, Sourav Bikash" userId="85d6511c-c97c-4564-a853-e1f89014ea2d" providerId="ADAL" clId="{B5AEFC2D-9D81-4A56-BCE8-EE7A539F654A}" dt="2026-04-01T07:19:32.158" v="849" actId="478"/>
          <ac:spMkLst>
            <pc:docMk/>
            <pc:sldMk cId="3657648834" sldId="2145706673"/>
            <ac:spMk id="6" creationId="{E6BB4061-8A1B-5EB2-94A6-FEEF050F190D}"/>
          </ac:spMkLst>
        </pc:spChg>
        <pc:spChg chg="mod">
          <ac:chgData name="Adhikari, Sourav Bikash" userId="85d6511c-c97c-4564-a853-e1f89014ea2d" providerId="ADAL" clId="{B5AEFC2D-9D81-4A56-BCE8-EE7A539F654A}" dt="2026-04-01T07:32:32.310" v="1014" actId="14100"/>
          <ac:spMkLst>
            <pc:docMk/>
            <pc:sldMk cId="3657648834" sldId="2145706673"/>
            <ac:spMk id="16" creationId="{ADE6283E-BF7C-6D70-85CE-C945269B8AA0}"/>
          </ac:spMkLst>
        </pc:spChg>
        <pc:spChg chg="mod">
          <ac:chgData name="Adhikari, Sourav Bikash" userId="85d6511c-c97c-4564-a853-e1f89014ea2d" providerId="ADAL" clId="{B5AEFC2D-9D81-4A56-BCE8-EE7A539F654A}" dt="2026-04-01T07:23:43.375" v="948" actId="1037"/>
          <ac:spMkLst>
            <pc:docMk/>
            <pc:sldMk cId="3657648834" sldId="2145706673"/>
            <ac:spMk id="17" creationId="{571FD420-8E7B-0CB8-E454-5D9587C40C40}"/>
          </ac:spMkLst>
        </pc:spChg>
        <pc:spChg chg="mod">
          <ac:chgData name="Adhikari, Sourav Bikash" userId="85d6511c-c97c-4564-a853-e1f89014ea2d" providerId="ADAL" clId="{B5AEFC2D-9D81-4A56-BCE8-EE7A539F654A}" dt="2026-04-01T07:23:43.375" v="948" actId="1037"/>
          <ac:spMkLst>
            <pc:docMk/>
            <pc:sldMk cId="3657648834" sldId="2145706673"/>
            <ac:spMk id="18" creationId="{09D395F4-7C2A-1E15-3009-B1E322836C26}"/>
          </ac:spMkLst>
        </pc:spChg>
        <pc:spChg chg="mod">
          <ac:chgData name="Adhikari, Sourav Bikash" userId="85d6511c-c97c-4564-a853-e1f89014ea2d" providerId="ADAL" clId="{B5AEFC2D-9D81-4A56-BCE8-EE7A539F654A}" dt="2026-04-01T07:33:04.427" v="1017" actId="13926"/>
          <ac:spMkLst>
            <pc:docMk/>
            <pc:sldMk cId="3657648834" sldId="2145706673"/>
            <ac:spMk id="21" creationId="{5A916AD3-09F3-7D33-29F2-28FB8C3EFBF5}"/>
          </ac:spMkLst>
        </pc:spChg>
        <pc:graphicFrameChg chg="add mod">
          <ac:chgData name="Adhikari, Sourav Bikash" userId="85d6511c-c97c-4564-a853-e1f89014ea2d" providerId="ADAL" clId="{B5AEFC2D-9D81-4A56-BCE8-EE7A539F654A}" dt="2026-04-01T07:20:50.381" v="852"/>
          <ac:graphicFrameMkLst>
            <pc:docMk/>
            <pc:sldMk cId="3657648834" sldId="2145706673"/>
            <ac:graphicFrameMk id="7" creationId="{375E1053-A249-9419-8C0E-9349250EC09E}"/>
          </ac:graphicFrameMkLst>
        </pc:graphicFrameChg>
        <pc:graphicFrameChg chg="add mod">
          <ac:chgData name="Adhikari, Sourav Bikash" userId="85d6511c-c97c-4564-a853-e1f89014ea2d" providerId="ADAL" clId="{B5AEFC2D-9D81-4A56-BCE8-EE7A539F654A}" dt="2026-04-01T07:22:34.380" v="866"/>
          <ac:graphicFrameMkLst>
            <pc:docMk/>
            <pc:sldMk cId="3657648834" sldId="2145706673"/>
            <ac:graphicFrameMk id="8" creationId="{394AD112-472D-C087-831F-978D9B91EF15}"/>
          </ac:graphicFrameMkLst>
        </pc:graphicFrameChg>
        <pc:picChg chg="del">
          <ac:chgData name="Adhikari, Sourav Bikash" userId="85d6511c-c97c-4564-a853-e1f89014ea2d" providerId="ADAL" clId="{B5AEFC2D-9D81-4A56-BCE8-EE7A539F654A}" dt="2026-04-01T07:19:23.969" v="847" actId="478"/>
          <ac:picMkLst>
            <pc:docMk/>
            <pc:sldMk cId="3657648834" sldId="2145706673"/>
            <ac:picMk id="2" creationId="{58A5796B-1A3D-1D3E-C5D5-176BB95728C2}"/>
          </ac:picMkLst>
        </pc:picChg>
      </pc:sldChg>
      <pc:sldChg chg="del">
        <pc:chgData name="Adhikari, Sourav Bikash" userId="85d6511c-c97c-4564-a853-e1f89014ea2d" providerId="ADAL" clId="{B5AEFC2D-9D81-4A56-BCE8-EE7A539F654A}" dt="2026-04-01T07:33:48.950" v="1025" actId="2696"/>
        <pc:sldMkLst>
          <pc:docMk/>
          <pc:sldMk cId="3992483486" sldId="2145706676"/>
        </pc:sldMkLst>
      </pc:sldChg>
      <pc:sldChg chg="add del">
        <pc:chgData name="Adhikari, Sourav Bikash" userId="85d6511c-c97c-4564-a853-e1f89014ea2d" providerId="ADAL" clId="{B5AEFC2D-9D81-4A56-BCE8-EE7A539F654A}" dt="2026-04-01T07:33:32.441" v="1021" actId="2696"/>
        <pc:sldMkLst>
          <pc:docMk/>
          <pc:sldMk cId="549056073" sldId="2145706677"/>
        </pc:sldMkLst>
      </pc:sldChg>
      <pc:sldChg chg="add del">
        <pc:chgData name="Adhikari, Sourav Bikash" userId="85d6511c-c97c-4564-a853-e1f89014ea2d" providerId="ADAL" clId="{B5AEFC2D-9D81-4A56-BCE8-EE7A539F654A}" dt="2026-04-01T07:33:53.385" v="1026" actId="2696"/>
        <pc:sldMkLst>
          <pc:docMk/>
          <pc:sldMk cId="1229636032" sldId="2145706677"/>
        </pc:sldMkLst>
      </pc:sldChg>
      <pc:sldMasterChg chg="delSldLayout">
        <pc:chgData name="Adhikari, Sourav Bikash" userId="85d6511c-c97c-4564-a853-e1f89014ea2d" providerId="ADAL" clId="{B5AEFC2D-9D81-4A56-BCE8-EE7A539F654A}" dt="2026-04-01T07:33:53.385" v="1026" actId="2696"/>
        <pc:sldMasterMkLst>
          <pc:docMk/>
          <pc:sldMasterMk cId="164125630" sldId="2147483810"/>
        </pc:sldMasterMkLst>
        <pc:sldLayoutChg chg="del">
          <pc:chgData name="Adhikari, Sourav Bikash" userId="85d6511c-c97c-4564-a853-e1f89014ea2d" providerId="ADAL" clId="{B5AEFC2D-9D81-4A56-BCE8-EE7A539F654A}" dt="2026-04-01T07:33:53.385" v="1026" actId="2696"/>
          <pc:sldLayoutMkLst>
            <pc:docMk/>
            <pc:sldMasterMk cId="164125630" sldId="2147483810"/>
            <pc:sldLayoutMk cId="2076939046" sldId="2147484009"/>
          </pc:sldLayoutMkLst>
        </pc:sldLayoutChg>
      </pc:sldMasterChg>
    </pc:docChg>
  </pc:docChgLst>
  <pc:docChgLst>
    <pc:chgData name="Chandra, Sourabh" userId="S::sourabh.chandra@capgemini.com::f16cfae7-e790-4803-86ca-50cd6bce3d8a" providerId="AD" clId="Web-{4180C7CF-4F56-D736-F553-6AAA59635976}"/>
    <pc:docChg chg="modSld">
      <pc:chgData name="Chandra, Sourabh" userId="S::sourabh.chandra@capgemini.com::f16cfae7-e790-4803-86ca-50cd6bce3d8a" providerId="AD" clId="Web-{4180C7CF-4F56-D736-F553-6AAA59635976}" dt="2026-03-31T07:15:17.977" v="1" actId="14100"/>
      <pc:docMkLst>
        <pc:docMk/>
      </pc:docMkLst>
      <pc:sldChg chg="modSp">
        <pc:chgData name="Chandra, Sourabh" userId="S::sourabh.chandra@capgemini.com::f16cfae7-e790-4803-86ca-50cd6bce3d8a" providerId="AD" clId="Web-{4180C7CF-4F56-D736-F553-6AAA59635976}" dt="2026-03-31T07:15:17.977" v="1" actId="14100"/>
        <pc:sldMkLst>
          <pc:docMk/>
          <pc:sldMk cId="3826729619" sldId="2145706669"/>
        </pc:sldMkLst>
        <pc:graphicFrameChg chg="mod">
          <ac:chgData name="Chandra, Sourabh" userId="S::sourabh.chandra@capgemini.com::f16cfae7-e790-4803-86ca-50cd6bce3d8a" providerId="AD" clId="Web-{4180C7CF-4F56-D736-F553-6AAA59635976}" dt="2026-03-31T07:15:17.977" v="1" actId="14100"/>
          <ac:graphicFrameMkLst>
            <pc:docMk/>
            <pc:sldMk cId="3826729619" sldId="2145706669"/>
            <ac:graphicFrameMk id="30" creationId="{1D7CC38F-E1BD-455E-7366-62DE0FBBAEC7}"/>
          </ac:graphicFrameMkLst>
        </pc:graphicFrameChg>
      </pc:sldChg>
    </pc:docChg>
  </pc:docChgLst>
  <pc:docChgLst>
    <pc:chgData name="Khandelwal, Shubham" userId="S::shubham.e.khandelwal@capgemini.com::4c75daa0-10b1-42b0-bdaf-3852e6f4c147" providerId="AD" clId="Web-{D29F038B-7848-167C-BCA3-5B13C9C5CFF0}"/>
    <pc:docChg chg="sldOrd">
      <pc:chgData name="Khandelwal, Shubham" userId="S::shubham.e.khandelwal@capgemini.com::4c75daa0-10b1-42b0-bdaf-3852e6f4c147" providerId="AD" clId="Web-{D29F038B-7848-167C-BCA3-5B13C9C5CFF0}" dt="2026-03-26T12:08:13.462" v="0"/>
      <pc:docMkLst>
        <pc:docMk/>
      </pc:docMkLst>
      <pc:sldChg chg="ord">
        <pc:chgData name="Khandelwal, Shubham" userId="S::shubham.e.khandelwal@capgemini.com::4c75daa0-10b1-42b0-bdaf-3852e6f4c147" providerId="AD" clId="Web-{D29F038B-7848-167C-BCA3-5B13C9C5CFF0}" dt="2026-03-26T12:08:13.462" v="0"/>
        <pc:sldMkLst>
          <pc:docMk/>
          <pc:sldMk cId="3657648834" sldId="2145706673"/>
        </pc:sldMkLst>
      </pc:sldChg>
    </pc:docChg>
  </pc:docChgLst>
  <pc:docChgLst>
    <pc:chgData name="Lumbreras, Caroline Torres" userId="S::caroline.lumbreras@capgemini.com::2b8ad064-5d3a-440a-bd88-baf0b02e3c57" providerId="AD" clId="Web-{D2E95662-6C84-6515-F16B-866A1711165B}"/>
    <pc:docChg chg="sldOrd">
      <pc:chgData name="Lumbreras, Caroline Torres" userId="S::caroline.lumbreras@capgemini.com::2b8ad064-5d3a-440a-bd88-baf0b02e3c57" providerId="AD" clId="Web-{D2E95662-6C84-6515-F16B-866A1711165B}" dt="2026-03-31T18:30:38.657" v="0"/>
      <pc:docMkLst>
        <pc:docMk/>
      </pc:docMkLst>
      <pc:sldChg chg="ord">
        <pc:chgData name="Lumbreras, Caroline Torres" userId="S::caroline.lumbreras@capgemini.com::2b8ad064-5d3a-440a-bd88-baf0b02e3c57" providerId="AD" clId="Web-{D2E95662-6C84-6515-F16B-866A1711165B}" dt="2026-03-31T18:30:38.657" v="0"/>
        <pc:sldMkLst>
          <pc:docMk/>
          <pc:sldMk cId="175612282" sldId="2145706671"/>
        </pc:sldMkLst>
      </pc:sldChg>
    </pc:docChg>
  </pc:docChgLst>
  <pc:docChgLst>
    <pc:chgData name="Khandelwal, Shubham" userId="S::shubham.e.khandelwal@capgemini.com::4c75daa0-10b1-42b0-bdaf-3852e6f4c147" providerId="AD" clId="Web-{4FD5A6B8-7DFC-5A34-9A18-FE6FD401704D}"/>
    <pc:docChg chg="modSld">
      <pc:chgData name="Khandelwal, Shubham" userId="S::shubham.e.khandelwal@capgemini.com::4c75daa0-10b1-42b0-bdaf-3852e6f4c147" providerId="AD" clId="Web-{4FD5A6B8-7DFC-5A34-9A18-FE6FD401704D}" dt="2026-04-01T01:42:23.649" v="1" actId="1076"/>
      <pc:docMkLst>
        <pc:docMk/>
      </pc:docMkLst>
      <pc:sldChg chg="modSp">
        <pc:chgData name="Khandelwal, Shubham" userId="S::shubham.e.khandelwal@capgemini.com::4c75daa0-10b1-42b0-bdaf-3852e6f4c147" providerId="AD" clId="Web-{4FD5A6B8-7DFC-5A34-9A18-FE6FD401704D}" dt="2026-04-01T01:42:23.649" v="1" actId="1076"/>
        <pc:sldMkLst>
          <pc:docMk/>
          <pc:sldMk cId="2417810418" sldId="2145706670"/>
        </pc:sldMkLst>
        <pc:spChg chg="mod">
          <ac:chgData name="Khandelwal, Shubham" userId="S::shubham.e.khandelwal@capgemini.com::4c75daa0-10b1-42b0-bdaf-3852e6f4c147" providerId="AD" clId="Web-{4FD5A6B8-7DFC-5A34-9A18-FE6FD401704D}" dt="2026-04-01T01:42:23.649" v="1" actId="1076"/>
          <ac:spMkLst>
            <pc:docMk/>
            <pc:sldMk cId="2417810418" sldId="2145706670"/>
            <ac:spMk id="294" creationId="{3AF47DBB-9AE3-EDCE-5F6C-49CCE20BD17D}"/>
          </ac:spMkLst>
        </pc:spChg>
      </pc:sldChg>
    </pc:docChg>
  </pc:docChgLst>
  <pc:docChgLst>
    <pc:chgData name="De, Abhisek" userId="S::abhisek.de@capgemini.com::ca965ac4-d83d-498d-b201-e69592eb718a" providerId="AD" clId="Web-{37B35541-6D0A-A342-3AE4-079FAF9D9D59}"/>
    <pc:docChg chg="sldOrd">
      <pc:chgData name="De, Abhisek" userId="S::abhisek.de@capgemini.com::ca965ac4-d83d-498d-b201-e69592eb718a" providerId="AD" clId="Web-{37B35541-6D0A-A342-3AE4-079FAF9D9D59}" dt="2026-03-26T21:32:28.345" v="1"/>
      <pc:docMkLst>
        <pc:docMk/>
      </pc:docMkLst>
      <pc:sldChg chg="ord">
        <pc:chgData name="De, Abhisek" userId="S::abhisek.de@capgemini.com::ca965ac4-d83d-498d-b201-e69592eb718a" providerId="AD" clId="Web-{37B35541-6D0A-A342-3AE4-079FAF9D9D59}" dt="2026-03-26T21:32:28.345" v="1"/>
        <pc:sldMkLst>
          <pc:docMk/>
          <pc:sldMk cId="2946189433" sldId="2145706672"/>
        </pc:sldMkLst>
      </pc:sldChg>
    </pc:docChg>
  </pc:docChgLst>
  <pc:docChgLst>
    <pc:chgData name="Urban, Greg" userId="S::greg.urban@capgemini.com::ce644b4b-6b70-41f2-a1b8-48056440ce31" providerId="AD" clId="Web-{1AD9478E-4331-468B-C546-47925E0CB73C}"/>
    <pc:docChg chg="sldOrd">
      <pc:chgData name="Urban, Greg" userId="S::greg.urban@capgemini.com::ce644b4b-6b70-41f2-a1b8-48056440ce31" providerId="AD" clId="Web-{1AD9478E-4331-468B-C546-47925E0CB73C}" dt="2026-03-27T06:01:04.053" v="1"/>
      <pc:docMkLst>
        <pc:docMk/>
      </pc:docMkLst>
      <pc:sldChg chg="ord">
        <pc:chgData name="Urban, Greg" userId="S::greg.urban@capgemini.com::ce644b4b-6b70-41f2-a1b8-48056440ce31" providerId="AD" clId="Web-{1AD9478E-4331-468B-C546-47925E0CB73C}" dt="2026-03-27T06:01:04.053" v="1"/>
        <pc:sldMkLst>
          <pc:docMk/>
          <pc:sldMk cId="175612282" sldId="2145706671"/>
        </pc:sldMkLst>
      </pc:sldChg>
      <pc:sldChg chg="ord">
        <pc:chgData name="Urban, Greg" userId="S::greg.urban@capgemini.com::ce644b4b-6b70-41f2-a1b8-48056440ce31" providerId="AD" clId="Web-{1AD9478E-4331-468B-C546-47925E0CB73C}" dt="2026-03-27T06:01:02.693" v="0"/>
        <pc:sldMkLst>
          <pc:docMk/>
          <pc:sldMk cId="3657648834" sldId="21457066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04/01/2026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5">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17C8-9DC8-DC53-E1AB-36B713DAD09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33DF499-9FA7-4289-B993-3A3112127636}"/>
              </a:ext>
            </a:extLst>
          </p:cNvPr>
          <p:cNvSpPr txBox="1"/>
          <p:nvPr/>
        </p:nvSpPr>
        <p:spPr>
          <a:xfrm>
            <a:off x="3725208" y="1517790"/>
            <a:ext cx="1186841"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BUSINESS CASE</a:t>
            </a:r>
          </a:p>
        </p:txBody>
      </p:sp>
      <p:sp>
        <p:nvSpPr>
          <p:cNvPr id="28" name="TextBox 27">
            <a:extLst>
              <a:ext uri="{FF2B5EF4-FFF2-40B4-BE49-F238E27FC236}">
                <a16:creationId xmlns:a16="http://schemas.microsoft.com/office/drawing/2014/main" id="{E94BEA51-E831-F2BE-7F5D-7EA3C416EDC0}"/>
              </a:ext>
            </a:extLst>
          </p:cNvPr>
          <p:cNvSpPr txBox="1"/>
          <p:nvPr/>
        </p:nvSpPr>
        <p:spPr>
          <a:xfrm>
            <a:off x="308406" y="1503484"/>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8" name="Title 7">
            <a:extLst>
              <a:ext uri="{FF2B5EF4-FFF2-40B4-BE49-F238E27FC236}">
                <a16:creationId xmlns:a16="http://schemas.microsoft.com/office/drawing/2014/main" id="{25E4EAE5-46D7-92E6-EF24-0017C29B031A}"/>
              </a:ext>
            </a:extLst>
          </p:cNvPr>
          <p:cNvSpPr>
            <a:spLocks noGrp="1"/>
          </p:cNvSpPr>
          <p:nvPr>
            <p:ph type="title"/>
          </p:nvPr>
        </p:nvSpPr>
        <p:spPr/>
        <p:txBody>
          <a:bodyPr/>
          <a:lstStyle/>
          <a:p>
            <a:r>
              <a:rPr lang="en-IN" sz="1600" b="1">
                <a:latin typeface="Calibri" panose="020F0502020204030204" pitchFamily="34" charset="0"/>
                <a:ea typeface="Calibri" panose="020F0502020204030204" pitchFamily="34" charset="0"/>
                <a:cs typeface="Calibri" panose="020F0502020204030204" pitchFamily="34" charset="0"/>
              </a:rPr>
              <a:t>Business Case</a:t>
            </a:r>
            <a:r>
              <a:rPr lang="en-IN" sz="1600">
                <a:latin typeface="Calibri" panose="020F0502020204030204" pitchFamily="34" charset="0"/>
                <a:ea typeface="Calibri" panose="020F0502020204030204" pitchFamily="34" charset="0"/>
                <a:cs typeface="Calibri" panose="020F0502020204030204" pitchFamily="34" charset="0"/>
              </a:rPr>
              <a:t>-</a:t>
            </a:r>
            <a:r>
              <a:rPr lang="en-IN" sz="1600" b="1">
                <a:latin typeface="Calibri" panose="020F0502020204030204" pitchFamily="34" charset="0"/>
                <a:ea typeface="Calibri" panose="020F0502020204030204" pitchFamily="34" charset="0"/>
                <a:cs typeface="Calibri" panose="020F0502020204030204" pitchFamily="34" charset="0"/>
              </a:rPr>
              <a:t>Dynamic template creation, multilingual support, smart personalization, and automated email delivery using Azure Agentic AI and ML.NET</a:t>
            </a:r>
            <a:endParaRPr lang="en-IN" sz="1600">
              <a:latin typeface="Calibri" panose="020F0502020204030204" pitchFamily="34" charset="0"/>
              <a:ea typeface="Calibri" panose="020F0502020204030204" pitchFamily="34" charset="0"/>
              <a:cs typeface="Calibri" panose="020F0502020204030204" pitchFamily="34" charset="0"/>
            </a:endParaRPr>
          </a:p>
        </p:txBody>
      </p:sp>
      <p:sp>
        <p:nvSpPr>
          <p:cNvPr id="9" name="Rounded Rectangle 6">
            <a:extLst>
              <a:ext uri="{FF2B5EF4-FFF2-40B4-BE49-F238E27FC236}">
                <a16:creationId xmlns:a16="http://schemas.microsoft.com/office/drawing/2014/main" id="{2105D036-AC1A-5834-610F-AF5525188E5F}"/>
              </a:ext>
            </a:extLst>
          </p:cNvPr>
          <p:cNvSpPr/>
          <p:nvPr/>
        </p:nvSpPr>
        <p:spPr>
          <a:xfrm>
            <a:off x="68106" y="1532347"/>
            <a:ext cx="6403283" cy="3174436"/>
          </a:xfrm>
          <a:prstGeom prst="roundRect">
            <a:avLst>
              <a:gd name="adj" fmla="val 5793"/>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0" name="Rounded Rectangle 13">
            <a:extLst>
              <a:ext uri="{FF2B5EF4-FFF2-40B4-BE49-F238E27FC236}">
                <a16:creationId xmlns:a16="http://schemas.microsoft.com/office/drawing/2014/main" id="{E76798F5-5E9C-F2FE-05D3-5D0682D3BF56}"/>
              </a:ext>
            </a:extLst>
          </p:cNvPr>
          <p:cNvSpPr/>
          <p:nvPr/>
        </p:nvSpPr>
        <p:spPr>
          <a:xfrm>
            <a:off x="6629400" y="1386614"/>
            <a:ext cx="4816426" cy="3382861"/>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2" name="Rectangle 11">
            <a:extLst>
              <a:ext uri="{FF2B5EF4-FFF2-40B4-BE49-F238E27FC236}">
                <a16:creationId xmlns:a16="http://schemas.microsoft.com/office/drawing/2014/main" id="{FCE66B55-37F1-EE29-29DB-1A5B873DAEA8}"/>
              </a:ext>
            </a:extLst>
          </p:cNvPr>
          <p:cNvSpPr/>
          <p:nvPr/>
        </p:nvSpPr>
        <p:spPr>
          <a:xfrm>
            <a:off x="6797626" y="1392975"/>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5" name="Rounded Rectangle 16">
            <a:extLst>
              <a:ext uri="{FF2B5EF4-FFF2-40B4-BE49-F238E27FC236}">
                <a16:creationId xmlns:a16="http://schemas.microsoft.com/office/drawing/2014/main" id="{385514D6-2D5F-4DF6-D951-937956183C12}"/>
              </a:ext>
            </a:extLst>
          </p:cNvPr>
          <p:cNvSpPr/>
          <p:nvPr/>
        </p:nvSpPr>
        <p:spPr>
          <a:xfrm>
            <a:off x="7271216" y="4841741"/>
            <a:ext cx="4174610" cy="211491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8" name="Rectangle 17">
            <a:extLst>
              <a:ext uri="{FF2B5EF4-FFF2-40B4-BE49-F238E27FC236}">
                <a16:creationId xmlns:a16="http://schemas.microsoft.com/office/drawing/2014/main" id="{DEE4DAEC-9893-FFEF-037C-8E6E05AFD141}"/>
              </a:ext>
            </a:extLst>
          </p:cNvPr>
          <p:cNvSpPr/>
          <p:nvPr/>
        </p:nvSpPr>
        <p:spPr>
          <a:xfrm>
            <a:off x="7248144" y="4958887"/>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Rounded Rectangle 19">
            <a:extLst>
              <a:ext uri="{FF2B5EF4-FFF2-40B4-BE49-F238E27FC236}">
                <a16:creationId xmlns:a16="http://schemas.microsoft.com/office/drawing/2014/main" id="{3B5A8CB9-2A86-176E-A59B-ED332AD0E7C4}"/>
              </a:ext>
            </a:extLst>
          </p:cNvPr>
          <p:cNvSpPr/>
          <p:nvPr/>
        </p:nvSpPr>
        <p:spPr>
          <a:xfrm>
            <a:off x="39692" y="4714597"/>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20" name="Rectangle 19">
            <a:extLst>
              <a:ext uri="{FF2B5EF4-FFF2-40B4-BE49-F238E27FC236}">
                <a16:creationId xmlns:a16="http://schemas.microsoft.com/office/drawing/2014/main" id="{854D0EA9-19B8-98C5-8A64-3DC518A23124}"/>
              </a:ext>
            </a:extLst>
          </p:cNvPr>
          <p:cNvSpPr/>
          <p:nvPr/>
        </p:nvSpPr>
        <p:spPr>
          <a:xfrm>
            <a:off x="29794" y="4958887"/>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1" name="Rounded Rectangle 26">
            <a:extLst>
              <a:ext uri="{FF2B5EF4-FFF2-40B4-BE49-F238E27FC236}">
                <a16:creationId xmlns:a16="http://schemas.microsoft.com/office/drawing/2014/main" id="{5ED381AA-0E3F-0E37-EE09-80B113792FC9}"/>
              </a:ext>
            </a:extLst>
          </p:cNvPr>
          <p:cNvSpPr/>
          <p:nvPr/>
        </p:nvSpPr>
        <p:spPr>
          <a:xfrm>
            <a:off x="7398876" y="1371483"/>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2B51DA80-7A0D-BDEA-3E75-06F56B5D3C70}"/>
              </a:ext>
            </a:extLst>
          </p:cNvPr>
          <p:cNvSpPr txBox="1"/>
          <p:nvPr/>
        </p:nvSpPr>
        <p:spPr>
          <a:xfrm>
            <a:off x="8103394" y="1363807"/>
            <a:ext cx="1146766" cy="263791"/>
          </a:xfrm>
          <a:prstGeom prst="rect">
            <a:avLst/>
          </a:prstGeom>
          <a:noFill/>
        </p:spPr>
        <p:txBody>
          <a:bodyPr vert="horz" wrap="none" lIns="90000" tIns="46800" rIns="90000" bIns="46800" rtlCol="0" anchor="ctr">
            <a:spAutoFit/>
          </a:bodyPr>
          <a:lstStyle/>
          <a:p>
            <a:pPr algn="l">
              <a:spcBef>
                <a:spcPct val="0"/>
              </a:spcBef>
            </a:pPr>
            <a:r>
              <a:rPr lang="en-US" sz="1100" b="1"/>
              <a:t>KPIs Impacted</a:t>
            </a:r>
          </a:p>
        </p:txBody>
      </p:sp>
      <p:sp>
        <p:nvSpPr>
          <p:cNvPr id="23" name="Rounded Rectangle 31">
            <a:extLst>
              <a:ext uri="{FF2B5EF4-FFF2-40B4-BE49-F238E27FC236}">
                <a16:creationId xmlns:a16="http://schemas.microsoft.com/office/drawing/2014/main" id="{7DB1BD39-B20D-232E-F876-AFE3ECF6944A}"/>
              </a:ext>
            </a:extLst>
          </p:cNvPr>
          <p:cNvSpPr/>
          <p:nvPr/>
        </p:nvSpPr>
        <p:spPr>
          <a:xfrm>
            <a:off x="6806770" y="3009532"/>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4" name="TextBox 23">
            <a:extLst>
              <a:ext uri="{FF2B5EF4-FFF2-40B4-BE49-F238E27FC236}">
                <a16:creationId xmlns:a16="http://schemas.microsoft.com/office/drawing/2014/main" id="{A9E2B61F-9E84-1685-42E4-EA4AE7BE0104}"/>
              </a:ext>
            </a:extLst>
          </p:cNvPr>
          <p:cNvSpPr txBox="1"/>
          <p:nvPr/>
        </p:nvSpPr>
        <p:spPr>
          <a:xfrm>
            <a:off x="7053650" y="2994899"/>
            <a:ext cx="1268594" cy="263791"/>
          </a:xfrm>
          <a:prstGeom prst="rect">
            <a:avLst/>
          </a:prstGeom>
          <a:noFill/>
        </p:spPr>
        <p:txBody>
          <a:bodyPr vert="horz" wrap="none" lIns="90000" tIns="46800" rIns="90000" bIns="46800" rtlCol="0" anchor="ctr">
            <a:spAutoFit/>
          </a:bodyPr>
          <a:lstStyle/>
          <a:p>
            <a:pPr algn="l">
              <a:spcBef>
                <a:spcPct val="0"/>
              </a:spcBef>
            </a:pPr>
            <a:r>
              <a:rPr lang="en-US" sz="1100" b="1"/>
              <a:t>Business Impact</a:t>
            </a:r>
          </a:p>
        </p:txBody>
      </p:sp>
      <p:sp>
        <p:nvSpPr>
          <p:cNvPr id="25" name="Rounded Rectangle 36">
            <a:extLst>
              <a:ext uri="{FF2B5EF4-FFF2-40B4-BE49-F238E27FC236}">
                <a16:creationId xmlns:a16="http://schemas.microsoft.com/office/drawing/2014/main" id="{BEFBAEF7-EE2E-0D60-A4DA-BEA9DEDDF233}"/>
              </a:ext>
            </a:extLst>
          </p:cNvPr>
          <p:cNvSpPr/>
          <p:nvPr/>
        </p:nvSpPr>
        <p:spPr>
          <a:xfrm>
            <a:off x="148794" y="5174787"/>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9" name="TextBox 28">
            <a:extLst>
              <a:ext uri="{FF2B5EF4-FFF2-40B4-BE49-F238E27FC236}">
                <a16:creationId xmlns:a16="http://schemas.microsoft.com/office/drawing/2014/main" id="{5FEF18B7-5067-2A5B-85A7-ED1178FD8CC9}"/>
              </a:ext>
            </a:extLst>
          </p:cNvPr>
          <p:cNvSpPr txBox="1"/>
          <p:nvPr/>
        </p:nvSpPr>
        <p:spPr>
          <a:xfrm>
            <a:off x="400250" y="5160154"/>
            <a:ext cx="1494618" cy="263791"/>
          </a:xfrm>
          <a:prstGeom prst="rect">
            <a:avLst/>
          </a:prstGeom>
          <a:noFill/>
        </p:spPr>
        <p:txBody>
          <a:bodyPr vert="horz" wrap="none" lIns="90000" tIns="46800" rIns="90000" bIns="46800" rtlCol="0" anchor="ctr">
            <a:spAutoFit/>
          </a:bodyPr>
          <a:lstStyle/>
          <a:p>
            <a:pPr algn="l">
              <a:spcBef>
                <a:spcPct val="0"/>
              </a:spcBef>
            </a:pPr>
            <a:r>
              <a:rPr lang="en-US" sz="1100" b="1"/>
              <a:t>Functional Solution</a:t>
            </a:r>
          </a:p>
        </p:txBody>
      </p:sp>
      <p:sp>
        <p:nvSpPr>
          <p:cNvPr id="34" name="TextBox 33">
            <a:extLst>
              <a:ext uri="{FF2B5EF4-FFF2-40B4-BE49-F238E27FC236}">
                <a16:creationId xmlns:a16="http://schemas.microsoft.com/office/drawing/2014/main" id="{9CBF4EB0-2F18-3E0A-63CB-3DDC93E5352F}"/>
              </a:ext>
            </a:extLst>
          </p:cNvPr>
          <p:cNvSpPr txBox="1"/>
          <p:nvPr/>
        </p:nvSpPr>
        <p:spPr>
          <a:xfrm>
            <a:off x="202996" y="1599647"/>
            <a:ext cx="1593910" cy="263791"/>
          </a:xfrm>
          <a:prstGeom prst="rect">
            <a:avLst/>
          </a:prstGeom>
          <a:noFill/>
        </p:spPr>
        <p:txBody>
          <a:bodyPr vert="horz" wrap="square" lIns="90000" tIns="46800" rIns="90000" bIns="46800" rtlCol="0" anchor="ctr">
            <a:spAutoFit/>
          </a:bodyPr>
          <a:lstStyle/>
          <a:p>
            <a:pPr algn="l">
              <a:spcBef>
                <a:spcPct val="0"/>
              </a:spcBef>
            </a:pPr>
            <a:r>
              <a:rPr lang="en-US" sz="1100" b="1"/>
              <a:t>Business Challenges</a:t>
            </a:r>
          </a:p>
        </p:txBody>
      </p:sp>
      <p:sp>
        <p:nvSpPr>
          <p:cNvPr id="35" name="Rounded Rectangle 48">
            <a:extLst>
              <a:ext uri="{FF2B5EF4-FFF2-40B4-BE49-F238E27FC236}">
                <a16:creationId xmlns:a16="http://schemas.microsoft.com/office/drawing/2014/main" id="{81AFAFC4-D2BE-C5FA-92E9-1CD648BB7BB9}"/>
              </a:ext>
            </a:extLst>
          </p:cNvPr>
          <p:cNvSpPr/>
          <p:nvPr/>
        </p:nvSpPr>
        <p:spPr>
          <a:xfrm>
            <a:off x="3438144" y="5153266"/>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0" name="TextBox 39">
            <a:extLst>
              <a:ext uri="{FF2B5EF4-FFF2-40B4-BE49-F238E27FC236}">
                <a16:creationId xmlns:a16="http://schemas.microsoft.com/office/drawing/2014/main" id="{E1121131-E83E-2CEF-8AC9-B43784289F25}"/>
              </a:ext>
            </a:extLst>
          </p:cNvPr>
          <p:cNvSpPr txBox="1"/>
          <p:nvPr/>
        </p:nvSpPr>
        <p:spPr>
          <a:xfrm>
            <a:off x="3689600" y="5138633"/>
            <a:ext cx="1420880" cy="263791"/>
          </a:xfrm>
          <a:prstGeom prst="rect">
            <a:avLst/>
          </a:prstGeom>
          <a:noFill/>
        </p:spPr>
        <p:txBody>
          <a:bodyPr vert="horz" wrap="none" lIns="90000" tIns="46800" rIns="90000" bIns="46800" rtlCol="0" anchor="ctr">
            <a:spAutoFit/>
          </a:bodyPr>
          <a:lstStyle/>
          <a:p>
            <a:pPr algn="l">
              <a:spcBef>
                <a:spcPct val="0"/>
              </a:spcBef>
            </a:pPr>
            <a:r>
              <a:rPr lang="en-US" sz="1100" b="1"/>
              <a:t>Technical Solution</a:t>
            </a:r>
          </a:p>
        </p:txBody>
      </p:sp>
      <p:cxnSp>
        <p:nvCxnSpPr>
          <p:cNvPr id="43" name="Straight Connector 42">
            <a:extLst>
              <a:ext uri="{FF2B5EF4-FFF2-40B4-BE49-F238E27FC236}">
                <a16:creationId xmlns:a16="http://schemas.microsoft.com/office/drawing/2014/main" id="{AB0BF620-8939-0CAC-D087-4EADBF00DA95}"/>
              </a:ext>
            </a:extLst>
          </p:cNvPr>
          <p:cNvCxnSpPr>
            <a:cxnSpLocks/>
          </p:cNvCxnSpPr>
          <p:nvPr/>
        </p:nvCxnSpPr>
        <p:spPr>
          <a:xfrm>
            <a:off x="3361944" y="5552797"/>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3D6779A3-7520-4D2F-7389-49B34C0188CD}"/>
              </a:ext>
            </a:extLst>
          </p:cNvPr>
          <p:cNvSpPr txBox="1"/>
          <p:nvPr/>
        </p:nvSpPr>
        <p:spPr>
          <a:xfrm>
            <a:off x="3257754" y="1648038"/>
            <a:ext cx="1600416" cy="263791"/>
          </a:xfrm>
          <a:prstGeom prst="rect">
            <a:avLst/>
          </a:prstGeom>
          <a:noFill/>
        </p:spPr>
        <p:txBody>
          <a:bodyPr vert="horz" wrap="none" lIns="90000" tIns="46800" rIns="90000" bIns="46800" rtlCol="0" anchor="ctr">
            <a:spAutoFit/>
          </a:bodyPr>
          <a:lstStyle/>
          <a:p>
            <a:pPr algn="l">
              <a:spcBef>
                <a:spcPct val="0"/>
              </a:spcBef>
            </a:pPr>
            <a:r>
              <a:rPr lang="en-US" sz="1100" b="1"/>
              <a:t>Use Case Description</a:t>
            </a:r>
          </a:p>
        </p:txBody>
      </p:sp>
      <p:cxnSp>
        <p:nvCxnSpPr>
          <p:cNvPr id="45" name="Straight Connector 44">
            <a:extLst>
              <a:ext uri="{FF2B5EF4-FFF2-40B4-BE49-F238E27FC236}">
                <a16:creationId xmlns:a16="http://schemas.microsoft.com/office/drawing/2014/main" id="{4CE1C0CF-DA77-F108-5E2F-43B1969D2D44}"/>
              </a:ext>
            </a:extLst>
          </p:cNvPr>
          <p:cNvCxnSpPr>
            <a:cxnSpLocks/>
          </p:cNvCxnSpPr>
          <p:nvPr/>
        </p:nvCxnSpPr>
        <p:spPr>
          <a:xfrm>
            <a:off x="2773795" y="2029968"/>
            <a:ext cx="0" cy="2648469"/>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04D0C883-CAD5-0EEC-D6C8-0FE6E75423E8}"/>
              </a:ext>
            </a:extLst>
          </p:cNvPr>
          <p:cNvSpPr txBox="1"/>
          <p:nvPr/>
        </p:nvSpPr>
        <p:spPr>
          <a:xfrm>
            <a:off x="7398876" y="4936719"/>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graphicFrame>
        <p:nvGraphicFramePr>
          <p:cNvPr id="54" name="Table 53">
            <a:extLst>
              <a:ext uri="{FF2B5EF4-FFF2-40B4-BE49-F238E27FC236}">
                <a16:creationId xmlns:a16="http://schemas.microsoft.com/office/drawing/2014/main" id="{AF0BE586-CDC6-47F5-7D41-A24E45EA5913}"/>
              </a:ext>
            </a:extLst>
          </p:cNvPr>
          <p:cNvGraphicFramePr>
            <a:graphicFrameLocks noGrp="1"/>
          </p:cNvGraphicFramePr>
          <p:nvPr>
            <p:extLst>
              <p:ext uri="{D42A27DB-BD31-4B8C-83A1-F6EECF244321}">
                <p14:modId xmlns:p14="http://schemas.microsoft.com/office/powerpoint/2010/main" val="610046537"/>
              </p:ext>
            </p:extLst>
          </p:nvPr>
        </p:nvGraphicFramePr>
        <p:xfrm>
          <a:off x="170715" y="1892300"/>
          <a:ext cx="2512108" cy="2648472"/>
        </p:xfrm>
        <a:graphic>
          <a:graphicData uri="http://schemas.openxmlformats.org/drawingml/2006/table">
            <a:tbl>
              <a:tblPr firstRow="1" firstCol="1" bandRow="1">
                <a:tableStyleId>{5C22544A-7EE6-4342-B048-85BDC9FD1C3A}</a:tableStyleId>
              </a:tblPr>
              <a:tblGrid>
                <a:gridCol w="2512108">
                  <a:extLst>
                    <a:ext uri="{9D8B030D-6E8A-4147-A177-3AD203B41FA5}">
                      <a16:colId xmlns:a16="http://schemas.microsoft.com/office/drawing/2014/main" val="243332908"/>
                    </a:ext>
                  </a:extLst>
                </a:gridCol>
              </a:tblGrid>
              <a:tr h="331059">
                <a:tc>
                  <a:txBody>
                    <a:bodyPr/>
                    <a:lstStyle/>
                    <a:p>
                      <a:pPr>
                        <a:lnSpc>
                          <a:spcPct val="107000"/>
                        </a:lnSpc>
                        <a:spcAft>
                          <a:spcPts val="800"/>
                        </a:spcAft>
                        <a:buNone/>
                      </a:pPr>
                      <a:r>
                        <a:rPr lang="en-IN" sz="1100" kern="100">
                          <a:effectLst/>
                        </a:rPr>
                        <a:t>Manual template creation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41978785"/>
                  </a:ext>
                </a:extLst>
              </a:tr>
              <a:tr h="331059">
                <a:tc>
                  <a:txBody>
                    <a:bodyPr/>
                    <a:lstStyle/>
                    <a:p>
                      <a:pPr>
                        <a:lnSpc>
                          <a:spcPct val="107000"/>
                        </a:lnSpc>
                        <a:spcAft>
                          <a:spcPts val="800"/>
                        </a:spcAft>
                        <a:buNone/>
                      </a:pPr>
                      <a:r>
                        <a:rPr lang="en-IN" sz="1100" kern="100">
                          <a:effectLst/>
                        </a:rPr>
                        <a:t>Poor personalization</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97459356"/>
                  </a:ext>
                </a:extLst>
              </a:tr>
              <a:tr h="331059">
                <a:tc>
                  <a:txBody>
                    <a:bodyPr/>
                    <a:lstStyle/>
                    <a:p>
                      <a:pPr>
                        <a:lnSpc>
                          <a:spcPct val="107000"/>
                        </a:lnSpc>
                        <a:spcAft>
                          <a:spcPts val="800"/>
                        </a:spcAft>
                        <a:buNone/>
                      </a:pPr>
                      <a:r>
                        <a:rPr lang="en-IN" sz="1100" kern="100">
                          <a:effectLst/>
                        </a:rPr>
                        <a:t>Language barriers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74957764"/>
                  </a:ext>
                </a:extLst>
              </a:tr>
              <a:tr h="331059">
                <a:tc>
                  <a:txBody>
                    <a:bodyPr/>
                    <a:lstStyle/>
                    <a:p>
                      <a:pPr>
                        <a:lnSpc>
                          <a:spcPct val="107000"/>
                        </a:lnSpc>
                        <a:spcAft>
                          <a:spcPts val="800"/>
                        </a:spcAft>
                        <a:buNone/>
                      </a:pPr>
                      <a:r>
                        <a:rPr lang="en-IN" sz="1100" kern="100">
                          <a:effectLst/>
                        </a:rPr>
                        <a:t>Template sprawl</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87729828"/>
                  </a:ext>
                </a:extLst>
              </a:tr>
              <a:tr h="331059">
                <a:tc>
                  <a:txBody>
                    <a:bodyPr/>
                    <a:lstStyle/>
                    <a:p>
                      <a:pPr>
                        <a:lnSpc>
                          <a:spcPct val="107000"/>
                        </a:lnSpc>
                        <a:spcAft>
                          <a:spcPts val="800"/>
                        </a:spcAft>
                        <a:buNone/>
                      </a:pPr>
                      <a:r>
                        <a:rPr lang="en-IN" sz="1100" kern="100">
                          <a:effectLst/>
                        </a:rPr>
                        <a:t>Data errors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76033724"/>
                  </a:ext>
                </a:extLst>
              </a:tr>
              <a:tr h="331059">
                <a:tc>
                  <a:txBody>
                    <a:bodyPr/>
                    <a:lstStyle/>
                    <a:p>
                      <a:pPr>
                        <a:lnSpc>
                          <a:spcPct val="107000"/>
                        </a:lnSpc>
                        <a:spcAft>
                          <a:spcPts val="800"/>
                        </a:spcAft>
                        <a:buNone/>
                      </a:pPr>
                      <a:r>
                        <a:rPr lang="en-IN" sz="1100" kern="100">
                          <a:effectLst/>
                        </a:rPr>
                        <a:t>Compliance risk</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36236071"/>
                  </a:ext>
                </a:extLst>
              </a:tr>
              <a:tr h="331059">
                <a:tc>
                  <a:txBody>
                    <a:bodyPr/>
                    <a:lstStyle/>
                    <a:p>
                      <a:pPr>
                        <a:lnSpc>
                          <a:spcPct val="107000"/>
                        </a:lnSpc>
                        <a:spcAft>
                          <a:spcPts val="800"/>
                        </a:spcAft>
                        <a:buNone/>
                      </a:pPr>
                      <a:r>
                        <a:rPr lang="en-IN" sz="1100" kern="100">
                          <a:effectLst/>
                        </a:rPr>
                        <a:t>Scalability issues</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4679902"/>
                  </a:ext>
                </a:extLst>
              </a:tr>
              <a:tr h="331059">
                <a:tc>
                  <a:txBody>
                    <a:bodyPr/>
                    <a:lstStyle/>
                    <a:p>
                      <a:pPr>
                        <a:lnSpc>
                          <a:spcPct val="107000"/>
                        </a:lnSpc>
                        <a:spcAft>
                          <a:spcPts val="800"/>
                        </a:spcAft>
                        <a:buNone/>
                      </a:pPr>
                      <a:r>
                        <a:rPr lang="en-IN" sz="1100" kern="100">
                          <a:effectLst/>
                        </a:rPr>
                        <a:t>No learning</a:t>
                      </a:r>
                      <a:endParaRPr lang="en-IN" sz="11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37658592"/>
                  </a:ext>
                </a:extLst>
              </a:tr>
            </a:tbl>
          </a:graphicData>
        </a:graphic>
      </p:graphicFrame>
      <p:sp>
        <p:nvSpPr>
          <p:cNvPr id="73" name="Rectangle 72">
            <a:extLst>
              <a:ext uri="{FF2B5EF4-FFF2-40B4-BE49-F238E27FC236}">
                <a16:creationId xmlns:a16="http://schemas.microsoft.com/office/drawing/2014/main" id="{086D3714-0A1D-B831-74F7-9D747EC22D10}"/>
              </a:ext>
            </a:extLst>
          </p:cNvPr>
          <p:cNvSpPr/>
          <p:nvPr/>
        </p:nvSpPr>
        <p:spPr>
          <a:xfrm>
            <a:off x="6806770" y="3273323"/>
            <a:ext cx="4470830" cy="1433460"/>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This solution transforms enterprise email communication into an AI‑driven, scalable, and self‑optimizing capability—accelerating time‑to‑market, increasing customer engagement through intelligent personalization and multilingual delivery, and reducing operational cost and risk through end‑to‑end automation.</a:t>
            </a:r>
          </a:p>
          <a:p>
            <a:pPr algn="ctr"/>
            <a:endParaRPr lang="en-IN" sz="1400" err="1">
              <a:solidFill>
                <a:schemeClr val="tx1"/>
              </a:solidFill>
            </a:endParaRPr>
          </a:p>
        </p:txBody>
      </p:sp>
      <p:sp>
        <p:nvSpPr>
          <p:cNvPr id="74" name="Rectangle 73">
            <a:extLst>
              <a:ext uri="{FF2B5EF4-FFF2-40B4-BE49-F238E27FC236}">
                <a16:creationId xmlns:a16="http://schemas.microsoft.com/office/drawing/2014/main" id="{045F9320-832A-F055-F570-ABA5085E7157}"/>
              </a:ext>
            </a:extLst>
          </p:cNvPr>
          <p:cNvSpPr/>
          <p:nvPr/>
        </p:nvSpPr>
        <p:spPr>
          <a:xfrm>
            <a:off x="6806770" y="1648038"/>
            <a:ext cx="4639056" cy="134686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42900" indent="-342900" fontAlgn="t">
              <a:lnSpc>
                <a:spcPts val="1500"/>
              </a:lnSpc>
              <a:buFont typeface="+mj-lt"/>
              <a:buAutoNum type="arabicPeriod"/>
            </a:pP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Operational Efficiency </a:t>
            </a:r>
          </a:p>
          <a:p>
            <a:pPr marL="342900" indent="-342900" fontAlgn="t">
              <a:lnSpc>
                <a:spcPts val="1500"/>
              </a:lnSpc>
              <a:buFont typeface="+mj-lt"/>
              <a:buAutoNum type="arabicPeriod"/>
            </a:pP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Customer Engagement &amp; Experience </a:t>
            </a:r>
          </a:p>
          <a:p>
            <a:pPr marL="342900" indent="-342900" fontAlgn="t">
              <a:lnSpc>
                <a:spcPts val="1500"/>
              </a:lnSpc>
              <a:buFont typeface="+mj-lt"/>
              <a:buAutoNum type="arabicPeriod"/>
            </a:pP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Cost Optimization Quality</a:t>
            </a:r>
          </a:p>
          <a:p>
            <a:pPr marL="342900" indent="-342900" fontAlgn="t">
              <a:lnSpc>
                <a:spcPts val="1500"/>
              </a:lnSpc>
              <a:buFont typeface="+mj-lt"/>
              <a:buAutoNum type="arabicPeriod"/>
            </a:pP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Accuracy &amp; Compliance Intelligence</a:t>
            </a:r>
          </a:p>
          <a:p>
            <a:pPr marL="342900" indent="-342900" fontAlgn="t">
              <a:lnSpc>
                <a:spcPts val="1500"/>
              </a:lnSpc>
              <a:buFont typeface="+mj-lt"/>
              <a:buAutoNum type="arabicPeriod"/>
            </a:pP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Continuous Improvement</a:t>
            </a:r>
          </a:p>
          <a:p>
            <a:pPr algn="ctr"/>
            <a:endParaRPr lang="en-IN" sz="1400" err="1">
              <a:solidFill>
                <a:schemeClr val="tx1"/>
              </a:solidFill>
            </a:endParaRPr>
          </a:p>
        </p:txBody>
      </p:sp>
      <p:sp>
        <p:nvSpPr>
          <p:cNvPr id="75" name="Rectangle 74">
            <a:extLst>
              <a:ext uri="{FF2B5EF4-FFF2-40B4-BE49-F238E27FC236}">
                <a16:creationId xmlns:a16="http://schemas.microsoft.com/office/drawing/2014/main" id="{D05DCD39-0DB4-AF4A-8C9E-4FC7F5FA8F06}"/>
              </a:ext>
            </a:extLst>
          </p:cNvPr>
          <p:cNvSpPr/>
          <p:nvPr/>
        </p:nvSpPr>
        <p:spPr>
          <a:xfrm>
            <a:off x="2915920" y="2029968"/>
            <a:ext cx="3545250" cy="247703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t">
              <a:lnSpc>
                <a:spcPts val="1500"/>
              </a:lnSpc>
              <a:buNone/>
            </a:pPr>
            <a:r>
              <a:rPr lang="en-US" sz="1400" b="1">
                <a:solidFill>
                  <a:schemeClr val="tx1"/>
                </a:solidFill>
                <a:latin typeface="Calibri" panose="020F0502020204030204" pitchFamily="34" charset="0"/>
                <a:ea typeface="Calibri" panose="020F0502020204030204" pitchFamily="34" charset="0"/>
                <a:cs typeface="Calibri" panose="020F0502020204030204" pitchFamily="34" charset="0"/>
              </a:rPr>
              <a:t>AI‑Driven Adaptive Email Automation Platform</a:t>
            </a:r>
            <a:endParaRPr lang="en-US" sz="1400">
              <a:solidFill>
                <a:schemeClr val="tx1"/>
              </a:solidFill>
              <a:latin typeface="Calibri" panose="020F0502020204030204" pitchFamily="34" charset="0"/>
              <a:ea typeface="Calibri" panose="020F0502020204030204" pitchFamily="34" charset="0"/>
              <a:cs typeface="Calibri" panose="020F0502020204030204" pitchFamily="34" charset="0"/>
            </a:endParaRPr>
          </a:p>
          <a:p>
            <a:pPr fontAlgn="t">
              <a:lnSpc>
                <a:spcPts val="1500"/>
              </a:lnSpc>
              <a:buNone/>
            </a:pP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This use case describes an intelligent, scalable email automation platform that enables organizations to create, personalize, translate, preview, and deliver emails dynamically using </a:t>
            </a:r>
            <a:r>
              <a:rPr lang="en-US" sz="1400" b="1">
                <a:solidFill>
                  <a:schemeClr val="tx1"/>
                </a:solidFill>
                <a:latin typeface="Calibri" panose="020F0502020204030204" pitchFamily="34" charset="0"/>
                <a:ea typeface="Calibri" panose="020F0502020204030204" pitchFamily="34" charset="0"/>
                <a:cs typeface="Calibri" panose="020F0502020204030204" pitchFamily="34" charset="0"/>
              </a:rPr>
              <a:t>Azure Agentic AI and ML.NET</a:t>
            </a:r>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 The solution eliminates manual email template creation and static workflows by leveraging AI agents to generate and manage HTML email templates, intelligently populate placeholders, support multilingual communication, and automate secure email delivery at scale.</a:t>
            </a:r>
          </a:p>
          <a:p>
            <a:pPr algn="ctr"/>
            <a:endParaRPr lang="en-IN" sz="1400" err="1">
              <a:solidFill>
                <a:schemeClr val="tx1"/>
              </a:solidFill>
            </a:endParaRPr>
          </a:p>
        </p:txBody>
      </p:sp>
      <p:sp>
        <p:nvSpPr>
          <p:cNvPr id="76" name="Rectangle 75">
            <a:extLst>
              <a:ext uri="{FF2B5EF4-FFF2-40B4-BE49-F238E27FC236}">
                <a16:creationId xmlns:a16="http://schemas.microsoft.com/office/drawing/2014/main" id="{A366573D-9937-591D-2D4B-12FDFF0D6432}"/>
              </a:ext>
            </a:extLst>
          </p:cNvPr>
          <p:cNvSpPr/>
          <p:nvPr/>
        </p:nvSpPr>
        <p:spPr>
          <a:xfrm>
            <a:off x="170714" y="5491272"/>
            <a:ext cx="3186399" cy="1465387"/>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An AI‑driven email automation solution that dynamically generates, personalizes, translates, previews, and delivers emails at scale using Azure Agentic AI and ML.NET, with built‑in learning and governance.</a:t>
            </a:r>
          </a:p>
          <a:p>
            <a:endParaRPr lang="en-IN" sz="1400" err="1">
              <a:solidFill>
                <a:schemeClr val="tx1"/>
              </a:solidFill>
            </a:endParaRPr>
          </a:p>
        </p:txBody>
      </p:sp>
      <p:sp>
        <p:nvSpPr>
          <p:cNvPr id="77" name="Rectangle 76">
            <a:extLst>
              <a:ext uri="{FF2B5EF4-FFF2-40B4-BE49-F238E27FC236}">
                <a16:creationId xmlns:a16="http://schemas.microsoft.com/office/drawing/2014/main" id="{8DF90566-EBD8-1517-724F-2C36CE9FD92D}"/>
              </a:ext>
            </a:extLst>
          </p:cNvPr>
          <p:cNvSpPr/>
          <p:nvPr/>
        </p:nvSpPr>
        <p:spPr>
          <a:xfrm>
            <a:off x="3586480" y="5552797"/>
            <a:ext cx="3467170" cy="1417294"/>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IN" sz="1400">
                <a:solidFill>
                  <a:schemeClr val="tx1"/>
                </a:solidFill>
                <a:latin typeface="Calibri" panose="020F0502020204030204" pitchFamily="34" charset="0"/>
                <a:ea typeface="Calibri" panose="020F0502020204030204" pitchFamily="34" charset="0"/>
                <a:cs typeface="Calibri" panose="020F0502020204030204" pitchFamily="34" charset="0"/>
              </a:rPr>
              <a:t>A cloud‑native, Azure‑based solution using Agentic AI (Azure OpenAI), ML.NET, serverless orchestration, and Azure Communication Services to dynamically generate, personalize, translate, validate, and deliver HTML emails at scale with continuous learning and monitoring</a:t>
            </a:r>
          </a:p>
          <a:p>
            <a:endParaRPr lang="en-IN" sz="1400" err="1">
              <a:solidFill>
                <a:schemeClr val="tx1"/>
              </a:solidFill>
            </a:endParaRPr>
          </a:p>
        </p:txBody>
      </p:sp>
      <p:sp>
        <p:nvSpPr>
          <p:cNvPr id="78" name="Rectangle 77">
            <a:extLst>
              <a:ext uri="{FF2B5EF4-FFF2-40B4-BE49-F238E27FC236}">
                <a16:creationId xmlns:a16="http://schemas.microsoft.com/office/drawing/2014/main" id="{305E7432-BCC6-A117-A9FA-32B1906405B9}"/>
              </a:ext>
            </a:extLst>
          </p:cNvPr>
          <p:cNvSpPr/>
          <p:nvPr/>
        </p:nvSpPr>
        <p:spPr>
          <a:xfrm>
            <a:off x="7398876" y="5394961"/>
            <a:ext cx="3960004" cy="1300480"/>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400">
                <a:solidFill>
                  <a:schemeClr val="tx1"/>
                </a:solidFill>
                <a:latin typeface="Calibri" panose="020F0502020204030204" pitchFamily="34" charset="0"/>
                <a:ea typeface="Calibri" panose="020F0502020204030204" pitchFamily="34" charset="0"/>
                <a:cs typeface="Calibri" panose="020F0502020204030204" pitchFamily="34" charset="0"/>
              </a:rPr>
              <a:t>Stakeholders for this solution span business leadership, customer‑facing teams, IT and AI engineering, and governance functions, ensuring strong sponsorship, effective adoption, secure operations, and measurable business value.</a:t>
            </a:r>
          </a:p>
          <a:p>
            <a:endParaRPr lang="en-IN" sz="1400" err="1">
              <a:solidFill>
                <a:schemeClr val="tx1"/>
              </a:solidFill>
            </a:endParaRPr>
          </a:p>
        </p:txBody>
      </p:sp>
    </p:spTree>
    <p:extLst>
      <p:ext uri="{BB962C8B-B14F-4D97-AF65-F5344CB8AC3E}">
        <p14:creationId xmlns:p14="http://schemas.microsoft.com/office/powerpoint/2010/main" val="175612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2</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 and List of Work flow </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6918960" y="1912890"/>
            <a:ext cx="4801798" cy="476223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702822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705296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7152640" y="2476448"/>
            <a:ext cx="5039360" cy="4198672"/>
          </a:xfrm>
          <a:prstGeom prst="rect">
            <a:avLst/>
          </a:prstGeom>
          <a:noFill/>
        </p:spPr>
        <p:txBody>
          <a:bodyPr vert="horz" wrap="square" lIns="90000" tIns="46800" rIns="90000" bIns="46800" rtlCol="0" anchor="t">
            <a:noAutofit/>
          </a:bodyPr>
          <a:lstStyle/>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App Service / Azure Static Web Apps</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React / Angular / Blazor</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Monaco Editor / </a:t>
            </a:r>
            <a:r>
              <a:rPr lang="en-US" sz="1200" err="1">
                <a:highlight>
                  <a:srgbClr val="FFFF00"/>
                </a:highlight>
                <a:latin typeface="Calibri" panose="020F0502020204030204" pitchFamily="34" charset="0"/>
                <a:ea typeface="Calibri" panose="020F0502020204030204" pitchFamily="34" charset="0"/>
                <a:cs typeface="Calibri" panose="020F0502020204030204" pitchFamily="34" charset="0"/>
              </a:rPr>
              <a:t>TinyMCE</a:t>
            </a:r>
            <a:endParaRPr lang="en-US" sz="1200">
              <a:highlight>
                <a:srgbClr val="FFFF00"/>
              </a:highlight>
              <a:latin typeface="Calibri" panose="020F0502020204030204" pitchFamily="34" charset="0"/>
              <a:ea typeface="Calibri" panose="020F0502020204030204" pitchFamily="34" charset="0"/>
              <a:cs typeface="Calibri" panose="020F0502020204030204" pitchFamily="34" charset="0"/>
            </a:endParaRP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API Management</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Logic Apps</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Service Bus (optional, event driven processing)</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AI Studio (Agentic Workflows)</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OpenAI (GPT 4 / GPT 4o)</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Functions (HTML sanitization &amp; validation)</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Blob Storage</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Cosmos DB / Azure SQL Database</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DevOps / GitHub (optional version control)</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ML.NET</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Machine Learning (optional for lifecycle management)</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Translator (Cognitive Services)</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OpenAI (context aware translation refinement)</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Communication Services (Email)</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SendGrid on Azure (optional alternative)</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SMTP Gateway (legacy fallback)</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Application Insights</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Monitor</a:t>
            </a:r>
          </a:p>
          <a:p>
            <a:pPr>
              <a:spcBef>
                <a:spcPct val="0"/>
              </a:spcBef>
            </a:pPr>
            <a:r>
              <a:rPr lang="en-US" sz="1200">
                <a:highlight>
                  <a:srgbClr val="FFFF00"/>
                </a:highlight>
                <a:latin typeface="Calibri" panose="020F0502020204030204" pitchFamily="34" charset="0"/>
                <a:ea typeface="Calibri" panose="020F0502020204030204" pitchFamily="34" charset="0"/>
                <a:cs typeface="Calibri" panose="020F0502020204030204" pitchFamily="34" charset="0"/>
              </a:rPr>
              <a:t>• Azure Log Analytics</a:t>
            </a:r>
          </a:p>
        </p:txBody>
      </p:sp>
      <p:sp>
        <p:nvSpPr>
          <p:cNvPr id="3" name="TextBox 2">
            <a:extLst>
              <a:ext uri="{FF2B5EF4-FFF2-40B4-BE49-F238E27FC236}">
                <a16:creationId xmlns:a16="http://schemas.microsoft.com/office/drawing/2014/main" id="{48AB2688-E44C-FC2E-35CC-7DF3AF938B8D}"/>
              </a:ext>
            </a:extLst>
          </p:cNvPr>
          <p:cNvSpPr txBox="1"/>
          <p:nvPr/>
        </p:nvSpPr>
        <p:spPr>
          <a:xfrm>
            <a:off x="182880" y="1656080"/>
            <a:ext cx="6136640" cy="4311053"/>
          </a:xfrm>
          <a:prstGeom prst="rect">
            <a:avLst/>
          </a:prstGeom>
          <a:noFill/>
        </p:spPr>
        <p:txBody>
          <a:bodyPr vert="horz" wrap="square" lIns="90000" tIns="46800" rIns="90000" bIns="46800" rtlCol="0" anchor="t">
            <a:spAutoFit/>
          </a:bodyPr>
          <a:lstStyle/>
          <a:p>
            <a:pPr>
              <a:spcBef>
                <a:spcPct val="0"/>
              </a:spcBef>
            </a:pPr>
            <a:r>
              <a:rPr lang="en-US" sz="1600">
                <a:latin typeface="Calibri" panose="020F0502020204030204" pitchFamily="34" charset="0"/>
                <a:ea typeface="Calibri" panose="020F0502020204030204" pitchFamily="34" charset="0"/>
                <a:cs typeface="Calibri" panose="020F0502020204030204" pitchFamily="34" charset="0"/>
              </a:rPr>
              <a:t>A cloud native, AI orchestrated workflow that dynamically generates, personalizes, translates, </a:t>
            </a:r>
          </a:p>
          <a:p>
            <a:pPr>
              <a:spcBef>
                <a:spcPct val="0"/>
              </a:spcBef>
            </a:pPr>
            <a:r>
              <a:rPr lang="en-US" sz="1600">
                <a:latin typeface="Calibri" panose="020F0502020204030204" pitchFamily="34" charset="0"/>
                <a:ea typeface="Calibri" panose="020F0502020204030204" pitchFamily="34" charset="0"/>
                <a:cs typeface="Calibri" panose="020F0502020204030204" pitchFamily="34" charset="0"/>
              </a:rPr>
              <a:t>validates, and delivers emails while continuously learning and optimizing outcomes.</a:t>
            </a:r>
          </a:p>
          <a:p>
            <a:pPr>
              <a:spcBef>
                <a:spcPct val="0"/>
              </a:spcBef>
            </a:pPr>
            <a:endParaRPr lang="en-US" sz="1400"/>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User initiates an email request via UI, API, or integrated system</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API Management routes the request to Azure Functions</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Agentic AI analyzes intent and decides to generate, fetch, or modify a template</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Template is generated or retrieved and placeholders are defined</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ML.NET applies personalization recommendations (tone, layout, CTA)</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HTML template is auto‑populated with runtime data</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Content is translated if a non‑default language is requested</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Attachments and BCCs are validated and added</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User previews and optionally edits the email</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AI performs final content and validation checks</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Email is sent using Azure Communication Services</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Delivery, engagement, and usage data are logged</a:t>
            </a:r>
          </a:p>
          <a:p>
            <a:pPr marL="342900" indent="-342900">
              <a:spcBef>
                <a:spcPct val="0"/>
              </a:spcBef>
              <a:buFont typeface="+mj-lt"/>
              <a:buAutoNum type="arabicPeriod"/>
            </a:pPr>
            <a:r>
              <a:rPr lang="en-US" sz="1400">
                <a:latin typeface="Calibri" panose="020F0502020204030204" pitchFamily="34" charset="0"/>
                <a:ea typeface="Calibri" panose="020F0502020204030204" pitchFamily="34" charset="0"/>
                <a:cs typeface="Calibri" panose="020F0502020204030204" pitchFamily="34" charset="0"/>
              </a:rPr>
              <a:t>ML models and AI agents learn from feedback to improve future requests</a:t>
            </a:r>
            <a:endParaRPr lang="en-IN" sz="1400" err="1">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57648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a:t>Sequential Diagram - Architecture</a:t>
            </a:r>
          </a:p>
        </p:txBody>
      </p:sp>
      <p:pic>
        <p:nvPicPr>
          <p:cNvPr id="114" name="Picture 113">
            <a:extLst>
              <a:ext uri="{FF2B5EF4-FFF2-40B4-BE49-F238E27FC236}">
                <a16:creationId xmlns:a16="http://schemas.microsoft.com/office/drawing/2014/main" id="{2C6EE7C0-F28F-A212-4C57-2CAB895605BC}"/>
              </a:ext>
            </a:extLst>
          </p:cNvPr>
          <p:cNvPicPr>
            <a:picLocks noChangeAspect="1"/>
          </p:cNvPicPr>
          <p:nvPr/>
        </p:nvPicPr>
        <p:blipFill>
          <a:blip r:embed="rId2"/>
          <a:stretch>
            <a:fillRect/>
          </a:stretch>
        </p:blipFill>
        <p:spPr>
          <a:xfrm>
            <a:off x="102870" y="1303020"/>
            <a:ext cx="11784329" cy="5417820"/>
          </a:xfrm>
          <a:prstGeom prst="rect">
            <a:avLst/>
          </a:prstGeom>
        </p:spPr>
      </p:pic>
    </p:spTree>
    <p:extLst>
      <p:ext uri="{BB962C8B-B14F-4D97-AF65-F5344CB8AC3E}">
        <p14:creationId xmlns:p14="http://schemas.microsoft.com/office/powerpoint/2010/main" val="2946189433"/>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1F2C7C-39F3-40CE-904E-E84BCC0B03BD}">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0A0046D-0765-4685-8521-7D1E34B9A377}">
  <ds:schemaRefs>
    <ds:schemaRef ds:uri="289d593b-f9da-44ad-aeed-35e8c5022e75"/>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Application>Microsoft Office PowerPoint</Application>
  <PresentationFormat>Widescreen</PresentationFormat>
  <Slides>3</Slides>
  <Notes>0</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Capgemini_Bright_2025</vt:lpstr>
      <vt:lpstr>Business Case-Dynamic template creation, multilingual support, smart personalization, and automated email delivery using Azure Agentic AI and ML.NET</vt:lpstr>
      <vt:lpstr>Technical Solution and List of Work flow </vt:lpstr>
      <vt:lpstr>Sequential Diagram - Architecture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revision>1</cp:revision>
  <dcterms:created xsi:type="dcterms:W3CDTF">2026-02-09T11:16:54Z</dcterms:created>
  <dcterms:modified xsi:type="dcterms:W3CDTF">2026-04-01T14:20:29Z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