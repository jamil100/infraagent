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9"/>
  </p:notesMasterIdLst>
  <p:sldIdLst>
    <p:sldId id="263" r:id="rId5"/>
    <p:sldId id="2145706672" r:id="rId6"/>
    <p:sldId id="261" r:id="rId7"/>
    <p:sldId id="2145706671" r:id="rId8"/>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6CDA9B-9B79-4211-BA78-CD3D90E5BD5D}" v="32" dt="2026-04-02T12:57:50.2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112"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gh, Varsha" userId="d59e6500-71d9-463e-ab90-53fa3bd83ecc" providerId="ADAL" clId="{5631743F-8475-4FEC-B42E-AA973EE37E42}"/>
    <pc:docChg chg="undo custSel addSld delSld modSld sldOrd modSection">
      <pc:chgData name="Singh, Varsha" userId="d59e6500-71d9-463e-ab90-53fa3bd83ecc" providerId="ADAL" clId="{5631743F-8475-4FEC-B42E-AA973EE37E42}" dt="2026-04-02T13:03:27.447" v="947" actId="20577"/>
      <pc:docMkLst>
        <pc:docMk/>
      </pc:docMkLst>
      <pc:sldChg chg="del">
        <pc:chgData name="Singh, Varsha" userId="d59e6500-71d9-463e-ab90-53fa3bd83ecc" providerId="ADAL" clId="{5631743F-8475-4FEC-B42E-AA973EE37E42}" dt="2026-04-02T12:01:39.687" v="61" actId="47"/>
        <pc:sldMkLst>
          <pc:docMk/>
          <pc:sldMk cId="631914023" sldId="257"/>
        </pc:sldMkLst>
      </pc:sldChg>
      <pc:sldChg chg="addSp delSp modSp add mod">
        <pc:chgData name="Singh, Varsha" userId="d59e6500-71d9-463e-ab90-53fa3bd83ecc" providerId="ADAL" clId="{5631743F-8475-4FEC-B42E-AA973EE37E42}" dt="2026-04-02T12:30:47.608" v="392" actId="1076"/>
        <pc:sldMkLst>
          <pc:docMk/>
          <pc:sldMk cId="0" sldId="260"/>
        </pc:sldMkLst>
        <pc:spChg chg="mod">
          <ac:chgData name="Singh, Varsha" userId="d59e6500-71d9-463e-ab90-53fa3bd83ecc" providerId="ADAL" clId="{5631743F-8475-4FEC-B42E-AA973EE37E42}" dt="2026-04-02T12:29:33.503" v="329" actId="20578"/>
          <ac:spMkLst>
            <pc:docMk/>
            <pc:sldMk cId="0" sldId="260"/>
            <ac:spMk id="131" creationId="{00000000-0000-0000-0000-000000000000}"/>
          </ac:spMkLst>
        </pc:spChg>
        <pc:spChg chg="add del">
          <ac:chgData name="Singh, Varsha" userId="d59e6500-71d9-463e-ab90-53fa3bd83ecc" providerId="ADAL" clId="{5631743F-8475-4FEC-B42E-AA973EE37E42}" dt="2026-04-02T12:29:37.072" v="330" actId="22"/>
          <ac:spMkLst>
            <pc:docMk/>
            <pc:sldMk cId="0" sldId="260"/>
            <ac:spMk id="134" creationId="{023963C0-220A-EFE4-C098-4F87DADE9229}"/>
          </ac:spMkLst>
        </pc:spChg>
        <pc:spChg chg="add mod">
          <ac:chgData name="Singh, Varsha" userId="d59e6500-71d9-463e-ab90-53fa3bd83ecc" providerId="ADAL" clId="{5631743F-8475-4FEC-B42E-AA973EE37E42}" dt="2026-04-02T12:30:47.608" v="392" actId="1076"/>
          <ac:spMkLst>
            <pc:docMk/>
            <pc:sldMk cId="0" sldId="260"/>
            <ac:spMk id="136" creationId="{EAEE58E8-4197-94F1-EF2D-6C6C9B45CA47}"/>
          </ac:spMkLst>
        </pc:spChg>
      </pc:sldChg>
      <pc:sldChg chg="modSp add del mod ord">
        <pc:chgData name="Singh, Varsha" userId="d59e6500-71d9-463e-ab90-53fa3bd83ecc" providerId="ADAL" clId="{5631743F-8475-4FEC-B42E-AA973EE37E42}" dt="2026-04-02T12:26:35.907" v="326"/>
        <pc:sldMkLst>
          <pc:docMk/>
          <pc:sldMk cId="0" sldId="261"/>
        </pc:sldMkLst>
        <pc:spChg chg="mod">
          <ac:chgData name="Singh, Varsha" userId="d59e6500-71d9-463e-ab90-53fa3bd83ecc" providerId="ADAL" clId="{5631743F-8475-4FEC-B42E-AA973EE37E42}" dt="2026-04-02T12:16:16.300" v="168" actId="14100"/>
          <ac:spMkLst>
            <pc:docMk/>
            <pc:sldMk cId="0" sldId="261"/>
            <ac:spMk id="73" creationId="{00000000-0000-0000-0000-000000000000}"/>
          </ac:spMkLst>
        </pc:spChg>
      </pc:sldChg>
      <pc:sldChg chg="modSp add del mod">
        <pc:chgData name="Singh, Varsha" userId="d59e6500-71d9-463e-ab90-53fa3bd83ecc" providerId="ADAL" clId="{5631743F-8475-4FEC-B42E-AA973EE37E42}" dt="2026-04-02T12:16:46.847" v="175" actId="47"/>
        <pc:sldMkLst>
          <pc:docMk/>
          <pc:sldMk cId="4141162053" sldId="263"/>
        </pc:sldMkLst>
        <pc:spChg chg="mod">
          <ac:chgData name="Singh, Varsha" userId="d59e6500-71d9-463e-ab90-53fa3bd83ecc" providerId="ADAL" clId="{5631743F-8475-4FEC-B42E-AA973EE37E42}" dt="2026-04-02T12:00:59.730" v="57" actId="20577"/>
          <ac:spMkLst>
            <pc:docMk/>
            <pc:sldMk cId="4141162053" sldId="263"/>
            <ac:spMk id="2" creationId="{4E9764E8-7761-31B1-E437-C6F787F111FF}"/>
          </ac:spMkLst>
        </pc:spChg>
        <pc:spChg chg="mod">
          <ac:chgData name="Singh, Varsha" userId="d59e6500-71d9-463e-ab90-53fa3bd83ecc" providerId="ADAL" clId="{5631743F-8475-4FEC-B42E-AA973EE37E42}" dt="2026-04-02T12:01:15.593" v="58"/>
          <ac:spMkLst>
            <pc:docMk/>
            <pc:sldMk cId="4141162053" sldId="263"/>
            <ac:spMk id="6" creationId="{67CB6521-14F4-C31A-4CF6-5FF8C0B24811}"/>
          </ac:spMkLst>
        </pc:spChg>
        <pc:spChg chg="mod">
          <ac:chgData name="Singh, Varsha" userId="d59e6500-71d9-463e-ab90-53fa3bd83ecc" providerId="ADAL" clId="{5631743F-8475-4FEC-B42E-AA973EE37E42}" dt="2026-04-02T12:01:15.593" v="58"/>
          <ac:spMkLst>
            <pc:docMk/>
            <pc:sldMk cId="4141162053" sldId="263"/>
            <ac:spMk id="8" creationId="{CB07AE31-E2C9-1EF9-EBD4-F9A34BAB7ECE}"/>
          </ac:spMkLst>
        </pc:spChg>
        <pc:spChg chg="mod">
          <ac:chgData name="Singh, Varsha" userId="d59e6500-71d9-463e-ab90-53fa3bd83ecc" providerId="ADAL" clId="{5631743F-8475-4FEC-B42E-AA973EE37E42}" dt="2026-04-02T12:00:22.432" v="30" actId="20577"/>
          <ac:spMkLst>
            <pc:docMk/>
            <pc:sldMk cId="4141162053" sldId="263"/>
            <ac:spMk id="14" creationId="{D34C0E58-2B38-D9D4-F6DD-CA95D28EBBB5}"/>
          </ac:spMkLst>
        </pc:spChg>
        <pc:spChg chg="mod">
          <ac:chgData name="Singh, Varsha" userId="d59e6500-71d9-463e-ab90-53fa3bd83ecc" providerId="ADAL" clId="{5631743F-8475-4FEC-B42E-AA973EE37E42}" dt="2026-04-02T12:00:37.020" v="40" actId="20577"/>
          <ac:spMkLst>
            <pc:docMk/>
            <pc:sldMk cId="4141162053" sldId="263"/>
            <ac:spMk id="17" creationId="{67809C81-A2BB-0053-E829-1A7A06436F06}"/>
          </ac:spMkLst>
        </pc:spChg>
      </pc:sldChg>
      <pc:sldChg chg="del">
        <pc:chgData name="Singh, Varsha" userId="d59e6500-71d9-463e-ab90-53fa3bd83ecc" providerId="ADAL" clId="{5631743F-8475-4FEC-B42E-AA973EE37E42}" dt="2026-04-02T12:01:32.292" v="60" actId="47"/>
        <pc:sldMkLst>
          <pc:docMk/>
          <pc:sldMk cId="3826729619" sldId="2145706669"/>
        </pc:sldMkLst>
      </pc:sldChg>
      <pc:sldChg chg="del">
        <pc:chgData name="Singh, Varsha" userId="d59e6500-71d9-463e-ab90-53fa3bd83ecc" providerId="ADAL" clId="{5631743F-8475-4FEC-B42E-AA973EE37E42}" dt="2026-04-02T12:01:58.962" v="62" actId="47"/>
        <pc:sldMkLst>
          <pc:docMk/>
          <pc:sldMk cId="2417810418" sldId="2145706670"/>
        </pc:sldMkLst>
      </pc:sldChg>
      <pc:sldChg chg="delSp modSp add del mod">
        <pc:chgData name="Singh, Varsha" userId="d59e6500-71d9-463e-ab90-53fa3bd83ecc" providerId="ADAL" clId="{5631743F-8475-4FEC-B42E-AA973EE37E42}" dt="2026-04-02T12:25:45.975" v="317" actId="20577"/>
        <pc:sldMkLst>
          <pc:docMk/>
          <pc:sldMk cId="175612282" sldId="2145706671"/>
        </pc:sldMkLst>
        <pc:spChg chg="mod">
          <ac:chgData name="Singh, Varsha" userId="d59e6500-71d9-463e-ab90-53fa3bd83ecc" providerId="ADAL" clId="{5631743F-8475-4FEC-B42E-AA973EE37E42}" dt="2026-04-02T12:18:53.273" v="210" actId="207"/>
          <ac:spMkLst>
            <pc:docMk/>
            <pc:sldMk cId="175612282" sldId="2145706671"/>
            <ac:spMk id="2" creationId="{F118180A-08A9-77BB-892B-EAD50ADCB617}"/>
          </ac:spMkLst>
        </pc:spChg>
        <pc:spChg chg="mod">
          <ac:chgData name="Singh, Varsha" userId="d59e6500-71d9-463e-ab90-53fa3bd83ecc" providerId="ADAL" clId="{5631743F-8475-4FEC-B42E-AA973EE37E42}" dt="2026-04-02T12:21:34.006" v="226" actId="12"/>
          <ac:spMkLst>
            <pc:docMk/>
            <pc:sldMk cId="175612282" sldId="2145706671"/>
            <ac:spMk id="6" creationId="{19ACB973-523E-3AA1-CE0B-872221C60628}"/>
          </ac:spMkLst>
        </pc:spChg>
        <pc:spChg chg="mod">
          <ac:chgData name="Singh, Varsha" userId="d59e6500-71d9-463e-ab90-53fa3bd83ecc" providerId="ADAL" clId="{5631743F-8475-4FEC-B42E-AA973EE37E42}" dt="2026-04-02T12:24:48.939" v="280" actId="20577"/>
          <ac:spMkLst>
            <pc:docMk/>
            <pc:sldMk cId="175612282" sldId="2145706671"/>
            <ac:spMk id="36" creationId="{59981193-D36F-B6C9-3844-14C3987E75C1}"/>
          </ac:spMkLst>
        </pc:spChg>
        <pc:spChg chg="mod">
          <ac:chgData name="Singh, Varsha" userId="d59e6500-71d9-463e-ab90-53fa3bd83ecc" providerId="ADAL" clId="{5631743F-8475-4FEC-B42E-AA973EE37E42}" dt="2026-04-02T12:25:24.273" v="312" actId="20577"/>
          <ac:spMkLst>
            <pc:docMk/>
            <pc:sldMk cId="175612282" sldId="2145706671"/>
            <ac:spMk id="37" creationId="{EC0EDD4D-8E6B-9DE9-DEC9-92C5D04342C0}"/>
          </ac:spMkLst>
        </pc:spChg>
        <pc:spChg chg="mod">
          <ac:chgData name="Singh, Varsha" userId="d59e6500-71d9-463e-ab90-53fa3bd83ecc" providerId="ADAL" clId="{5631743F-8475-4FEC-B42E-AA973EE37E42}" dt="2026-04-02T12:21:19.708" v="224" actId="1076"/>
          <ac:spMkLst>
            <pc:docMk/>
            <pc:sldMk cId="175612282" sldId="2145706671"/>
            <ac:spMk id="38" creationId="{9D54CA7C-223C-1D2C-B8AA-225D3FB0FAC9}"/>
          </ac:spMkLst>
        </pc:spChg>
        <pc:spChg chg="mod">
          <ac:chgData name="Singh, Varsha" userId="d59e6500-71d9-463e-ab90-53fa3bd83ecc" providerId="ADAL" clId="{5631743F-8475-4FEC-B42E-AA973EE37E42}" dt="2026-04-02T12:25:45.975" v="317" actId="20577"/>
          <ac:spMkLst>
            <pc:docMk/>
            <pc:sldMk cId="175612282" sldId="2145706671"/>
            <ac:spMk id="49" creationId="{5010B932-93FF-0111-7279-156D13AAE372}"/>
          </ac:spMkLst>
        </pc:spChg>
        <pc:spChg chg="mod">
          <ac:chgData name="Singh, Varsha" userId="d59e6500-71d9-463e-ab90-53fa3bd83ecc" providerId="ADAL" clId="{5631743F-8475-4FEC-B42E-AA973EE37E42}" dt="2026-04-02T12:22:59.143" v="231"/>
          <ac:spMkLst>
            <pc:docMk/>
            <pc:sldMk cId="175612282" sldId="2145706671"/>
            <ac:spMk id="50" creationId="{60B391CE-B096-0695-F075-4735456DC2EF}"/>
          </ac:spMkLst>
        </pc:spChg>
        <pc:spChg chg="mod">
          <ac:chgData name="Singh, Varsha" userId="d59e6500-71d9-463e-ab90-53fa3bd83ecc" providerId="ADAL" clId="{5631743F-8475-4FEC-B42E-AA973EE37E42}" dt="2026-04-02T12:23:48.471" v="249" actId="20577"/>
          <ac:spMkLst>
            <pc:docMk/>
            <pc:sldMk cId="175612282" sldId="2145706671"/>
            <ac:spMk id="53" creationId="{9A210A51-6CD0-F11A-79BE-CEC3C2CA53B3}"/>
          </ac:spMkLst>
        </pc:spChg>
        <pc:spChg chg="del mod">
          <ac:chgData name="Singh, Varsha" userId="d59e6500-71d9-463e-ab90-53fa3bd83ecc" providerId="ADAL" clId="{5631743F-8475-4FEC-B42E-AA973EE37E42}" dt="2026-04-02T12:25:34.049" v="313" actId="478"/>
          <ac:spMkLst>
            <pc:docMk/>
            <pc:sldMk cId="175612282" sldId="2145706671"/>
            <ac:spMk id="55" creationId="{5CE59DD4-C974-1527-7BA5-6F485A8EC6C4}"/>
          </ac:spMkLst>
        </pc:spChg>
      </pc:sldChg>
      <pc:sldChg chg="addSp delSp modSp add del mod">
        <pc:chgData name="Singh, Varsha" userId="d59e6500-71d9-463e-ab90-53fa3bd83ecc" providerId="ADAL" clId="{5631743F-8475-4FEC-B42E-AA973EE37E42}" dt="2026-04-02T12:30:57.995" v="393" actId="47"/>
        <pc:sldMkLst>
          <pc:docMk/>
          <pc:sldMk cId="2946189433" sldId="2145706672"/>
        </pc:sldMkLst>
        <pc:spChg chg="del">
          <ac:chgData name="Singh, Varsha" userId="d59e6500-71d9-463e-ab90-53fa3bd83ecc" providerId="ADAL" clId="{5631743F-8475-4FEC-B42E-AA973EE37E42}" dt="2026-04-02T12:11:17.376" v="66" actId="478"/>
          <ac:spMkLst>
            <pc:docMk/>
            <pc:sldMk cId="2946189433" sldId="2145706672"/>
            <ac:spMk id="7" creationId="{A3EEC7B5-0FCD-0ADC-1F43-07FE4ED31ADE}"/>
          </ac:spMkLst>
        </pc:spChg>
        <pc:spChg chg="mod">
          <ac:chgData name="Singh, Varsha" userId="d59e6500-71d9-463e-ab90-53fa3bd83ecc" providerId="ADAL" clId="{5631743F-8475-4FEC-B42E-AA973EE37E42}" dt="2026-04-02T12:11:14.839" v="65" actId="20577"/>
          <ac:spMkLst>
            <pc:docMk/>
            <pc:sldMk cId="2946189433" sldId="2145706672"/>
            <ac:spMk id="22" creationId="{13EC5845-E663-91BC-63CA-6172E2D472B8}"/>
          </ac:spMkLst>
        </pc:spChg>
        <pc:spChg chg="del mod">
          <ac:chgData name="Singh, Varsha" userId="d59e6500-71d9-463e-ab90-53fa3bd83ecc" providerId="ADAL" clId="{5631743F-8475-4FEC-B42E-AA973EE37E42}" dt="2026-04-02T12:11:12.076" v="64" actId="478"/>
          <ac:spMkLst>
            <pc:docMk/>
            <pc:sldMk cId="2946189433" sldId="2145706672"/>
            <ac:spMk id="87" creationId="{43F10EE4-923E-9475-71EA-FC9B20F3546F}"/>
          </ac:spMkLst>
        </pc:spChg>
        <pc:grpChg chg="add del">
          <ac:chgData name="Singh, Varsha" userId="d59e6500-71d9-463e-ab90-53fa3bd83ecc" providerId="ADAL" clId="{5631743F-8475-4FEC-B42E-AA973EE37E42}" dt="2026-04-02T12:26:24.168" v="321" actId="478"/>
          <ac:grpSpMkLst>
            <pc:docMk/>
            <pc:sldMk cId="2946189433" sldId="2145706672"/>
            <ac:grpSpMk id="12" creationId="{08D3FB90-E2C9-390F-CECD-29175CE53AC0}"/>
          </ac:grpSpMkLst>
        </pc:grpChg>
        <pc:picChg chg="add del">
          <ac:chgData name="Singh, Varsha" userId="d59e6500-71d9-463e-ab90-53fa3bd83ecc" providerId="ADAL" clId="{5631743F-8475-4FEC-B42E-AA973EE37E42}" dt="2026-04-02T12:26:24.558" v="322" actId="478"/>
          <ac:picMkLst>
            <pc:docMk/>
            <pc:sldMk cId="2946189433" sldId="2145706672"/>
            <ac:picMk id="101" creationId="{0021D1A7-7E49-F90D-DB17-2DBDC5DF554F}"/>
          </ac:picMkLst>
        </pc:picChg>
        <pc:cxnChg chg="mod">
          <ac:chgData name="Singh, Varsha" userId="d59e6500-71d9-463e-ab90-53fa3bd83ecc" providerId="ADAL" clId="{5631743F-8475-4FEC-B42E-AA973EE37E42}" dt="2026-04-02T12:11:17.376" v="66" actId="478"/>
          <ac:cxnSpMkLst>
            <pc:docMk/>
            <pc:sldMk cId="2946189433" sldId="2145706672"/>
            <ac:cxnSpMk id="9" creationId="{DD3505B9-BAEE-2C47-4D45-0C7609397EC9}"/>
          </ac:cxnSpMkLst>
        </pc:cxnChg>
      </pc:sldChg>
      <pc:sldChg chg="addSp delSp modSp new mod ord">
        <pc:chgData name="Singh, Varsha" userId="d59e6500-71d9-463e-ab90-53fa3bd83ecc" providerId="ADAL" clId="{5631743F-8475-4FEC-B42E-AA973EE37E42}" dt="2026-04-02T13:03:27.447" v="947" actId="20577"/>
        <pc:sldMkLst>
          <pc:docMk/>
          <pc:sldMk cId="4280171169" sldId="2145706672"/>
        </pc:sldMkLst>
        <pc:spChg chg="mod">
          <ac:chgData name="Singh, Varsha" userId="d59e6500-71d9-463e-ab90-53fa3bd83ecc" providerId="ADAL" clId="{5631743F-8475-4FEC-B42E-AA973EE37E42}" dt="2026-04-02T12:49:41.381" v="530" actId="20577"/>
          <ac:spMkLst>
            <pc:docMk/>
            <pc:sldMk cId="4280171169" sldId="2145706672"/>
            <ac:spMk id="5" creationId="{336BD3FE-1B01-35A6-8C9C-4901A2771E1A}"/>
          </ac:spMkLst>
        </pc:spChg>
        <pc:spChg chg="add del mod">
          <ac:chgData name="Singh, Varsha" userId="d59e6500-71d9-463e-ab90-53fa3bd83ecc" providerId="ADAL" clId="{5631743F-8475-4FEC-B42E-AA973EE37E42}" dt="2026-04-02T12:51:02.305" v="546"/>
          <ac:spMkLst>
            <pc:docMk/>
            <pc:sldMk cId="4280171169" sldId="2145706672"/>
            <ac:spMk id="6" creationId="{F7BC2F88-26CF-05BD-F4B3-677791C5CC20}"/>
          </ac:spMkLst>
        </pc:spChg>
        <pc:spChg chg="add mod">
          <ac:chgData name="Singh, Varsha" userId="d59e6500-71d9-463e-ab90-53fa3bd83ecc" providerId="ADAL" clId="{5631743F-8475-4FEC-B42E-AA973EE37E42}" dt="2026-04-02T12:54:44.899" v="601" actId="20577"/>
          <ac:spMkLst>
            <pc:docMk/>
            <pc:sldMk cId="4280171169" sldId="2145706672"/>
            <ac:spMk id="7" creationId="{34A11B65-4F59-8757-5151-B6371A3AD0A1}"/>
          </ac:spMkLst>
        </pc:spChg>
        <pc:spChg chg="add del mod">
          <ac:chgData name="Singh, Varsha" userId="d59e6500-71d9-463e-ab90-53fa3bd83ecc" providerId="ADAL" clId="{5631743F-8475-4FEC-B42E-AA973EE37E42}" dt="2026-04-02T12:59:42.839" v="702"/>
          <ac:spMkLst>
            <pc:docMk/>
            <pc:sldMk cId="4280171169" sldId="2145706672"/>
            <ac:spMk id="8" creationId="{EDC4983F-4F2F-3701-4087-21CFEBEB9BF8}"/>
          </ac:spMkLst>
        </pc:spChg>
        <pc:spChg chg="add mod">
          <ac:chgData name="Singh, Varsha" userId="d59e6500-71d9-463e-ab90-53fa3bd83ecc" providerId="ADAL" clId="{5631743F-8475-4FEC-B42E-AA973EE37E42}" dt="2026-04-02T13:03:27.447" v="947" actId="20577"/>
          <ac:spMkLst>
            <pc:docMk/>
            <pc:sldMk cId="4280171169" sldId="2145706672"/>
            <ac:spMk id="9" creationId="{83ABBD03-CE9D-CE06-D2B4-C487CFA1DC28}"/>
          </ac:spMkLst>
        </pc:spChg>
      </pc:sldChg>
      <pc:sldChg chg="new del">
        <pc:chgData name="Singh, Varsha" userId="d59e6500-71d9-463e-ab90-53fa3bd83ecc" providerId="ADAL" clId="{5631743F-8475-4FEC-B42E-AA973EE37E42}" dt="2026-04-02T12:42:52.909" v="396" actId="47"/>
        <pc:sldMkLst>
          <pc:docMk/>
          <pc:sldMk cId="4292938872" sldId="2145706672"/>
        </pc:sldMkLst>
      </pc:sldChg>
      <pc:sldChg chg="addSp delSp modSp new del mod modClrScheme chgLayout">
        <pc:chgData name="Singh, Varsha" userId="d59e6500-71d9-463e-ab90-53fa3bd83ecc" providerId="ADAL" clId="{5631743F-8475-4FEC-B42E-AA973EE37E42}" dt="2026-04-02T12:48:42.900" v="486" actId="47"/>
        <pc:sldMkLst>
          <pc:docMk/>
          <pc:sldMk cId="836236242" sldId="2145706673"/>
        </pc:sldMkLst>
        <pc:spChg chg="mod ord">
          <ac:chgData name="Singh, Varsha" userId="d59e6500-71d9-463e-ab90-53fa3bd83ecc" providerId="ADAL" clId="{5631743F-8475-4FEC-B42E-AA973EE37E42}" dt="2026-04-02T12:47:28.853" v="476" actId="700"/>
          <ac:spMkLst>
            <pc:docMk/>
            <pc:sldMk cId="836236242" sldId="2145706673"/>
            <ac:spMk id="2" creationId="{7BDF370D-D89E-4651-99EF-F588B4C7B5DC}"/>
          </ac:spMkLst>
        </pc:spChg>
        <pc:spChg chg="mod ord">
          <ac:chgData name="Singh, Varsha" userId="d59e6500-71d9-463e-ab90-53fa3bd83ecc" providerId="ADAL" clId="{5631743F-8475-4FEC-B42E-AA973EE37E42}" dt="2026-04-02T12:47:28.853" v="476" actId="700"/>
          <ac:spMkLst>
            <pc:docMk/>
            <pc:sldMk cId="836236242" sldId="2145706673"/>
            <ac:spMk id="3" creationId="{DBEDE370-9F07-C935-0EAE-C95831EBAB3F}"/>
          </ac:spMkLst>
        </pc:spChg>
        <pc:spChg chg="mod ord">
          <ac:chgData name="Singh, Varsha" userId="d59e6500-71d9-463e-ab90-53fa3bd83ecc" providerId="ADAL" clId="{5631743F-8475-4FEC-B42E-AA973EE37E42}" dt="2026-04-02T12:47:28.853" v="476" actId="700"/>
          <ac:spMkLst>
            <pc:docMk/>
            <pc:sldMk cId="836236242" sldId="2145706673"/>
            <ac:spMk id="4" creationId="{38E3DBDE-D73B-3638-FB94-1388A7104802}"/>
          </ac:spMkLst>
        </pc:spChg>
        <pc:spChg chg="del mod ord">
          <ac:chgData name="Singh, Varsha" userId="d59e6500-71d9-463e-ab90-53fa3bd83ecc" providerId="ADAL" clId="{5631743F-8475-4FEC-B42E-AA973EE37E42}" dt="2026-04-02T12:48:09.480" v="480" actId="478"/>
          <ac:spMkLst>
            <pc:docMk/>
            <pc:sldMk cId="836236242" sldId="2145706673"/>
            <ac:spMk id="5" creationId="{79CACC3A-D95B-EF1F-0CFB-E3178B93E9A0}"/>
          </ac:spMkLst>
        </pc:spChg>
        <pc:spChg chg="add del mod">
          <ac:chgData name="Singh, Varsha" userId="d59e6500-71d9-463e-ab90-53fa3bd83ecc" providerId="ADAL" clId="{5631743F-8475-4FEC-B42E-AA973EE37E42}" dt="2026-04-02T12:46:56.371" v="474" actId="47"/>
          <ac:spMkLst>
            <pc:docMk/>
            <pc:sldMk cId="836236242" sldId="2145706673"/>
            <ac:spMk id="6" creationId="{85B43596-DE54-EEB0-81EF-E38C438A9F93}"/>
          </ac:spMkLst>
        </pc:spChg>
        <pc:spChg chg="add mod">
          <ac:chgData name="Singh, Varsha" userId="d59e6500-71d9-463e-ab90-53fa3bd83ecc" providerId="ADAL" clId="{5631743F-8475-4FEC-B42E-AA973EE37E42}" dt="2026-04-02T12:47:00.251" v="475"/>
          <ac:spMkLst>
            <pc:docMk/>
            <pc:sldMk cId="836236242" sldId="2145706673"/>
            <ac:spMk id="7" creationId="{A7A32808-7D21-CBE2-26FF-4A1D343DB883}"/>
          </ac:spMkLst>
        </pc:spChg>
        <pc:spChg chg="add mod ord">
          <ac:chgData name="Singh, Varsha" userId="d59e6500-71d9-463e-ab90-53fa3bd83ecc" providerId="ADAL" clId="{5631743F-8475-4FEC-B42E-AA973EE37E42}" dt="2026-04-02T12:48:01.927" v="478" actId="255"/>
          <ac:spMkLst>
            <pc:docMk/>
            <pc:sldMk cId="836236242" sldId="2145706673"/>
            <ac:spMk id="8" creationId="{1861E2D6-408B-9DDC-8B19-39D36062ECFC}"/>
          </ac:spMkLst>
        </pc:spChg>
        <pc:spChg chg="add del mod ord">
          <ac:chgData name="Singh, Varsha" userId="d59e6500-71d9-463e-ab90-53fa3bd83ecc" providerId="ADAL" clId="{5631743F-8475-4FEC-B42E-AA973EE37E42}" dt="2026-04-02T12:48:14.817" v="481" actId="478"/>
          <ac:spMkLst>
            <pc:docMk/>
            <pc:sldMk cId="836236242" sldId="2145706673"/>
            <ac:spMk id="9" creationId="{6991E8D4-7DD3-69A2-733B-C2C1928C5C75}"/>
          </ac:spMkLst>
        </pc:spChg>
        <pc:spChg chg="add mod ord">
          <ac:chgData name="Singh, Varsha" userId="d59e6500-71d9-463e-ab90-53fa3bd83ecc" providerId="ADAL" clId="{5631743F-8475-4FEC-B42E-AA973EE37E42}" dt="2026-04-02T12:48:23.596" v="483" actId="14100"/>
          <ac:spMkLst>
            <pc:docMk/>
            <pc:sldMk cId="836236242" sldId="2145706673"/>
            <ac:spMk id="10" creationId="{563CA267-BCB7-E719-616A-5858E690C3D9}"/>
          </ac:spMkLst>
        </pc:spChg>
        <pc:spChg chg="add del mod ord">
          <ac:chgData name="Singh, Varsha" userId="d59e6500-71d9-463e-ab90-53fa3bd83ecc" providerId="ADAL" clId="{5631743F-8475-4FEC-B42E-AA973EE37E42}" dt="2026-04-02T12:48:18.352" v="482" actId="478"/>
          <ac:spMkLst>
            <pc:docMk/>
            <pc:sldMk cId="836236242" sldId="2145706673"/>
            <ac:spMk id="11" creationId="{3EF93FCE-CB99-31C5-41A1-6564E344C0E2}"/>
          </ac:spMkLst>
        </pc:spChg>
        <pc:spChg chg="add del mod ord">
          <ac:chgData name="Singh, Varsha" userId="d59e6500-71d9-463e-ab90-53fa3bd83ecc" providerId="ADAL" clId="{5631743F-8475-4FEC-B42E-AA973EE37E42}" dt="2026-04-02T12:48:39.659" v="485" actId="478"/>
          <ac:spMkLst>
            <pc:docMk/>
            <pc:sldMk cId="836236242" sldId="2145706673"/>
            <ac:spMk id="12" creationId="{D3870A4C-5A09-54EC-E728-23F741FAA669}"/>
          </ac:spMkLst>
        </pc:spChg>
      </pc:sldChg>
      <pc:sldChg chg="add del">
        <pc:chgData name="Singh, Varsha" userId="d59e6500-71d9-463e-ab90-53fa3bd83ecc" providerId="ADAL" clId="{5631743F-8475-4FEC-B42E-AA973EE37E42}" dt="2026-04-02T12:26:27.738" v="324" actId="47"/>
        <pc:sldMkLst>
          <pc:docMk/>
          <pc:sldMk cId="3657648834" sldId="2145706673"/>
        </pc:sldMkLst>
      </pc:sldChg>
      <pc:sldChg chg="addSp delSp modSp new add del mod">
        <pc:chgData name="Singh, Varsha" userId="d59e6500-71d9-463e-ab90-53fa3bd83ecc" providerId="ADAL" clId="{5631743F-8475-4FEC-B42E-AA973EE37E42}" dt="2026-04-02T12:16:51.214" v="181" actId="47"/>
        <pc:sldMkLst>
          <pc:docMk/>
          <pc:sldMk cId="992343850" sldId="2145706674"/>
        </pc:sldMkLst>
        <pc:spChg chg="mod">
          <ac:chgData name="Singh, Varsha" userId="d59e6500-71d9-463e-ab90-53fa3bd83ecc" providerId="ADAL" clId="{5631743F-8475-4FEC-B42E-AA973EE37E42}" dt="2026-04-02T12:12:13.686" v="102" actId="20577"/>
          <ac:spMkLst>
            <pc:docMk/>
            <pc:sldMk cId="992343850" sldId="2145706674"/>
            <ac:spMk id="5" creationId="{A22BBF06-197C-6B79-FB7B-A95F8678FE6C}"/>
          </ac:spMkLst>
        </pc:spChg>
        <pc:spChg chg="add del mod">
          <ac:chgData name="Singh, Varsha" userId="d59e6500-71d9-463e-ab90-53fa3bd83ecc" providerId="ADAL" clId="{5631743F-8475-4FEC-B42E-AA973EE37E42}" dt="2026-04-02T12:12:45.158" v="105" actId="478"/>
          <ac:spMkLst>
            <pc:docMk/>
            <pc:sldMk cId="992343850" sldId="2145706674"/>
            <ac:spMk id="6" creationId="{E5B4C0E7-3ED3-4F2C-2234-2922DFFD6BE5}"/>
          </ac:spMkLst>
        </pc:spChg>
      </pc:sldChg>
      <pc:sldChg chg="del">
        <pc:chgData name="Singh, Varsha" userId="d59e6500-71d9-463e-ab90-53fa3bd83ecc" providerId="ADAL" clId="{5631743F-8475-4FEC-B42E-AA973EE37E42}" dt="2026-04-02T12:01:29.250" v="59" actId="47"/>
        <pc:sldMkLst>
          <pc:docMk/>
          <pc:sldMk cId="3992483486" sldId="2145706676"/>
        </pc:sldMkLst>
      </pc:sldChg>
      <pc:sldMasterChg chg="addSldLayout delSldLayout">
        <pc:chgData name="Singh, Varsha" userId="d59e6500-71d9-463e-ab90-53fa3bd83ecc" providerId="ADAL" clId="{5631743F-8475-4FEC-B42E-AA973EE37E42}" dt="2026-04-02T12:16:48.091" v="179" actId="47"/>
        <pc:sldMasterMkLst>
          <pc:docMk/>
          <pc:sldMasterMk cId="164125630" sldId="2147483810"/>
        </pc:sldMasterMkLst>
        <pc:sldLayoutChg chg="del">
          <pc:chgData name="Singh, Varsha" userId="d59e6500-71d9-463e-ab90-53fa3bd83ecc" providerId="ADAL" clId="{5631743F-8475-4FEC-B42E-AA973EE37E42}" dt="2026-04-02T12:01:39.687" v="61" actId="47"/>
          <pc:sldLayoutMkLst>
            <pc:docMk/>
            <pc:sldMasterMk cId="164125630" sldId="2147483810"/>
            <pc:sldLayoutMk cId="2076939046" sldId="2147484009"/>
          </pc:sldLayoutMkLst>
        </pc:sldLayoutChg>
        <pc:sldLayoutChg chg="add del">
          <pc:chgData name="Singh, Varsha" userId="d59e6500-71d9-463e-ab90-53fa3bd83ecc" providerId="ADAL" clId="{5631743F-8475-4FEC-B42E-AA973EE37E42}" dt="2026-04-02T12:16:48.091" v="179" actId="47"/>
          <pc:sldLayoutMkLst>
            <pc:docMk/>
            <pc:sldMasterMk cId="164125630" sldId="2147483810"/>
            <pc:sldLayoutMk cId="3652372582" sldId="2147484009"/>
          </pc:sldLayoutMkLst>
        </pc:sldLayoutChg>
      </pc:sldMasterChg>
    </pc:docChg>
  </pc:docChgLst>
  <pc:docChgLst>
    <pc:chgData name="KUMAR, NIRAV" userId="feec5eeb-6631-40b2-8dc9-63ba0dc817e5" providerId="ADAL" clId="{1737878C-1D9A-4110-8B2F-4FF76B109D9D}"/>
    <pc:docChg chg="undo custSel addSld delSld modSld addSection delSection modSection">
      <pc:chgData name="KUMAR, NIRAV" userId="feec5eeb-6631-40b2-8dc9-63ba0dc817e5" providerId="ADAL" clId="{1737878C-1D9A-4110-8B2F-4FF76B109D9D}" dt="2026-04-02T17:51:48.342" v="41" actId="17853"/>
      <pc:docMkLst>
        <pc:docMk/>
      </pc:docMkLst>
      <pc:sldChg chg="del">
        <pc:chgData name="KUMAR, NIRAV" userId="feec5eeb-6631-40b2-8dc9-63ba0dc817e5" providerId="ADAL" clId="{1737878C-1D9A-4110-8B2F-4FF76B109D9D}" dt="2026-04-02T17:49:06.023" v="36" actId="47"/>
        <pc:sldMkLst>
          <pc:docMk/>
          <pc:sldMk cId="0" sldId="260"/>
        </pc:sldMkLst>
      </pc:sldChg>
      <pc:sldChg chg="modSp mod">
        <pc:chgData name="KUMAR, NIRAV" userId="feec5eeb-6631-40b2-8dc9-63ba0dc817e5" providerId="ADAL" clId="{1737878C-1D9A-4110-8B2F-4FF76B109D9D}" dt="2026-04-02T17:44:45.747" v="2" actId="6549"/>
        <pc:sldMkLst>
          <pc:docMk/>
          <pc:sldMk cId="4141162053" sldId="263"/>
        </pc:sldMkLst>
        <pc:spChg chg="mod">
          <ac:chgData name="KUMAR, NIRAV" userId="feec5eeb-6631-40b2-8dc9-63ba0dc817e5" providerId="ADAL" clId="{1737878C-1D9A-4110-8B2F-4FF76B109D9D}" dt="2026-04-02T17:44:45.747" v="2" actId="6549"/>
          <ac:spMkLst>
            <pc:docMk/>
            <pc:sldMk cId="4141162053" sldId="263"/>
            <ac:spMk id="2" creationId="{4E9764E8-7761-31B1-E437-C6F787F111FF}"/>
          </ac:spMkLst>
        </pc:spChg>
      </pc:sldChg>
      <pc:sldChg chg="add del">
        <pc:chgData name="KUMAR, NIRAV" userId="feec5eeb-6631-40b2-8dc9-63ba0dc817e5" providerId="ADAL" clId="{1737878C-1D9A-4110-8B2F-4FF76B109D9D}" dt="2026-04-02T17:51:34.571" v="40" actId="47"/>
        <pc:sldMkLst>
          <pc:docMk/>
          <pc:sldMk cId="175612282" sldId="2145706671"/>
        </pc:sldMkLst>
      </pc:sldChg>
      <pc:sldChg chg="modSp mod">
        <pc:chgData name="KUMAR, NIRAV" userId="feec5eeb-6631-40b2-8dc9-63ba0dc817e5" providerId="ADAL" clId="{1737878C-1D9A-4110-8B2F-4FF76B109D9D}" dt="2026-04-02T17:48:18.226" v="35" actId="14100"/>
        <pc:sldMkLst>
          <pc:docMk/>
          <pc:sldMk cId="4280171169" sldId="2145706672"/>
        </pc:sldMkLst>
        <pc:spChg chg="mod">
          <ac:chgData name="KUMAR, NIRAV" userId="feec5eeb-6631-40b2-8dc9-63ba0dc817e5" providerId="ADAL" clId="{1737878C-1D9A-4110-8B2F-4FF76B109D9D}" dt="2026-04-02T17:48:18.226" v="35" actId="14100"/>
          <ac:spMkLst>
            <pc:docMk/>
            <pc:sldMk cId="4280171169" sldId="2145706672"/>
            <ac:spMk id="9" creationId="{83ABBD03-CE9D-CE06-D2B4-C487CFA1DC2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04/02/2026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B1FBD7-F02D-4C4F-915F-35E35DACACBF}" type="slidenum">
              <a:rPr lang="en-PL" smtClean="0"/>
              <a:t>4</a:t>
            </a:fld>
            <a:endParaRPr lang="en-PL"/>
          </a:p>
        </p:txBody>
      </p:sp>
    </p:spTree>
    <p:extLst>
      <p:ext uri="{BB962C8B-B14F-4D97-AF65-F5344CB8AC3E}">
        <p14:creationId xmlns:p14="http://schemas.microsoft.com/office/powerpoint/2010/main" val="3230678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7AB397"/>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65237258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34.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5" Type="http://schemas.openxmlformats.org/officeDocument/2006/relationships/image" Target="../media/image2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8142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511658" y="838948"/>
            <a:ext cx="2062380" cy="314970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b="1" dirty="0">
                <a:solidFill>
                  <a:schemeClr val="tx1"/>
                </a:solidFill>
              </a:rPr>
              <a:t>- 40-50% Reduction</a:t>
            </a:r>
          </a:p>
          <a:p>
            <a:r>
              <a:rPr lang="en-US" sz="1000" dirty="0">
                <a:solidFill>
                  <a:schemeClr val="tx1"/>
                </a:solidFill>
              </a:rPr>
              <a:t>in decision-making time</a:t>
            </a:r>
          </a:p>
          <a:p>
            <a:r>
              <a:rPr lang="en-US" sz="1000" dirty="0">
                <a:solidFill>
                  <a:schemeClr val="tx1"/>
                </a:solidFill>
              </a:rPr>
              <a:t>-</a:t>
            </a:r>
            <a:r>
              <a:rPr lang="en-US" sz="1000" b="1" dirty="0">
                <a:solidFill>
                  <a:schemeClr val="tx1"/>
                </a:solidFill>
              </a:rPr>
              <a:t>25-35% Cost Savings </a:t>
            </a:r>
            <a:r>
              <a:rPr lang="en-US" sz="1000" dirty="0">
                <a:solidFill>
                  <a:schemeClr val="tx1"/>
                </a:solidFill>
              </a:rPr>
              <a:t>vs traditional advisory services</a:t>
            </a:r>
          </a:p>
          <a:p>
            <a:r>
              <a:rPr lang="en-US" sz="1000" dirty="0">
                <a:solidFill>
                  <a:schemeClr val="tx1"/>
                </a:solidFill>
              </a:rPr>
              <a:t>- </a:t>
            </a:r>
            <a:r>
              <a:rPr lang="en-US" sz="1000" b="1" dirty="0">
                <a:solidFill>
                  <a:schemeClr val="tx1"/>
                </a:solidFill>
              </a:rPr>
              <a:t>60-70% Improvement</a:t>
            </a:r>
            <a:r>
              <a:rPr lang="en-US" sz="1000" dirty="0">
                <a:solidFill>
                  <a:schemeClr val="tx1"/>
                </a:solidFill>
              </a:rPr>
              <a:t> in recommendation accuracy</a:t>
            </a:r>
          </a:p>
          <a:p>
            <a:r>
              <a:rPr lang="en-US" sz="1000" dirty="0">
                <a:solidFill>
                  <a:schemeClr val="tx1"/>
                </a:solidFill>
              </a:rPr>
              <a:t>- </a:t>
            </a:r>
            <a:r>
              <a:rPr lang="en-US" sz="1000" b="1" dirty="0">
                <a:solidFill>
                  <a:schemeClr val="tx1"/>
                </a:solidFill>
              </a:rPr>
              <a:t>80%+ User Satisfaction</a:t>
            </a:r>
            <a:r>
              <a:rPr lang="en-US" sz="1000" dirty="0">
                <a:solidFill>
                  <a:schemeClr val="tx1"/>
                </a:solidFill>
              </a:rPr>
              <a:t> with personalized advice</a:t>
            </a:r>
          </a:p>
          <a:p>
            <a:r>
              <a:rPr lang="en-US" sz="1000" dirty="0">
                <a:solidFill>
                  <a:schemeClr val="tx1"/>
                </a:solidFill>
              </a:rPr>
              <a:t>- </a:t>
            </a:r>
            <a:r>
              <a:rPr lang="en-US" sz="1000" b="1" dirty="0">
                <a:solidFill>
                  <a:schemeClr val="tx1"/>
                </a:solidFill>
              </a:rPr>
              <a:t>3x Faster </a:t>
            </a:r>
            <a:r>
              <a:rPr lang="en-US" sz="1000" dirty="0">
                <a:solidFill>
                  <a:schemeClr val="tx1"/>
                </a:solidFill>
              </a:rPr>
              <a:t>portfolio analysis and optimization</a:t>
            </a: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361769" y="4006994"/>
            <a:ext cx="4210525" cy="236292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b="1" dirty="0"/>
              <a:t>*</a:t>
            </a:r>
          </a:p>
          <a:p>
            <a:endParaRPr lang="en-US" sz="1000" b="1" dirty="0">
              <a:solidFill>
                <a:schemeClr val="tx1"/>
              </a:solidFill>
            </a:endParaRPr>
          </a:p>
          <a:p>
            <a:endParaRPr lang="en-US" sz="1000" b="1" dirty="0">
              <a:solidFill>
                <a:schemeClr val="tx1"/>
              </a:solidFill>
            </a:endParaRPr>
          </a:p>
          <a:p>
            <a:r>
              <a:rPr lang="en-US" sz="1000" b="1" dirty="0">
                <a:solidFill>
                  <a:schemeClr val="tx1"/>
                </a:solidFill>
              </a:rPr>
              <a:t>Retail Investors:</a:t>
            </a:r>
            <a:r>
              <a:rPr lang="en-US" sz="1000" dirty="0">
                <a:solidFill>
                  <a:schemeClr val="tx1"/>
                </a:solidFill>
              </a:rPr>
              <a:t> Individual investors seeking unbiased, affordable financial advice</a:t>
            </a:r>
          </a:p>
          <a:p>
            <a:r>
              <a:rPr lang="en-US" sz="1000" dirty="0">
                <a:solidFill>
                  <a:schemeClr val="tx1"/>
                </a:solidFill>
              </a:rPr>
              <a:t>- </a:t>
            </a:r>
            <a:r>
              <a:rPr lang="en-US" sz="1000" b="1" dirty="0">
                <a:solidFill>
                  <a:schemeClr val="tx1"/>
                </a:solidFill>
              </a:rPr>
              <a:t>Financial Advisors:</a:t>
            </a:r>
            <a:r>
              <a:rPr lang="en-US" sz="1000" dirty="0">
                <a:solidFill>
                  <a:schemeClr val="tx1"/>
                </a:solidFill>
              </a:rPr>
              <a:t> Professionals using AI to augment their advisory services</a:t>
            </a:r>
          </a:p>
          <a:p>
            <a:r>
              <a:rPr lang="en-US" sz="1000" dirty="0">
                <a:solidFill>
                  <a:schemeClr val="tx1"/>
                </a:solidFill>
              </a:rPr>
              <a:t>- </a:t>
            </a:r>
            <a:r>
              <a:rPr lang="en-US" sz="1000" b="1" dirty="0">
                <a:solidFill>
                  <a:schemeClr val="tx1"/>
                </a:solidFill>
              </a:rPr>
              <a:t>Wealth Management Firms:</a:t>
            </a:r>
            <a:r>
              <a:rPr lang="en-US" sz="1000" dirty="0">
                <a:solidFill>
                  <a:schemeClr val="tx1"/>
                </a:solidFill>
              </a:rPr>
              <a:t> Enterprises looking to scale advisory services</a:t>
            </a: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49250" y="4870700"/>
            <a:ext cx="3474715" cy="1747612"/>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000" dirty="0">
                <a:solidFill>
                  <a:schemeClr val="tx1"/>
                </a:solidFill>
              </a:rPr>
              <a:t>An AI-powered multi-agent system that accepts natural language queries from investors and orchestrates specialized agents (Research, Fundamental Analysis, Technical Analysis, Risk Assessment, News Sentiment) to deliver comprehensive, personalized stock/mutual fund recommendations. The solution combines real-time market data, historical performance analysis, and user risk profiles to generate actionable insights with transparent reasoning and regulatory compliance.</a:t>
            </a: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784080" y="668541"/>
            <a:ext cx="1487436" cy="263791"/>
          </a:xfrm>
          <a:prstGeom prst="rect">
            <a:avLst/>
          </a:prstGeom>
          <a:noFill/>
        </p:spPr>
        <p:txBody>
          <a:bodyPr vert="horz" wrap="square" lIns="90000" tIns="46800" rIns="90000" bIns="46800" rtlCol="0" anchor="ctr">
            <a:spAutoFit/>
          </a:bodyPr>
          <a:lstStyle/>
          <a:p>
            <a:pPr algn="l">
              <a:spcBef>
                <a:spcPct val="0"/>
              </a:spcBef>
            </a:pPr>
            <a:r>
              <a:rPr lang="en-US" sz="1100" dirty="0"/>
              <a:t>KPIs Impacted</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dirty="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7496" y="4888416"/>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88550" y="4533414"/>
            <a:ext cx="1737360" cy="355002"/>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dirty="0"/>
              <a:t>Stakeholders</a:t>
            </a:r>
          </a:p>
        </p:txBody>
      </p:sp>
      <p:sp>
        <p:nvSpPr>
          <p:cNvPr id="3" name="TextBox 2">
            <a:extLst>
              <a:ext uri="{FF2B5EF4-FFF2-40B4-BE49-F238E27FC236}">
                <a16:creationId xmlns:a16="http://schemas.microsoft.com/office/drawing/2014/main" id="{24922FAE-5875-4458-D774-D48AED43DDDB}"/>
              </a:ext>
            </a:extLst>
          </p:cNvPr>
          <p:cNvSpPr txBox="1"/>
          <p:nvPr/>
        </p:nvSpPr>
        <p:spPr>
          <a:xfrm>
            <a:off x="273990" y="1792249"/>
            <a:ext cx="3203220" cy="1202510"/>
          </a:xfrm>
          <a:prstGeom prst="rect">
            <a:avLst/>
          </a:prstGeom>
          <a:noFill/>
        </p:spPr>
        <p:txBody>
          <a:bodyPr vert="horz" wrap="square" lIns="90000" tIns="46800" rIns="90000" bIns="46800" rtlCol="0" anchor="ctr">
            <a:spAutoFit/>
          </a:bodyPr>
          <a:lstStyle/>
          <a:p>
            <a:pPr>
              <a:spcBef>
                <a:spcPct val="0"/>
              </a:spcBef>
            </a:pPr>
            <a:r>
              <a:rPr lang="en-US" dirty="0">
                <a:solidFill>
                  <a:schemeClr val="accent1">
                    <a:lumMod val="20000"/>
                    <a:lumOff val="80000"/>
                  </a:schemeClr>
                </a:solidFill>
              </a:rPr>
              <a:t>Personalized Financial Advisor for Mutual Funds / Stocks using Large Language Model (LLM)</a:t>
            </a:r>
            <a:endParaRPr lang="en-IE" sz="1400" dirty="0">
              <a:solidFill>
                <a:schemeClr val="accent1">
                  <a:lumMod val="20000"/>
                  <a:lumOff val="80000"/>
                </a:schemeClr>
              </a:solidFill>
            </a:endParaRPr>
          </a:p>
        </p:txBody>
      </p:sp>
      <p:sp>
        <p:nvSpPr>
          <p:cNvPr id="6" name="TextBox 5">
            <a:extLst>
              <a:ext uri="{FF2B5EF4-FFF2-40B4-BE49-F238E27FC236}">
                <a16:creationId xmlns:a16="http://schemas.microsoft.com/office/drawing/2014/main" id="{67CB6521-14F4-C31A-4CF6-5FF8C0B24811}"/>
              </a:ext>
            </a:extLst>
          </p:cNvPr>
          <p:cNvSpPr txBox="1"/>
          <p:nvPr/>
        </p:nvSpPr>
        <p:spPr>
          <a:xfrm>
            <a:off x="3550987" y="1037936"/>
            <a:ext cx="2595482" cy="2248950"/>
          </a:xfrm>
          <a:prstGeom prst="rect">
            <a:avLst/>
          </a:prstGeom>
          <a:noFill/>
        </p:spPr>
        <p:txBody>
          <a:bodyPr vert="horz" wrap="square" lIns="90000" tIns="46800" rIns="90000" bIns="46800" rtlCol="0" anchor="ctr">
            <a:spAutoFit/>
          </a:bodyPr>
          <a:lstStyle/>
          <a:p>
            <a:r>
              <a:rPr lang="en-US" sz="1000" dirty="0"/>
              <a:t> </a:t>
            </a:r>
            <a:r>
              <a:rPr lang="en-US" sz="1000" b="1" dirty="0"/>
              <a:t>-Decision Complexity:-</a:t>
            </a:r>
            <a:r>
              <a:rPr lang="en-US" sz="1000" dirty="0"/>
              <a:t> 2,000+ Mutual Funds &amp; 7,500+ Stocks make informed decisions difficult</a:t>
            </a:r>
          </a:p>
          <a:p>
            <a:r>
              <a:rPr lang="en-US" sz="1000" dirty="0"/>
              <a:t>- </a:t>
            </a:r>
            <a:r>
              <a:rPr lang="en-US" sz="1000" b="1" dirty="0"/>
              <a:t>-Biased Advisory:-</a:t>
            </a:r>
            <a:r>
              <a:rPr lang="en-US" sz="1000" dirty="0"/>
              <a:t> Traditional advisors push affiliated products, lack impartiality</a:t>
            </a:r>
          </a:p>
          <a:p>
            <a:r>
              <a:rPr lang="en-US" sz="1000" dirty="0"/>
              <a:t>- </a:t>
            </a:r>
            <a:r>
              <a:rPr lang="en-US" sz="1000" b="1" dirty="0"/>
              <a:t>-High Costs:-</a:t>
            </a:r>
            <a:r>
              <a:rPr lang="en-US" sz="1000" dirty="0"/>
              <a:t> Expensive advisory services (₹15-20 Lakhs/year) with limited personalization</a:t>
            </a:r>
          </a:p>
          <a:p>
            <a:r>
              <a:rPr lang="en-US" sz="1000" dirty="0"/>
              <a:t>- </a:t>
            </a:r>
            <a:r>
              <a:rPr lang="en-US" sz="1000" b="1" dirty="0"/>
              <a:t>-Information Overload:-</a:t>
            </a:r>
            <a:r>
              <a:rPr lang="en-US" sz="1000" dirty="0"/>
              <a:t> Diverse categories (equity, debt, hybrid) across different sectors and risk levels</a:t>
            </a:r>
          </a:p>
          <a:p>
            <a:r>
              <a:rPr lang="en-US" sz="1000" dirty="0"/>
              <a:t>- </a:t>
            </a:r>
            <a:r>
              <a:rPr lang="en-US" sz="1000" b="1" dirty="0"/>
              <a:t>-Anecdotal Decisions:-</a:t>
            </a:r>
            <a:r>
              <a:rPr lang="en-US" sz="1000" dirty="0"/>
              <a:t> Investors rely on family/peer advice or biased finfluencers</a:t>
            </a:r>
          </a:p>
          <a:p>
            <a:pPr marL="285750" indent="-285750">
              <a:spcBef>
                <a:spcPct val="0"/>
              </a:spcBef>
              <a:buFont typeface="Arial" panose="020B0604020202020204" pitchFamily="34" charset="0"/>
              <a:buChar char="•"/>
            </a:pPr>
            <a:endParaRPr lang="en-US" sz="1000" dirty="0"/>
          </a:p>
        </p:txBody>
      </p:sp>
      <p:sp>
        <p:nvSpPr>
          <p:cNvPr id="8" name="TextBox 7">
            <a:extLst>
              <a:ext uri="{FF2B5EF4-FFF2-40B4-BE49-F238E27FC236}">
                <a16:creationId xmlns:a16="http://schemas.microsoft.com/office/drawing/2014/main" id="{CB07AE31-E2C9-1EF9-EBD4-F9A34BAB7ECE}"/>
              </a:ext>
            </a:extLst>
          </p:cNvPr>
          <p:cNvSpPr txBox="1"/>
          <p:nvPr/>
        </p:nvSpPr>
        <p:spPr>
          <a:xfrm>
            <a:off x="6318504" y="1164984"/>
            <a:ext cx="3125162" cy="1848840"/>
          </a:xfrm>
          <a:prstGeom prst="rect">
            <a:avLst/>
          </a:prstGeom>
          <a:noFill/>
        </p:spPr>
        <p:txBody>
          <a:bodyPr vert="horz" wrap="square" lIns="90000" tIns="46800" rIns="90000" bIns="46800" rtlCol="0" anchor="ctr">
            <a:spAutoFit/>
          </a:bodyPr>
          <a:lstStyle/>
          <a:p>
            <a:r>
              <a:rPr lang="en-US" sz="1000" dirty="0"/>
              <a:t>An </a:t>
            </a:r>
            <a:r>
              <a:rPr lang="en-US" sz="1000" b="1" dirty="0"/>
              <a:t>-LLM-based intelligent financial advisor-</a:t>
            </a:r>
            <a:r>
              <a:rPr lang="en-US" sz="1000" dirty="0"/>
              <a:t> that delivers personalized, actionable stock and mutual fund recommendations using:</a:t>
            </a:r>
          </a:p>
          <a:p>
            <a:r>
              <a:rPr lang="en-US" sz="1000" dirty="0"/>
              <a:t>- Fund/Stock Fundamental Data Analysis</a:t>
            </a:r>
          </a:p>
          <a:p>
            <a:r>
              <a:rPr lang="en-US" sz="1000" dirty="0"/>
              <a:t>- NAV &amp; Historical Performance Tracking</a:t>
            </a:r>
          </a:p>
          <a:p>
            <a:r>
              <a:rPr lang="en-US" sz="1000" dirty="0"/>
              <a:t>- Individual Risk Profile Assessment</a:t>
            </a:r>
          </a:p>
          <a:p>
            <a:r>
              <a:rPr lang="en-US" sz="1000" dirty="0"/>
              <a:t>- Real-time Market Sentiment Analysis</a:t>
            </a:r>
          </a:p>
          <a:p>
            <a:r>
              <a:rPr lang="en-US" sz="1000" dirty="0"/>
              <a:t>- Multi-agent orchestration for comprehensive insights</a:t>
            </a:r>
          </a:p>
          <a:p>
            <a:pPr>
              <a:spcBef>
                <a:spcPct val="0"/>
              </a:spcBef>
            </a:pPr>
            <a:endParaRPr lang="en-IE" sz="1000" dirty="0"/>
          </a:p>
          <a:p>
            <a:pPr algn="l">
              <a:spcBef>
                <a:spcPct val="0"/>
              </a:spcBef>
            </a:pPr>
            <a:endParaRPr lang="en-IE" sz="1400" dirty="0"/>
          </a:p>
        </p:txBody>
      </p:sp>
      <p:sp>
        <p:nvSpPr>
          <p:cNvPr id="2" name="Rounded Rectangle 19">
            <a:extLst>
              <a:ext uri="{FF2B5EF4-FFF2-40B4-BE49-F238E27FC236}">
                <a16:creationId xmlns:a16="http://schemas.microsoft.com/office/drawing/2014/main" id="{4E9764E8-7761-31B1-E437-C6F787F111FF}"/>
              </a:ext>
            </a:extLst>
          </p:cNvPr>
          <p:cNvSpPr/>
          <p:nvPr/>
        </p:nvSpPr>
        <p:spPr>
          <a:xfrm>
            <a:off x="3682133" y="4916389"/>
            <a:ext cx="3474713" cy="1656234"/>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IN" sz="1000" b="1" dirty="0">
                <a:solidFill>
                  <a:schemeClr val="tx1"/>
                </a:solidFill>
              </a:rPr>
              <a:t>Multi-Agent Framework:</a:t>
            </a:r>
            <a:r>
              <a:rPr lang="en-IN" sz="1000" dirty="0">
                <a:solidFill>
                  <a:schemeClr val="tx1"/>
                </a:solidFill>
              </a:rPr>
              <a:t> Crew AI orchestrates 5 specialized agents (Research, Analysis, Risk, News, Report) with Lang Chain for prompt management</a:t>
            </a:r>
          </a:p>
          <a:p>
            <a:r>
              <a:rPr lang="en-IN" sz="1000" dirty="0">
                <a:solidFill>
                  <a:schemeClr val="tx1"/>
                </a:solidFill>
              </a:rPr>
              <a:t>- </a:t>
            </a:r>
            <a:r>
              <a:rPr lang="en-IN" sz="1000" b="1" dirty="0">
                <a:solidFill>
                  <a:schemeClr val="tx1"/>
                </a:solidFill>
              </a:rPr>
              <a:t>Microsoft Stack:</a:t>
            </a:r>
            <a:r>
              <a:rPr lang="en-IN" sz="1000" dirty="0">
                <a:solidFill>
                  <a:schemeClr val="tx1"/>
                </a:solidFill>
              </a:rPr>
              <a:t> Azure OpenAI (GPT-5), Azure Functions (serverless APIs)</a:t>
            </a:r>
          </a:p>
          <a:p>
            <a:r>
              <a:rPr lang="en-IN" sz="1000" dirty="0">
                <a:solidFill>
                  <a:schemeClr val="tx1"/>
                </a:solidFill>
              </a:rPr>
              <a:t>- </a:t>
            </a:r>
            <a:r>
              <a:rPr lang="en-IN" sz="1000" b="1" dirty="0">
                <a:solidFill>
                  <a:schemeClr val="tx1"/>
                </a:solidFill>
              </a:rPr>
              <a:t>Data Integration:</a:t>
            </a:r>
            <a:r>
              <a:rPr lang="en-IN" sz="1000" dirty="0">
                <a:solidFill>
                  <a:schemeClr val="tx1"/>
                </a:solidFill>
              </a:rPr>
              <a:t> Yahoo Finance APIs for real-time market data, Redis caching for performance, secure Azure Key Vault for credentials</a:t>
            </a:r>
          </a:p>
          <a:p>
            <a:r>
              <a:rPr lang="en-IN" sz="1000" dirty="0">
                <a:solidFill>
                  <a:schemeClr val="tx1"/>
                </a:solidFill>
              </a:rPr>
              <a:t>- </a:t>
            </a:r>
            <a:r>
              <a:rPr lang="en-IN" sz="1000" b="1" dirty="0">
                <a:solidFill>
                  <a:schemeClr val="tx1"/>
                </a:solidFill>
              </a:rPr>
              <a:t>Scalability &amp; Security: </a:t>
            </a:r>
            <a:r>
              <a:rPr lang="en-IN" sz="1000" dirty="0">
                <a:solidFill>
                  <a:schemeClr val="tx1"/>
                </a:solidFill>
              </a:rPr>
              <a:t>Serverless architecture, end-to-end encryption, SEBI compliance with audit trails</a:t>
            </a: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C42C8-2CEB-426A-D909-695E97CAD735}"/>
              </a:ext>
            </a:extLst>
          </p:cNvPr>
          <p:cNvSpPr>
            <a:spLocks noGrp="1"/>
          </p:cNvSpPr>
          <p:nvPr>
            <p:ph type="dt" sz="half" idx="10"/>
          </p:nvPr>
        </p:nvSpPr>
        <p:spPr/>
        <p:txBody>
          <a:bodyPr/>
          <a:lstStyle/>
          <a:p>
            <a:pPr>
              <a:spcBef>
                <a:spcPts val="1000"/>
              </a:spcBef>
              <a:buFont typeface="Arial" panose="020B0604020202020204" pitchFamily="34" charset="0"/>
              <a:buNone/>
            </a:pPr>
            <a:r>
              <a:rPr lang="en-US" dirty="0"/>
              <a:t>Company Confidential © Capgemini 2026. All rights reserved.</a:t>
            </a:r>
          </a:p>
        </p:txBody>
      </p:sp>
      <p:sp>
        <p:nvSpPr>
          <p:cNvPr id="3" name="Footer Placeholder 2">
            <a:extLst>
              <a:ext uri="{FF2B5EF4-FFF2-40B4-BE49-F238E27FC236}">
                <a16:creationId xmlns:a16="http://schemas.microsoft.com/office/drawing/2014/main" id="{9541C520-DF32-2876-4E99-344E8CF2A359}"/>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5EE477A6-36D9-5759-1EF9-B4194AF4907F}"/>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336BD3FE-1B01-35A6-8C9C-4901A2771E1A}"/>
              </a:ext>
            </a:extLst>
          </p:cNvPr>
          <p:cNvSpPr>
            <a:spLocks noGrp="1"/>
          </p:cNvSpPr>
          <p:nvPr>
            <p:ph type="title"/>
          </p:nvPr>
        </p:nvSpPr>
        <p:spPr/>
        <p:txBody>
          <a:bodyPr/>
          <a:lstStyle/>
          <a:p>
            <a:r>
              <a:rPr lang="en-US" sz="2800" dirty="0"/>
              <a:t>  Technical solution &amp; List Of Work Flow</a:t>
            </a:r>
            <a:endParaRPr lang="en-IN" sz="2800" dirty="0"/>
          </a:p>
        </p:txBody>
      </p:sp>
      <p:sp>
        <p:nvSpPr>
          <p:cNvPr id="7" name="TextBox 6">
            <a:extLst>
              <a:ext uri="{FF2B5EF4-FFF2-40B4-BE49-F238E27FC236}">
                <a16:creationId xmlns:a16="http://schemas.microsoft.com/office/drawing/2014/main" id="{34A11B65-4F59-8757-5151-B6371A3AD0A1}"/>
              </a:ext>
            </a:extLst>
          </p:cNvPr>
          <p:cNvSpPr txBox="1"/>
          <p:nvPr/>
        </p:nvSpPr>
        <p:spPr>
          <a:xfrm>
            <a:off x="457601" y="969004"/>
            <a:ext cx="11632799" cy="5819158"/>
          </a:xfrm>
          <a:prstGeom prst="rect">
            <a:avLst/>
          </a:prstGeom>
          <a:noFill/>
        </p:spPr>
        <p:txBody>
          <a:bodyPr vert="horz" wrap="square" lIns="90000" tIns="46800" rIns="90000" bIns="46800" rtlCol="0" anchor="ctr">
            <a:spAutoFit/>
          </a:bodyPr>
          <a:lstStyle/>
          <a:p>
            <a:r>
              <a:rPr lang="en-IN" sz="1200" b="1" dirty="0"/>
              <a:t>   </a:t>
            </a:r>
          </a:p>
          <a:p>
            <a:r>
              <a:rPr lang="en-IN" sz="1200" dirty="0"/>
              <a:t>A cloud-native, AI-orchestrated multi-agent system that dynamically analyzes investment queries, fetches real-time market data, performs comprehensive financial analysis (fundamental, technical, risk, sentiment), and delivers personalized, actionable stock/mutual fund recommendations while continuously learning from user feedback and market patterns.</a:t>
            </a:r>
            <a:endParaRPr lang="en-IN" sz="1200" b="1" dirty="0"/>
          </a:p>
          <a:p>
            <a:endParaRPr lang="en-IN" sz="1200" b="1" dirty="0"/>
          </a:p>
          <a:p>
            <a:r>
              <a:rPr lang="en-IN" sz="1200" b="1" dirty="0"/>
              <a:t>   1: </a:t>
            </a:r>
            <a:r>
              <a:rPr lang="en-IN" sz="1200" dirty="0"/>
              <a:t> User Query (Natural Language)  </a:t>
            </a:r>
          </a:p>
          <a:p>
            <a:r>
              <a:rPr lang="en-IN" sz="1200" dirty="0"/>
              <a:t> </a:t>
            </a:r>
          </a:p>
          <a:p>
            <a:r>
              <a:rPr lang="en-IN" sz="1200" b="1" dirty="0"/>
              <a:t>   2: </a:t>
            </a:r>
            <a:r>
              <a:rPr lang="en-IN" sz="1200" dirty="0"/>
              <a:t> Azure API Management (Authentication &amp; Routing)  </a:t>
            </a:r>
          </a:p>
          <a:p>
            <a:r>
              <a:rPr lang="en-IN" sz="1200" dirty="0"/>
              <a:t>  </a:t>
            </a:r>
          </a:p>
          <a:p>
            <a:r>
              <a:rPr lang="en-IN" sz="1200" b="1" dirty="0"/>
              <a:t>   3: </a:t>
            </a:r>
            <a:r>
              <a:rPr lang="en-IN" sz="1200" dirty="0"/>
              <a:t> Azure Functions (Query Preprocessing)  </a:t>
            </a:r>
          </a:p>
          <a:p>
            <a:r>
              <a:rPr lang="en-IN" sz="1200" dirty="0"/>
              <a:t>  </a:t>
            </a:r>
          </a:p>
          <a:p>
            <a:r>
              <a:rPr lang="en-IN" sz="1200" b="1" dirty="0"/>
              <a:t>   4: </a:t>
            </a:r>
            <a:r>
              <a:rPr lang="en-IN" sz="1200" dirty="0"/>
              <a:t> Crew AI Orchestrator (Task Assignment)  </a:t>
            </a:r>
          </a:p>
          <a:p>
            <a:r>
              <a:rPr lang="en-IN" sz="1200" dirty="0"/>
              <a:t>  </a:t>
            </a:r>
          </a:p>
          <a:p>
            <a:r>
              <a:rPr lang="en-IN" sz="1200" b="1" dirty="0"/>
              <a:t>   5: </a:t>
            </a:r>
            <a:r>
              <a:rPr lang="en-IN" sz="1200" dirty="0"/>
              <a:t> Agents Execute in Parallel  </a:t>
            </a:r>
          </a:p>
          <a:p>
            <a:pPr lvl="1"/>
            <a:r>
              <a:rPr lang="en-IN" sz="1200" dirty="0"/>
              <a:t>- Research Agent (Data Fetching)  </a:t>
            </a:r>
          </a:p>
          <a:p>
            <a:pPr lvl="1"/>
            <a:r>
              <a:rPr lang="en-IN" sz="1200" dirty="0"/>
              <a:t>- Fundamental Agent (Financial Ratios)  </a:t>
            </a:r>
          </a:p>
          <a:p>
            <a:pPr lvl="1"/>
            <a:r>
              <a:rPr lang="en-IN" sz="1200" dirty="0"/>
              <a:t>- Technical Agent (Chart Analysis)  </a:t>
            </a:r>
          </a:p>
          <a:p>
            <a:pPr lvl="1"/>
            <a:r>
              <a:rPr lang="en-IN" sz="1200" dirty="0"/>
              <a:t>- Risk Agent (Volatility, Beta)                         </a:t>
            </a:r>
          </a:p>
          <a:p>
            <a:pPr lvl="1"/>
            <a:r>
              <a:rPr lang="en-IN" sz="1200" dirty="0"/>
              <a:t>- News Agent (Sentiment Analysis)  </a:t>
            </a:r>
          </a:p>
          <a:p>
            <a:pPr lvl="1"/>
            <a:r>
              <a:rPr lang="en-IN" sz="1200" dirty="0"/>
              <a:t>- Report Agent (Consolidation)  </a:t>
            </a:r>
          </a:p>
          <a:p>
            <a:r>
              <a:rPr lang="en-IN" sz="1200" dirty="0"/>
              <a:t> </a:t>
            </a:r>
          </a:p>
          <a:p>
            <a:r>
              <a:rPr lang="en-IN" sz="1200" b="1" dirty="0"/>
              <a:t>   6: </a:t>
            </a:r>
            <a:r>
              <a:rPr lang="en-IN" sz="1200" dirty="0"/>
              <a:t> Azure OpenAI + ML.NET (Personalization)  </a:t>
            </a:r>
          </a:p>
          <a:p>
            <a:r>
              <a:rPr lang="en-IN" sz="1200" dirty="0"/>
              <a:t>  </a:t>
            </a:r>
          </a:p>
          <a:p>
            <a:r>
              <a:rPr lang="en-IN" sz="1200" b="1" dirty="0"/>
              <a:t>   7: </a:t>
            </a:r>
            <a:r>
              <a:rPr lang="en-IN" sz="1200" dirty="0"/>
              <a:t> Validation &amp; Compliance Check  </a:t>
            </a:r>
          </a:p>
          <a:p>
            <a:r>
              <a:rPr lang="en-IN" sz="1200" dirty="0"/>
              <a:t>  </a:t>
            </a:r>
          </a:p>
          <a:p>
            <a:r>
              <a:rPr lang="en-IN" sz="1200" b="1" dirty="0"/>
              <a:t>   8: </a:t>
            </a:r>
            <a:r>
              <a:rPr lang="en-IN" sz="1200" dirty="0"/>
              <a:t> Report Generation &amp; Storage (Cosmos DB)  </a:t>
            </a:r>
          </a:p>
          <a:p>
            <a:r>
              <a:rPr lang="en-IN" sz="1200" dirty="0"/>
              <a:t> </a:t>
            </a:r>
          </a:p>
          <a:p>
            <a:r>
              <a:rPr lang="en-IN" sz="1200" b="1" dirty="0"/>
              <a:t>   9: </a:t>
            </a:r>
            <a:r>
              <a:rPr lang="en-IN" sz="1200" dirty="0"/>
              <a:t> Delivery to User (Web/Email/SMS)  </a:t>
            </a:r>
          </a:p>
          <a:p>
            <a:r>
              <a:rPr lang="en-IN" sz="1200" dirty="0"/>
              <a:t>  </a:t>
            </a:r>
          </a:p>
          <a:p>
            <a:r>
              <a:rPr lang="en-IN" sz="1200" b="1" dirty="0"/>
              <a:t>   10: </a:t>
            </a:r>
            <a:r>
              <a:rPr lang="en-IN" sz="1200" dirty="0"/>
              <a:t> Feedback Loop (Azure ML Retraining)</a:t>
            </a:r>
          </a:p>
          <a:p>
            <a:pPr algn="l">
              <a:spcBef>
                <a:spcPct val="0"/>
              </a:spcBef>
            </a:pPr>
            <a:endParaRPr lang="en-IN" sz="1200" dirty="0" err="1"/>
          </a:p>
        </p:txBody>
      </p:sp>
      <p:sp>
        <p:nvSpPr>
          <p:cNvPr id="9" name="TextBox 8">
            <a:extLst>
              <a:ext uri="{FF2B5EF4-FFF2-40B4-BE49-F238E27FC236}">
                <a16:creationId xmlns:a16="http://schemas.microsoft.com/office/drawing/2014/main" id="{83ABBD03-CE9D-CE06-D2B4-C487CFA1DC28}"/>
              </a:ext>
            </a:extLst>
          </p:cNvPr>
          <p:cNvSpPr txBox="1"/>
          <p:nvPr/>
        </p:nvSpPr>
        <p:spPr>
          <a:xfrm>
            <a:off x="6421120" y="1801671"/>
            <a:ext cx="5220017" cy="3049169"/>
          </a:xfrm>
          <a:prstGeom prst="rect">
            <a:avLst/>
          </a:prstGeom>
          <a:noFill/>
        </p:spPr>
        <p:txBody>
          <a:bodyPr vert="horz" wrap="square" lIns="90000" tIns="46800" rIns="90000" bIns="46800" rtlCol="0" anchor="t">
            <a:spAutoFit/>
          </a:bodyPr>
          <a:lstStyle/>
          <a:p>
            <a:r>
              <a:rPr lang="en-US" sz="1200" dirty="0">
                <a:solidFill>
                  <a:schemeClr val="accent4">
                    <a:lumMod val="50000"/>
                  </a:schemeClr>
                </a:solidFill>
              </a:rPr>
              <a:t>Technologies</a:t>
            </a:r>
            <a:r>
              <a:rPr lang="en-IN" sz="1200" dirty="0"/>
              <a:t> </a:t>
            </a:r>
          </a:p>
          <a:p>
            <a:r>
              <a:rPr lang="en-IN" sz="1200" dirty="0"/>
              <a:t>• Azure Static Web Apps</a:t>
            </a:r>
          </a:p>
          <a:p>
            <a:r>
              <a:rPr lang="en-IN" sz="1200" dirty="0"/>
              <a:t>• Azure Functions</a:t>
            </a:r>
          </a:p>
          <a:p>
            <a:r>
              <a:rPr lang="en-IN" sz="1200" dirty="0"/>
              <a:t>• Azure Logic Apps</a:t>
            </a:r>
          </a:p>
          <a:p>
            <a:r>
              <a:rPr lang="en-IN" sz="1200" dirty="0"/>
              <a:t>• Lang Chain</a:t>
            </a:r>
          </a:p>
          <a:p>
            <a:r>
              <a:rPr lang="en-IN" sz="1200" dirty="0"/>
              <a:t>• Azure OpenAI (GPT-5)</a:t>
            </a:r>
          </a:p>
          <a:p>
            <a:r>
              <a:rPr lang="en-IN" sz="1200" dirty="0"/>
              <a:t>• Microsoft Foundry</a:t>
            </a:r>
          </a:p>
          <a:p>
            <a:r>
              <a:rPr lang="en-IN" sz="1200" dirty="0"/>
              <a:t>• Azure AI Studio</a:t>
            </a:r>
          </a:p>
          <a:p>
            <a:r>
              <a:rPr lang="en-IN" sz="1200" dirty="0"/>
              <a:t>• Python</a:t>
            </a:r>
          </a:p>
          <a:p>
            <a:r>
              <a:rPr lang="en-IN" sz="1200" dirty="0"/>
              <a:t>• Azure Cosmos DB</a:t>
            </a:r>
          </a:p>
          <a:p>
            <a:r>
              <a:rPr lang="en-IN" sz="1200" dirty="0"/>
              <a:t>• • Azure Blob Storage</a:t>
            </a:r>
          </a:p>
          <a:p>
            <a:r>
              <a:rPr lang="en-IN" sz="1200" dirty="0"/>
              <a:t>• Azure Key Vault</a:t>
            </a:r>
          </a:p>
          <a:p>
            <a:r>
              <a:rPr lang="en-IN" sz="1200" dirty="0"/>
              <a:t>• Power BI</a:t>
            </a:r>
          </a:p>
          <a:p>
            <a:r>
              <a:rPr lang="en-IN" sz="1200" dirty="0"/>
              <a:t>• Azure DevOps</a:t>
            </a:r>
          </a:p>
          <a:p>
            <a:endParaRPr lang="en-IN" sz="1200" dirty="0"/>
          </a:p>
          <a:p>
            <a:r>
              <a:rPr lang="en-IN" sz="1200" dirty="0"/>
              <a:t> </a:t>
            </a:r>
            <a:endParaRPr lang="en-IN" sz="1200" dirty="0">
              <a:solidFill>
                <a:schemeClr val="accent4">
                  <a:lumMod val="50000"/>
                </a:schemeClr>
              </a:solidFill>
            </a:endParaRPr>
          </a:p>
        </p:txBody>
      </p:sp>
    </p:spTree>
    <p:extLst>
      <p:ext uri="{BB962C8B-B14F-4D97-AF65-F5344CB8AC3E}">
        <p14:creationId xmlns:p14="http://schemas.microsoft.com/office/powerpoint/2010/main" val="4280171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029197" y="968628"/>
            <a:ext cx="5318760" cy="3571875"/>
            <a:chOff x="6029197" y="968628"/>
            <a:chExt cx="5318760" cy="3571875"/>
          </a:xfrm>
        </p:grpSpPr>
        <p:sp>
          <p:nvSpPr>
            <p:cNvPr id="3" name="object 3"/>
            <p:cNvSpPr/>
            <p:nvPr/>
          </p:nvSpPr>
          <p:spPr>
            <a:xfrm>
              <a:off x="6045072" y="984503"/>
              <a:ext cx="5287010" cy="3540125"/>
            </a:xfrm>
            <a:custGeom>
              <a:avLst/>
              <a:gdLst/>
              <a:ahLst/>
              <a:cxnLst/>
              <a:rect l="l" t="t" r="r" b="b"/>
              <a:pathLst>
                <a:path w="5287009" h="3540125">
                  <a:moveTo>
                    <a:pt x="0" y="590042"/>
                  </a:moveTo>
                  <a:lnTo>
                    <a:pt x="1955" y="541647"/>
                  </a:lnTo>
                  <a:lnTo>
                    <a:pt x="7722" y="494331"/>
                  </a:lnTo>
                  <a:lnTo>
                    <a:pt x="17147" y="448244"/>
                  </a:lnTo>
                  <a:lnTo>
                    <a:pt x="30079" y="403538"/>
                  </a:lnTo>
                  <a:lnTo>
                    <a:pt x="46366" y="360366"/>
                  </a:lnTo>
                  <a:lnTo>
                    <a:pt x="65857" y="318878"/>
                  </a:lnTo>
                  <a:lnTo>
                    <a:pt x="88399" y="279228"/>
                  </a:lnTo>
                  <a:lnTo>
                    <a:pt x="113840" y="241566"/>
                  </a:lnTo>
                  <a:lnTo>
                    <a:pt x="142030" y="206044"/>
                  </a:lnTo>
                  <a:lnTo>
                    <a:pt x="172815" y="172815"/>
                  </a:lnTo>
                  <a:lnTo>
                    <a:pt x="206044" y="142030"/>
                  </a:lnTo>
                  <a:lnTo>
                    <a:pt x="241566" y="113840"/>
                  </a:lnTo>
                  <a:lnTo>
                    <a:pt x="279228" y="88399"/>
                  </a:lnTo>
                  <a:lnTo>
                    <a:pt x="318878" y="65857"/>
                  </a:lnTo>
                  <a:lnTo>
                    <a:pt x="360366" y="46366"/>
                  </a:lnTo>
                  <a:lnTo>
                    <a:pt x="403538" y="30079"/>
                  </a:lnTo>
                  <a:lnTo>
                    <a:pt x="448244" y="17147"/>
                  </a:lnTo>
                  <a:lnTo>
                    <a:pt x="494331" y="7722"/>
                  </a:lnTo>
                  <a:lnTo>
                    <a:pt x="541647" y="1955"/>
                  </a:lnTo>
                  <a:lnTo>
                    <a:pt x="590042" y="0"/>
                  </a:lnTo>
                  <a:lnTo>
                    <a:pt x="4696586" y="0"/>
                  </a:lnTo>
                  <a:lnTo>
                    <a:pt x="4744981" y="1955"/>
                  </a:lnTo>
                  <a:lnTo>
                    <a:pt x="4792297" y="7722"/>
                  </a:lnTo>
                  <a:lnTo>
                    <a:pt x="4838384" y="17147"/>
                  </a:lnTo>
                  <a:lnTo>
                    <a:pt x="4883090" y="30079"/>
                  </a:lnTo>
                  <a:lnTo>
                    <a:pt x="4926262" y="46366"/>
                  </a:lnTo>
                  <a:lnTo>
                    <a:pt x="4967750" y="65857"/>
                  </a:lnTo>
                  <a:lnTo>
                    <a:pt x="5007400" y="88399"/>
                  </a:lnTo>
                  <a:lnTo>
                    <a:pt x="5045062" y="113840"/>
                  </a:lnTo>
                  <a:lnTo>
                    <a:pt x="5080584" y="142030"/>
                  </a:lnTo>
                  <a:lnTo>
                    <a:pt x="5113813" y="172815"/>
                  </a:lnTo>
                  <a:lnTo>
                    <a:pt x="5144598" y="206044"/>
                  </a:lnTo>
                  <a:lnTo>
                    <a:pt x="5172788" y="241566"/>
                  </a:lnTo>
                  <a:lnTo>
                    <a:pt x="5198229" y="279228"/>
                  </a:lnTo>
                  <a:lnTo>
                    <a:pt x="5220771" y="318878"/>
                  </a:lnTo>
                  <a:lnTo>
                    <a:pt x="5240262" y="360366"/>
                  </a:lnTo>
                  <a:lnTo>
                    <a:pt x="5256549" y="403538"/>
                  </a:lnTo>
                  <a:lnTo>
                    <a:pt x="5269481" y="448244"/>
                  </a:lnTo>
                  <a:lnTo>
                    <a:pt x="5278906" y="494331"/>
                  </a:lnTo>
                  <a:lnTo>
                    <a:pt x="5284673" y="541647"/>
                  </a:lnTo>
                  <a:lnTo>
                    <a:pt x="5286629" y="590042"/>
                  </a:lnTo>
                  <a:lnTo>
                    <a:pt x="5286629" y="2949956"/>
                  </a:lnTo>
                  <a:lnTo>
                    <a:pt x="5284673" y="2998349"/>
                  </a:lnTo>
                  <a:lnTo>
                    <a:pt x="5278906" y="3045662"/>
                  </a:lnTo>
                  <a:lnTo>
                    <a:pt x="5269481" y="3091745"/>
                  </a:lnTo>
                  <a:lnTo>
                    <a:pt x="5256549" y="3136445"/>
                  </a:lnTo>
                  <a:lnTo>
                    <a:pt x="5240262" y="3179611"/>
                  </a:lnTo>
                  <a:lnTo>
                    <a:pt x="5220771" y="3221091"/>
                  </a:lnTo>
                  <a:lnTo>
                    <a:pt x="5198229" y="3260733"/>
                  </a:lnTo>
                  <a:lnTo>
                    <a:pt x="5172788" y="3298387"/>
                  </a:lnTo>
                  <a:lnTo>
                    <a:pt x="5144598" y="3333899"/>
                  </a:lnTo>
                  <a:lnTo>
                    <a:pt x="5113813" y="3367119"/>
                  </a:lnTo>
                  <a:lnTo>
                    <a:pt x="5080584" y="3397894"/>
                  </a:lnTo>
                  <a:lnTo>
                    <a:pt x="5045062" y="3426074"/>
                  </a:lnTo>
                  <a:lnTo>
                    <a:pt x="5007400" y="3451507"/>
                  </a:lnTo>
                  <a:lnTo>
                    <a:pt x="4967750" y="3474041"/>
                  </a:lnTo>
                  <a:lnTo>
                    <a:pt x="4926262" y="3493523"/>
                  </a:lnTo>
                  <a:lnTo>
                    <a:pt x="4883090" y="3509804"/>
                  </a:lnTo>
                  <a:lnTo>
                    <a:pt x="4838384" y="3522731"/>
                  </a:lnTo>
                  <a:lnTo>
                    <a:pt x="4792297" y="3532152"/>
                  </a:lnTo>
                  <a:lnTo>
                    <a:pt x="4744981" y="3537916"/>
                  </a:lnTo>
                  <a:lnTo>
                    <a:pt x="4696586" y="3539871"/>
                  </a:lnTo>
                  <a:lnTo>
                    <a:pt x="590042" y="3539871"/>
                  </a:lnTo>
                  <a:lnTo>
                    <a:pt x="541647" y="3537916"/>
                  </a:lnTo>
                  <a:lnTo>
                    <a:pt x="494331" y="3532152"/>
                  </a:lnTo>
                  <a:lnTo>
                    <a:pt x="448244" y="3522731"/>
                  </a:lnTo>
                  <a:lnTo>
                    <a:pt x="403538" y="3509804"/>
                  </a:lnTo>
                  <a:lnTo>
                    <a:pt x="360366" y="3493523"/>
                  </a:lnTo>
                  <a:lnTo>
                    <a:pt x="318878" y="3474041"/>
                  </a:lnTo>
                  <a:lnTo>
                    <a:pt x="279228" y="3451507"/>
                  </a:lnTo>
                  <a:lnTo>
                    <a:pt x="241566" y="3426074"/>
                  </a:lnTo>
                  <a:lnTo>
                    <a:pt x="206044" y="3397894"/>
                  </a:lnTo>
                  <a:lnTo>
                    <a:pt x="172815" y="3367119"/>
                  </a:lnTo>
                  <a:lnTo>
                    <a:pt x="142030" y="3333899"/>
                  </a:lnTo>
                  <a:lnTo>
                    <a:pt x="113840" y="3298387"/>
                  </a:lnTo>
                  <a:lnTo>
                    <a:pt x="88399" y="3260733"/>
                  </a:lnTo>
                  <a:lnTo>
                    <a:pt x="65857" y="3221091"/>
                  </a:lnTo>
                  <a:lnTo>
                    <a:pt x="46366" y="3179611"/>
                  </a:lnTo>
                  <a:lnTo>
                    <a:pt x="30079" y="3136445"/>
                  </a:lnTo>
                  <a:lnTo>
                    <a:pt x="17147" y="3091745"/>
                  </a:lnTo>
                  <a:lnTo>
                    <a:pt x="7722" y="3045662"/>
                  </a:lnTo>
                  <a:lnTo>
                    <a:pt x="1955" y="2998349"/>
                  </a:lnTo>
                  <a:lnTo>
                    <a:pt x="0" y="2949956"/>
                  </a:lnTo>
                  <a:lnTo>
                    <a:pt x="0" y="590042"/>
                  </a:lnTo>
                  <a:close/>
                </a:path>
              </a:pathLst>
            </a:custGeom>
            <a:ln w="31750">
              <a:solidFill>
                <a:srgbClr val="6F2F9F"/>
              </a:solidFill>
            </a:ln>
          </p:spPr>
          <p:txBody>
            <a:bodyPr wrap="square" lIns="0" tIns="0" rIns="0" bIns="0" rtlCol="0"/>
            <a:lstStyle/>
            <a:p>
              <a:endParaRPr/>
            </a:p>
          </p:txBody>
        </p:sp>
        <p:sp>
          <p:nvSpPr>
            <p:cNvPr id="4" name="object 4"/>
            <p:cNvSpPr/>
            <p:nvPr/>
          </p:nvSpPr>
          <p:spPr>
            <a:xfrm>
              <a:off x="6999731" y="1261490"/>
              <a:ext cx="1307465" cy="584200"/>
            </a:xfrm>
            <a:custGeom>
              <a:avLst/>
              <a:gdLst/>
              <a:ahLst/>
              <a:cxnLst/>
              <a:rect l="l" t="t" r="r" b="b"/>
              <a:pathLst>
                <a:path w="1307465" h="584200">
                  <a:moveTo>
                    <a:pt x="1210183" y="0"/>
                  </a:moveTo>
                  <a:lnTo>
                    <a:pt x="97282" y="0"/>
                  </a:lnTo>
                  <a:lnTo>
                    <a:pt x="59418" y="7645"/>
                  </a:lnTo>
                  <a:lnTo>
                    <a:pt x="28495" y="28495"/>
                  </a:lnTo>
                  <a:lnTo>
                    <a:pt x="7645" y="59418"/>
                  </a:lnTo>
                  <a:lnTo>
                    <a:pt x="0" y="97282"/>
                  </a:lnTo>
                  <a:lnTo>
                    <a:pt x="0" y="486537"/>
                  </a:lnTo>
                  <a:lnTo>
                    <a:pt x="7645" y="524400"/>
                  </a:lnTo>
                  <a:lnTo>
                    <a:pt x="28495" y="555323"/>
                  </a:lnTo>
                  <a:lnTo>
                    <a:pt x="59418" y="576173"/>
                  </a:lnTo>
                  <a:lnTo>
                    <a:pt x="97282" y="583819"/>
                  </a:lnTo>
                  <a:lnTo>
                    <a:pt x="1210183" y="583819"/>
                  </a:lnTo>
                  <a:lnTo>
                    <a:pt x="1248046" y="576173"/>
                  </a:lnTo>
                  <a:lnTo>
                    <a:pt x="1278969" y="555323"/>
                  </a:lnTo>
                  <a:lnTo>
                    <a:pt x="1299819" y="524400"/>
                  </a:lnTo>
                  <a:lnTo>
                    <a:pt x="1307465" y="486537"/>
                  </a:lnTo>
                  <a:lnTo>
                    <a:pt x="1307465" y="97282"/>
                  </a:lnTo>
                  <a:lnTo>
                    <a:pt x="1299819" y="59418"/>
                  </a:lnTo>
                  <a:lnTo>
                    <a:pt x="1278969" y="28495"/>
                  </a:lnTo>
                  <a:lnTo>
                    <a:pt x="1248046" y="7645"/>
                  </a:lnTo>
                  <a:lnTo>
                    <a:pt x="1210183" y="0"/>
                  </a:lnTo>
                  <a:close/>
                </a:path>
              </a:pathLst>
            </a:custGeom>
            <a:solidFill>
              <a:srgbClr val="6273B9"/>
            </a:solidFill>
          </p:spPr>
          <p:txBody>
            <a:bodyPr wrap="square" lIns="0" tIns="0" rIns="0" bIns="0" rtlCol="0"/>
            <a:lstStyle/>
            <a:p>
              <a:endParaRPr/>
            </a:p>
          </p:txBody>
        </p:sp>
        <p:sp>
          <p:nvSpPr>
            <p:cNvPr id="5" name="object 5"/>
            <p:cNvSpPr/>
            <p:nvPr/>
          </p:nvSpPr>
          <p:spPr>
            <a:xfrm>
              <a:off x="6999731" y="1261490"/>
              <a:ext cx="1307465" cy="584200"/>
            </a:xfrm>
            <a:custGeom>
              <a:avLst/>
              <a:gdLst/>
              <a:ahLst/>
              <a:cxnLst/>
              <a:rect l="l" t="t" r="r" b="b"/>
              <a:pathLst>
                <a:path w="1307465" h="584200">
                  <a:moveTo>
                    <a:pt x="0" y="97282"/>
                  </a:moveTo>
                  <a:lnTo>
                    <a:pt x="7645" y="59418"/>
                  </a:lnTo>
                  <a:lnTo>
                    <a:pt x="28495" y="28495"/>
                  </a:lnTo>
                  <a:lnTo>
                    <a:pt x="59418" y="7645"/>
                  </a:lnTo>
                  <a:lnTo>
                    <a:pt x="97282" y="0"/>
                  </a:lnTo>
                  <a:lnTo>
                    <a:pt x="1210183" y="0"/>
                  </a:lnTo>
                  <a:lnTo>
                    <a:pt x="1248046" y="7645"/>
                  </a:lnTo>
                  <a:lnTo>
                    <a:pt x="1278969" y="28495"/>
                  </a:lnTo>
                  <a:lnTo>
                    <a:pt x="1299819" y="59418"/>
                  </a:lnTo>
                  <a:lnTo>
                    <a:pt x="1307465" y="97282"/>
                  </a:lnTo>
                  <a:lnTo>
                    <a:pt x="1307465" y="486537"/>
                  </a:lnTo>
                  <a:lnTo>
                    <a:pt x="1299819" y="524400"/>
                  </a:lnTo>
                  <a:lnTo>
                    <a:pt x="1278969" y="555323"/>
                  </a:lnTo>
                  <a:lnTo>
                    <a:pt x="1248046" y="576173"/>
                  </a:lnTo>
                  <a:lnTo>
                    <a:pt x="1210183" y="583819"/>
                  </a:lnTo>
                  <a:lnTo>
                    <a:pt x="97282" y="583819"/>
                  </a:lnTo>
                  <a:lnTo>
                    <a:pt x="59418" y="576173"/>
                  </a:lnTo>
                  <a:lnTo>
                    <a:pt x="28495" y="555323"/>
                  </a:lnTo>
                  <a:lnTo>
                    <a:pt x="7645" y="524400"/>
                  </a:lnTo>
                  <a:lnTo>
                    <a:pt x="0" y="486537"/>
                  </a:lnTo>
                  <a:lnTo>
                    <a:pt x="0" y="97282"/>
                  </a:lnTo>
                  <a:close/>
                </a:path>
              </a:pathLst>
            </a:custGeom>
            <a:ln w="12700">
              <a:solidFill>
                <a:srgbClr val="172C51"/>
              </a:solidFill>
            </a:ln>
          </p:spPr>
          <p:txBody>
            <a:bodyPr wrap="square" lIns="0" tIns="0" rIns="0" bIns="0" rtlCol="0"/>
            <a:lstStyle/>
            <a:p>
              <a:endParaRPr/>
            </a:p>
          </p:txBody>
        </p:sp>
      </p:grpSp>
      <p:sp>
        <p:nvSpPr>
          <p:cNvPr id="6" name="object 6"/>
          <p:cNvSpPr txBox="1"/>
          <p:nvPr/>
        </p:nvSpPr>
        <p:spPr>
          <a:xfrm>
            <a:off x="7228713" y="1432940"/>
            <a:ext cx="849630" cy="208279"/>
          </a:xfrm>
          <a:prstGeom prst="rect">
            <a:avLst/>
          </a:prstGeom>
        </p:spPr>
        <p:txBody>
          <a:bodyPr vert="horz" wrap="square" lIns="0" tIns="12700" rIns="0" bIns="0" rtlCol="0">
            <a:spAutoFit/>
          </a:bodyPr>
          <a:lstStyle/>
          <a:p>
            <a:pPr marL="12700">
              <a:lnSpc>
                <a:spcPct val="100000"/>
              </a:lnSpc>
              <a:spcBef>
                <a:spcPts val="100"/>
              </a:spcBef>
            </a:pPr>
            <a:r>
              <a:rPr sz="1200" b="1" spc="-100" dirty="0">
                <a:solidFill>
                  <a:srgbClr val="FFFFFF"/>
                </a:solidFill>
                <a:latin typeface="Arial"/>
                <a:cs typeface="Arial"/>
              </a:rPr>
              <a:t>LLM</a:t>
            </a:r>
            <a:r>
              <a:rPr sz="1200" b="1" spc="25" dirty="0">
                <a:solidFill>
                  <a:srgbClr val="FFFFFF"/>
                </a:solidFill>
                <a:latin typeface="Arial"/>
                <a:cs typeface="Arial"/>
              </a:rPr>
              <a:t> </a:t>
            </a:r>
            <a:r>
              <a:rPr sz="1200" b="1" spc="-20" dirty="0">
                <a:solidFill>
                  <a:srgbClr val="FFFFFF"/>
                </a:solidFill>
                <a:latin typeface="Arial"/>
                <a:cs typeface="Arial"/>
              </a:rPr>
              <a:t>Agents</a:t>
            </a:r>
            <a:endParaRPr sz="1200">
              <a:latin typeface="Arial"/>
              <a:cs typeface="Arial"/>
            </a:endParaRPr>
          </a:p>
        </p:txBody>
      </p:sp>
      <p:grpSp>
        <p:nvGrpSpPr>
          <p:cNvPr id="7" name="object 7"/>
          <p:cNvGrpSpPr/>
          <p:nvPr/>
        </p:nvGrpSpPr>
        <p:grpSpPr>
          <a:xfrm>
            <a:off x="8486393" y="1268983"/>
            <a:ext cx="1320800" cy="596900"/>
            <a:chOff x="8486393" y="1268983"/>
            <a:chExt cx="1320800" cy="596900"/>
          </a:xfrm>
        </p:grpSpPr>
        <p:sp>
          <p:nvSpPr>
            <p:cNvPr id="8" name="object 8"/>
            <p:cNvSpPr/>
            <p:nvPr/>
          </p:nvSpPr>
          <p:spPr>
            <a:xfrm>
              <a:off x="8492743" y="1275333"/>
              <a:ext cx="1308100" cy="584200"/>
            </a:xfrm>
            <a:custGeom>
              <a:avLst/>
              <a:gdLst/>
              <a:ahLst/>
              <a:cxnLst/>
              <a:rect l="l" t="t" r="r" b="b"/>
              <a:pathLst>
                <a:path w="1308100" h="584200">
                  <a:moveTo>
                    <a:pt x="1210182" y="0"/>
                  </a:moveTo>
                  <a:lnTo>
                    <a:pt x="97281" y="0"/>
                  </a:lnTo>
                  <a:lnTo>
                    <a:pt x="59418" y="7665"/>
                  </a:lnTo>
                  <a:lnTo>
                    <a:pt x="28495" y="28559"/>
                  </a:lnTo>
                  <a:lnTo>
                    <a:pt x="7645" y="59525"/>
                  </a:lnTo>
                  <a:lnTo>
                    <a:pt x="0" y="97408"/>
                  </a:lnTo>
                  <a:lnTo>
                    <a:pt x="0" y="486663"/>
                  </a:lnTo>
                  <a:lnTo>
                    <a:pt x="7645" y="524527"/>
                  </a:lnTo>
                  <a:lnTo>
                    <a:pt x="28495" y="555450"/>
                  </a:lnTo>
                  <a:lnTo>
                    <a:pt x="59418" y="576300"/>
                  </a:lnTo>
                  <a:lnTo>
                    <a:pt x="97281" y="583945"/>
                  </a:lnTo>
                  <a:lnTo>
                    <a:pt x="1210182" y="583945"/>
                  </a:lnTo>
                  <a:lnTo>
                    <a:pt x="1248066" y="576300"/>
                  </a:lnTo>
                  <a:lnTo>
                    <a:pt x="1279032" y="555450"/>
                  </a:lnTo>
                  <a:lnTo>
                    <a:pt x="1299926" y="524527"/>
                  </a:lnTo>
                  <a:lnTo>
                    <a:pt x="1307591" y="486663"/>
                  </a:lnTo>
                  <a:lnTo>
                    <a:pt x="1307591" y="97408"/>
                  </a:lnTo>
                  <a:lnTo>
                    <a:pt x="1299926" y="59525"/>
                  </a:lnTo>
                  <a:lnTo>
                    <a:pt x="1279032" y="28559"/>
                  </a:lnTo>
                  <a:lnTo>
                    <a:pt x="1248066" y="7665"/>
                  </a:lnTo>
                  <a:lnTo>
                    <a:pt x="1210182" y="0"/>
                  </a:lnTo>
                  <a:close/>
                </a:path>
              </a:pathLst>
            </a:custGeom>
            <a:solidFill>
              <a:srgbClr val="6273B9"/>
            </a:solidFill>
          </p:spPr>
          <p:txBody>
            <a:bodyPr wrap="square" lIns="0" tIns="0" rIns="0" bIns="0" rtlCol="0"/>
            <a:lstStyle/>
            <a:p>
              <a:endParaRPr/>
            </a:p>
          </p:txBody>
        </p:sp>
        <p:sp>
          <p:nvSpPr>
            <p:cNvPr id="9" name="object 9"/>
            <p:cNvSpPr/>
            <p:nvPr/>
          </p:nvSpPr>
          <p:spPr>
            <a:xfrm>
              <a:off x="8492743" y="1275333"/>
              <a:ext cx="1308100" cy="584200"/>
            </a:xfrm>
            <a:custGeom>
              <a:avLst/>
              <a:gdLst/>
              <a:ahLst/>
              <a:cxnLst/>
              <a:rect l="l" t="t" r="r" b="b"/>
              <a:pathLst>
                <a:path w="1308100" h="584200">
                  <a:moveTo>
                    <a:pt x="0" y="97408"/>
                  </a:moveTo>
                  <a:lnTo>
                    <a:pt x="7645" y="59525"/>
                  </a:lnTo>
                  <a:lnTo>
                    <a:pt x="28495" y="28559"/>
                  </a:lnTo>
                  <a:lnTo>
                    <a:pt x="59418" y="7665"/>
                  </a:lnTo>
                  <a:lnTo>
                    <a:pt x="97281" y="0"/>
                  </a:lnTo>
                  <a:lnTo>
                    <a:pt x="1210182" y="0"/>
                  </a:lnTo>
                  <a:lnTo>
                    <a:pt x="1248066" y="7665"/>
                  </a:lnTo>
                  <a:lnTo>
                    <a:pt x="1279032" y="28559"/>
                  </a:lnTo>
                  <a:lnTo>
                    <a:pt x="1299926" y="59525"/>
                  </a:lnTo>
                  <a:lnTo>
                    <a:pt x="1307591" y="97408"/>
                  </a:lnTo>
                  <a:lnTo>
                    <a:pt x="1307591" y="486663"/>
                  </a:lnTo>
                  <a:lnTo>
                    <a:pt x="1299926" y="524527"/>
                  </a:lnTo>
                  <a:lnTo>
                    <a:pt x="1279032" y="555450"/>
                  </a:lnTo>
                  <a:lnTo>
                    <a:pt x="1248066" y="576300"/>
                  </a:lnTo>
                  <a:lnTo>
                    <a:pt x="1210182" y="583945"/>
                  </a:lnTo>
                  <a:lnTo>
                    <a:pt x="97281" y="583945"/>
                  </a:lnTo>
                  <a:lnTo>
                    <a:pt x="59418" y="576300"/>
                  </a:lnTo>
                  <a:lnTo>
                    <a:pt x="28495" y="555450"/>
                  </a:lnTo>
                  <a:lnTo>
                    <a:pt x="7645" y="524527"/>
                  </a:lnTo>
                  <a:lnTo>
                    <a:pt x="0" y="486663"/>
                  </a:lnTo>
                  <a:lnTo>
                    <a:pt x="0" y="97408"/>
                  </a:lnTo>
                  <a:close/>
                </a:path>
              </a:pathLst>
            </a:custGeom>
            <a:ln w="12700">
              <a:solidFill>
                <a:srgbClr val="172C51"/>
              </a:solidFill>
            </a:ln>
          </p:spPr>
          <p:txBody>
            <a:bodyPr wrap="square" lIns="0" tIns="0" rIns="0" bIns="0" rtlCol="0"/>
            <a:lstStyle/>
            <a:p>
              <a:endParaRPr/>
            </a:p>
          </p:txBody>
        </p:sp>
      </p:grpSp>
      <p:sp>
        <p:nvSpPr>
          <p:cNvPr id="10" name="object 10"/>
          <p:cNvSpPr txBox="1"/>
          <p:nvPr/>
        </p:nvSpPr>
        <p:spPr>
          <a:xfrm>
            <a:off x="8721979" y="1446657"/>
            <a:ext cx="849630" cy="208279"/>
          </a:xfrm>
          <a:prstGeom prst="rect">
            <a:avLst/>
          </a:prstGeom>
        </p:spPr>
        <p:txBody>
          <a:bodyPr vert="horz" wrap="square" lIns="0" tIns="12700" rIns="0" bIns="0" rtlCol="0">
            <a:spAutoFit/>
          </a:bodyPr>
          <a:lstStyle/>
          <a:p>
            <a:pPr marL="12700">
              <a:lnSpc>
                <a:spcPct val="100000"/>
              </a:lnSpc>
              <a:spcBef>
                <a:spcPts val="100"/>
              </a:spcBef>
            </a:pPr>
            <a:r>
              <a:rPr sz="1200" b="1" spc="-100" dirty="0">
                <a:solidFill>
                  <a:srgbClr val="FFFFFF"/>
                </a:solidFill>
                <a:latin typeface="Arial"/>
                <a:cs typeface="Arial"/>
              </a:rPr>
              <a:t>LLM</a:t>
            </a:r>
            <a:r>
              <a:rPr sz="1200" b="1" spc="25" dirty="0">
                <a:solidFill>
                  <a:srgbClr val="FFFFFF"/>
                </a:solidFill>
                <a:latin typeface="Arial"/>
                <a:cs typeface="Arial"/>
              </a:rPr>
              <a:t> </a:t>
            </a:r>
            <a:r>
              <a:rPr sz="1200" b="1" spc="-20" dirty="0">
                <a:solidFill>
                  <a:srgbClr val="FFFFFF"/>
                </a:solidFill>
                <a:latin typeface="Arial"/>
                <a:cs typeface="Arial"/>
              </a:rPr>
              <a:t>Agents</a:t>
            </a:r>
            <a:endParaRPr sz="1200">
              <a:latin typeface="Arial"/>
              <a:cs typeface="Arial"/>
            </a:endParaRPr>
          </a:p>
        </p:txBody>
      </p:sp>
      <p:grpSp>
        <p:nvGrpSpPr>
          <p:cNvPr id="11" name="object 11"/>
          <p:cNvGrpSpPr/>
          <p:nvPr/>
        </p:nvGrpSpPr>
        <p:grpSpPr>
          <a:xfrm>
            <a:off x="7798689" y="1903602"/>
            <a:ext cx="1320800" cy="596900"/>
            <a:chOff x="7798689" y="1903602"/>
            <a:chExt cx="1320800" cy="596900"/>
          </a:xfrm>
        </p:grpSpPr>
        <p:sp>
          <p:nvSpPr>
            <p:cNvPr id="12" name="object 12"/>
            <p:cNvSpPr/>
            <p:nvPr/>
          </p:nvSpPr>
          <p:spPr>
            <a:xfrm>
              <a:off x="7805039" y="1909952"/>
              <a:ext cx="1308100" cy="584200"/>
            </a:xfrm>
            <a:custGeom>
              <a:avLst/>
              <a:gdLst/>
              <a:ahLst/>
              <a:cxnLst/>
              <a:rect l="l" t="t" r="r" b="b"/>
              <a:pathLst>
                <a:path w="1308100" h="584200">
                  <a:moveTo>
                    <a:pt x="1210309" y="0"/>
                  </a:moveTo>
                  <a:lnTo>
                    <a:pt x="97281" y="0"/>
                  </a:lnTo>
                  <a:lnTo>
                    <a:pt x="59418" y="7645"/>
                  </a:lnTo>
                  <a:lnTo>
                    <a:pt x="28495" y="28495"/>
                  </a:lnTo>
                  <a:lnTo>
                    <a:pt x="7645" y="59418"/>
                  </a:lnTo>
                  <a:lnTo>
                    <a:pt x="0" y="97282"/>
                  </a:lnTo>
                  <a:lnTo>
                    <a:pt x="0" y="486663"/>
                  </a:lnTo>
                  <a:lnTo>
                    <a:pt x="7645" y="524527"/>
                  </a:lnTo>
                  <a:lnTo>
                    <a:pt x="28495" y="555450"/>
                  </a:lnTo>
                  <a:lnTo>
                    <a:pt x="59418" y="576300"/>
                  </a:lnTo>
                  <a:lnTo>
                    <a:pt x="97281" y="583946"/>
                  </a:lnTo>
                  <a:lnTo>
                    <a:pt x="1210309" y="583946"/>
                  </a:lnTo>
                  <a:lnTo>
                    <a:pt x="1248173" y="576300"/>
                  </a:lnTo>
                  <a:lnTo>
                    <a:pt x="1279096" y="555450"/>
                  </a:lnTo>
                  <a:lnTo>
                    <a:pt x="1299946" y="524527"/>
                  </a:lnTo>
                  <a:lnTo>
                    <a:pt x="1307591" y="486663"/>
                  </a:lnTo>
                  <a:lnTo>
                    <a:pt x="1307591" y="97282"/>
                  </a:lnTo>
                  <a:lnTo>
                    <a:pt x="1299946" y="59418"/>
                  </a:lnTo>
                  <a:lnTo>
                    <a:pt x="1279096" y="28495"/>
                  </a:lnTo>
                  <a:lnTo>
                    <a:pt x="1248173" y="7645"/>
                  </a:lnTo>
                  <a:lnTo>
                    <a:pt x="1210309" y="0"/>
                  </a:lnTo>
                  <a:close/>
                </a:path>
              </a:pathLst>
            </a:custGeom>
            <a:solidFill>
              <a:srgbClr val="6273B9"/>
            </a:solidFill>
          </p:spPr>
          <p:txBody>
            <a:bodyPr wrap="square" lIns="0" tIns="0" rIns="0" bIns="0" rtlCol="0"/>
            <a:lstStyle/>
            <a:p>
              <a:endParaRPr/>
            </a:p>
          </p:txBody>
        </p:sp>
        <p:sp>
          <p:nvSpPr>
            <p:cNvPr id="13" name="object 13"/>
            <p:cNvSpPr/>
            <p:nvPr/>
          </p:nvSpPr>
          <p:spPr>
            <a:xfrm>
              <a:off x="7805039" y="1909952"/>
              <a:ext cx="1308100" cy="584200"/>
            </a:xfrm>
            <a:custGeom>
              <a:avLst/>
              <a:gdLst/>
              <a:ahLst/>
              <a:cxnLst/>
              <a:rect l="l" t="t" r="r" b="b"/>
              <a:pathLst>
                <a:path w="1308100" h="584200">
                  <a:moveTo>
                    <a:pt x="0" y="97282"/>
                  </a:moveTo>
                  <a:lnTo>
                    <a:pt x="7645" y="59418"/>
                  </a:lnTo>
                  <a:lnTo>
                    <a:pt x="28495" y="28495"/>
                  </a:lnTo>
                  <a:lnTo>
                    <a:pt x="59418" y="7645"/>
                  </a:lnTo>
                  <a:lnTo>
                    <a:pt x="97281" y="0"/>
                  </a:lnTo>
                  <a:lnTo>
                    <a:pt x="1210309" y="0"/>
                  </a:lnTo>
                  <a:lnTo>
                    <a:pt x="1248173" y="7645"/>
                  </a:lnTo>
                  <a:lnTo>
                    <a:pt x="1279096" y="28495"/>
                  </a:lnTo>
                  <a:lnTo>
                    <a:pt x="1299946" y="59418"/>
                  </a:lnTo>
                  <a:lnTo>
                    <a:pt x="1307591" y="97282"/>
                  </a:lnTo>
                  <a:lnTo>
                    <a:pt x="1307591" y="486663"/>
                  </a:lnTo>
                  <a:lnTo>
                    <a:pt x="1299946" y="524527"/>
                  </a:lnTo>
                  <a:lnTo>
                    <a:pt x="1279096" y="555450"/>
                  </a:lnTo>
                  <a:lnTo>
                    <a:pt x="1248173" y="576300"/>
                  </a:lnTo>
                  <a:lnTo>
                    <a:pt x="1210309" y="583946"/>
                  </a:lnTo>
                  <a:lnTo>
                    <a:pt x="97281" y="583946"/>
                  </a:lnTo>
                  <a:lnTo>
                    <a:pt x="59418" y="576300"/>
                  </a:lnTo>
                  <a:lnTo>
                    <a:pt x="28495" y="555450"/>
                  </a:lnTo>
                  <a:lnTo>
                    <a:pt x="7645" y="524527"/>
                  </a:lnTo>
                  <a:lnTo>
                    <a:pt x="0" y="486663"/>
                  </a:lnTo>
                  <a:lnTo>
                    <a:pt x="0" y="97282"/>
                  </a:lnTo>
                  <a:close/>
                </a:path>
              </a:pathLst>
            </a:custGeom>
            <a:ln w="12700">
              <a:solidFill>
                <a:srgbClr val="172C51"/>
              </a:solidFill>
            </a:ln>
          </p:spPr>
          <p:txBody>
            <a:bodyPr wrap="square" lIns="0" tIns="0" rIns="0" bIns="0" rtlCol="0"/>
            <a:lstStyle/>
            <a:p>
              <a:endParaRPr/>
            </a:p>
          </p:txBody>
        </p:sp>
      </p:grpSp>
      <p:sp>
        <p:nvSpPr>
          <p:cNvPr id="14" name="object 14"/>
          <p:cNvSpPr txBox="1"/>
          <p:nvPr/>
        </p:nvSpPr>
        <p:spPr>
          <a:xfrm>
            <a:off x="8034273" y="2081529"/>
            <a:ext cx="849630" cy="208279"/>
          </a:xfrm>
          <a:prstGeom prst="rect">
            <a:avLst/>
          </a:prstGeom>
        </p:spPr>
        <p:txBody>
          <a:bodyPr vert="horz" wrap="square" lIns="0" tIns="12700" rIns="0" bIns="0" rtlCol="0">
            <a:spAutoFit/>
          </a:bodyPr>
          <a:lstStyle/>
          <a:p>
            <a:pPr marL="12700">
              <a:lnSpc>
                <a:spcPct val="100000"/>
              </a:lnSpc>
              <a:spcBef>
                <a:spcPts val="100"/>
              </a:spcBef>
            </a:pPr>
            <a:r>
              <a:rPr sz="1200" b="1" spc="-100" dirty="0">
                <a:solidFill>
                  <a:srgbClr val="FFFFFF"/>
                </a:solidFill>
                <a:latin typeface="Arial"/>
                <a:cs typeface="Arial"/>
              </a:rPr>
              <a:t>LLM</a:t>
            </a:r>
            <a:r>
              <a:rPr sz="1200" b="1" spc="25" dirty="0">
                <a:solidFill>
                  <a:srgbClr val="FFFFFF"/>
                </a:solidFill>
                <a:latin typeface="Arial"/>
                <a:cs typeface="Arial"/>
              </a:rPr>
              <a:t> </a:t>
            </a:r>
            <a:r>
              <a:rPr sz="1200" b="1" spc="-20" dirty="0">
                <a:solidFill>
                  <a:srgbClr val="FFFFFF"/>
                </a:solidFill>
                <a:latin typeface="Arial"/>
                <a:cs typeface="Arial"/>
              </a:rPr>
              <a:t>Agents</a:t>
            </a:r>
            <a:endParaRPr sz="1200">
              <a:latin typeface="Arial"/>
              <a:cs typeface="Arial"/>
            </a:endParaRPr>
          </a:p>
        </p:txBody>
      </p:sp>
      <p:pic>
        <p:nvPicPr>
          <p:cNvPr id="15" name="object 15"/>
          <p:cNvPicPr/>
          <p:nvPr/>
        </p:nvPicPr>
        <p:blipFill>
          <a:blip r:embed="rId2" cstate="print"/>
          <a:stretch>
            <a:fillRect/>
          </a:stretch>
        </p:blipFill>
        <p:spPr>
          <a:xfrm>
            <a:off x="6505575" y="2964307"/>
            <a:ext cx="3936110" cy="596645"/>
          </a:xfrm>
          <a:prstGeom prst="rect">
            <a:avLst/>
          </a:prstGeom>
        </p:spPr>
      </p:pic>
      <p:sp>
        <p:nvSpPr>
          <p:cNvPr id="16" name="object 16"/>
          <p:cNvSpPr txBox="1"/>
          <p:nvPr/>
        </p:nvSpPr>
        <p:spPr>
          <a:xfrm>
            <a:off x="8055991" y="3088589"/>
            <a:ext cx="835660" cy="300355"/>
          </a:xfrm>
          <a:prstGeom prst="rect">
            <a:avLst/>
          </a:prstGeom>
        </p:spPr>
        <p:txBody>
          <a:bodyPr vert="horz" wrap="square" lIns="0" tIns="12700" rIns="0" bIns="0" rtlCol="0">
            <a:spAutoFit/>
          </a:bodyPr>
          <a:lstStyle/>
          <a:p>
            <a:pPr marL="12700">
              <a:lnSpc>
                <a:spcPct val="100000"/>
              </a:lnSpc>
              <a:spcBef>
                <a:spcPts val="100"/>
              </a:spcBef>
            </a:pPr>
            <a:r>
              <a:rPr sz="1800" b="1" spc="-90" dirty="0">
                <a:latin typeface="Arial"/>
                <a:cs typeface="Arial"/>
              </a:rPr>
              <a:t>Process</a:t>
            </a:r>
            <a:endParaRPr sz="1800">
              <a:latin typeface="Arial"/>
              <a:cs typeface="Arial"/>
            </a:endParaRPr>
          </a:p>
        </p:txBody>
      </p:sp>
      <p:sp>
        <p:nvSpPr>
          <p:cNvPr id="17" name="object 17"/>
          <p:cNvSpPr/>
          <p:nvPr/>
        </p:nvSpPr>
        <p:spPr>
          <a:xfrm>
            <a:off x="8688323" y="3747515"/>
            <a:ext cx="1308100" cy="584200"/>
          </a:xfrm>
          <a:custGeom>
            <a:avLst/>
            <a:gdLst/>
            <a:ahLst/>
            <a:cxnLst/>
            <a:rect l="l" t="t" r="r" b="b"/>
            <a:pathLst>
              <a:path w="1308100" h="584200">
                <a:moveTo>
                  <a:pt x="0" y="97408"/>
                </a:moveTo>
                <a:lnTo>
                  <a:pt x="7665" y="59525"/>
                </a:lnTo>
                <a:lnTo>
                  <a:pt x="28559" y="28559"/>
                </a:lnTo>
                <a:lnTo>
                  <a:pt x="59525" y="7665"/>
                </a:lnTo>
                <a:lnTo>
                  <a:pt x="97408" y="0"/>
                </a:lnTo>
                <a:lnTo>
                  <a:pt x="1210309" y="0"/>
                </a:lnTo>
                <a:lnTo>
                  <a:pt x="1248173" y="7665"/>
                </a:lnTo>
                <a:lnTo>
                  <a:pt x="1279096" y="28559"/>
                </a:lnTo>
                <a:lnTo>
                  <a:pt x="1299946" y="59525"/>
                </a:lnTo>
                <a:lnTo>
                  <a:pt x="1307592" y="97408"/>
                </a:lnTo>
                <a:lnTo>
                  <a:pt x="1307592" y="486663"/>
                </a:lnTo>
                <a:lnTo>
                  <a:pt x="1299946" y="524527"/>
                </a:lnTo>
                <a:lnTo>
                  <a:pt x="1279096" y="555450"/>
                </a:lnTo>
                <a:lnTo>
                  <a:pt x="1248173" y="576300"/>
                </a:lnTo>
                <a:lnTo>
                  <a:pt x="1210309" y="583945"/>
                </a:lnTo>
                <a:lnTo>
                  <a:pt x="97408" y="583945"/>
                </a:lnTo>
                <a:lnTo>
                  <a:pt x="59525" y="576300"/>
                </a:lnTo>
                <a:lnTo>
                  <a:pt x="28559" y="555450"/>
                </a:lnTo>
                <a:lnTo>
                  <a:pt x="7665" y="524527"/>
                </a:lnTo>
                <a:lnTo>
                  <a:pt x="0" y="486663"/>
                </a:lnTo>
                <a:lnTo>
                  <a:pt x="0" y="97408"/>
                </a:lnTo>
                <a:close/>
              </a:path>
            </a:pathLst>
          </a:custGeom>
          <a:ln w="12700">
            <a:solidFill>
              <a:srgbClr val="172C51"/>
            </a:solidFill>
          </a:ln>
        </p:spPr>
        <p:txBody>
          <a:bodyPr wrap="square" lIns="0" tIns="0" rIns="0" bIns="0" rtlCol="0"/>
          <a:lstStyle/>
          <a:p>
            <a:endParaRPr/>
          </a:p>
        </p:txBody>
      </p:sp>
      <p:sp>
        <p:nvSpPr>
          <p:cNvPr id="18" name="object 18"/>
          <p:cNvSpPr txBox="1"/>
          <p:nvPr/>
        </p:nvSpPr>
        <p:spPr>
          <a:xfrm>
            <a:off x="9131045" y="3919473"/>
            <a:ext cx="422909" cy="208279"/>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Arial"/>
                <a:cs typeface="Arial"/>
              </a:rPr>
              <a:t>Tasks</a:t>
            </a:r>
            <a:endParaRPr sz="1200">
              <a:latin typeface="Arial"/>
              <a:cs typeface="Arial"/>
            </a:endParaRPr>
          </a:p>
        </p:txBody>
      </p:sp>
      <p:sp>
        <p:nvSpPr>
          <p:cNvPr id="19" name="object 19"/>
          <p:cNvSpPr/>
          <p:nvPr/>
        </p:nvSpPr>
        <p:spPr>
          <a:xfrm>
            <a:off x="7088758" y="3735832"/>
            <a:ext cx="1308100" cy="584200"/>
          </a:xfrm>
          <a:custGeom>
            <a:avLst/>
            <a:gdLst/>
            <a:ahLst/>
            <a:cxnLst/>
            <a:rect l="l" t="t" r="r" b="b"/>
            <a:pathLst>
              <a:path w="1308100" h="584200">
                <a:moveTo>
                  <a:pt x="0" y="97282"/>
                </a:moveTo>
                <a:lnTo>
                  <a:pt x="7647" y="59418"/>
                </a:lnTo>
                <a:lnTo>
                  <a:pt x="28511" y="28495"/>
                </a:lnTo>
                <a:lnTo>
                  <a:pt x="59471" y="7645"/>
                </a:lnTo>
                <a:lnTo>
                  <a:pt x="97409" y="0"/>
                </a:lnTo>
                <a:lnTo>
                  <a:pt x="1210310" y="0"/>
                </a:lnTo>
                <a:lnTo>
                  <a:pt x="1248173" y="7645"/>
                </a:lnTo>
                <a:lnTo>
                  <a:pt x="1279096" y="28495"/>
                </a:lnTo>
                <a:lnTo>
                  <a:pt x="1299946" y="59418"/>
                </a:lnTo>
                <a:lnTo>
                  <a:pt x="1307592" y="97282"/>
                </a:lnTo>
                <a:lnTo>
                  <a:pt x="1307592" y="486537"/>
                </a:lnTo>
                <a:lnTo>
                  <a:pt x="1299946" y="524474"/>
                </a:lnTo>
                <a:lnTo>
                  <a:pt x="1279096" y="555434"/>
                </a:lnTo>
                <a:lnTo>
                  <a:pt x="1248173" y="576298"/>
                </a:lnTo>
                <a:lnTo>
                  <a:pt x="1210310" y="583946"/>
                </a:lnTo>
                <a:lnTo>
                  <a:pt x="97409" y="583946"/>
                </a:lnTo>
                <a:lnTo>
                  <a:pt x="59471" y="576298"/>
                </a:lnTo>
                <a:lnTo>
                  <a:pt x="28511" y="555434"/>
                </a:lnTo>
                <a:lnTo>
                  <a:pt x="7647" y="524474"/>
                </a:lnTo>
                <a:lnTo>
                  <a:pt x="0" y="486537"/>
                </a:lnTo>
                <a:lnTo>
                  <a:pt x="0" y="97282"/>
                </a:lnTo>
                <a:close/>
              </a:path>
            </a:pathLst>
          </a:custGeom>
          <a:ln w="12700">
            <a:solidFill>
              <a:srgbClr val="172C51"/>
            </a:solidFill>
          </a:ln>
        </p:spPr>
        <p:txBody>
          <a:bodyPr wrap="square" lIns="0" tIns="0" rIns="0" bIns="0" rtlCol="0"/>
          <a:lstStyle/>
          <a:p>
            <a:endParaRPr/>
          </a:p>
        </p:txBody>
      </p:sp>
      <p:sp>
        <p:nvSpPr>
          <p:cNvPr id="20" name="object 20"/>
          <p:cNvSpPr txBox="1"/>
          <p:nvPr/>
        </p:nvSpPr>
        <p:spPr>
          <a:xfrm>
            <a:off x="7531100" y="3907663"/>
            <a:ext cx="422909" cy="208279"/>
          </a:xfrm>
          <a:prstGeom prst="rect">
            <a:avLst/>
          </a:prstGeom>
        </p:spPr>
        <p:txBody>
          <a:bodyPr vert="horz" wrap="square" lIns="0" tIns="12700" rIns="0" bIns="0" rtlCol="0">
            <a:spAutoFit/>
          </a:bodyPr>
          <a:lstStyle/>
          <a:p>
            <a:pPr marL="12700">
              <a:lnSpc>
                <a:spcPct val="100000"/>
              </a:lnSpc>
              <a:spcBef>
                <a:spcPts val="100"/>
              </a:spcBef>
            </a:pPr>
            <a:r>
              <a:rPr sz="1200" b="1" spc="-50" dirty="0">
                <a:latin typeface="Arial"/>
                <a:cs typeface="Arial"/>
              </a:rPr>
              <a:t>Tasks</a:t>
            </a:r>
            <a:endParaRPr sz="1200">
              <a:latin typeface="Arial"/>
              <a:cs typeface="Arial"/>
            </a:endParaRPr>
          </a:p>
        </p:txBody>
      </p:sp>
      <p:grpSp>
        <p:nvGrpSpPr>
          <p:cNvPr id="21" name="object 21"/>
          <p:cNvGrpSpPr/>
          <p:nvPr/>
        </p:nvGrpSpPr>
        <p:grpSpPr>
          <a:xfrm>
            <a:off x="6505575" y="1072133"/>
            <a:ext cx="803275" cy="390525"/>
            <a:chOff x="6505575" y="1072133"/>
            <a:chExt cx="803275" cy="390525"/>
          </a:xfrm>
        </p:grpSpPr>
        <p:sp>
          <p:nvSpPr>
            <p:cNvPr id="22" name="object 22"/>
            <p:cNvSpPr/>
            <p:nvPr/>
          </p:nvSpPr>
          <p:spPr>
            <a:xfrm>
              <a:off x="6511925" y="1078483"/>
              <a:ext cx="790575" cy="377825"/>
            </a:xfrm>
            <a:custGeom>
              <a:avLst/>
              <a:gdLst/>
              <a:ahLst/>
              <a:cxnLst/>
              <a:rect l="l" t="t" r="r" b="b"/>
              <a:pathLst>
                <a:path w="790575" h="377825">
                  <a:moveTo>
                    <a:pt x="727075" y="0"/>
                  </a:moveTo>
                  <a:lnTo>
                    <a:pt x="62992" y="0"/>
                  </a:lnTo>
                  <a:lnTo>
                    <a:pt x="38469" y="4949"/>
                  </a:lnTo>
                  <a:lnTo>
                    <a:pt x="18446" y="18446"/>
                  </a:lnTo>
                  <a:lnTo>
                    <a:pt x="4949" y="38469"/>
                  </a:lnTo>
                  <a:lnTo>
                    <a:pt x="0" y="62991"/>
                  </a:lnTo>
                  <a:lnTo>
                    <a:pt x="0" y="314832"/>
                  </a:lnTo>
                  <a:lnTo>
                    <a:pt x="4949" y="339355"/>
                  </a:lnTo>
                  <a:lnTo>
                    <a:pt x="18446" y="359378"/>
                  </a:lnTo>
                  <a:lnTo>
                    <a:pt x="38469" y="372875"/>
                  </a:lnTo>
                  <a:lnTo>
                    <a:pt x="62992" y="377825"/>
                  </a:lnTo>
                  <a:lnTo>
                    <a:pt x="727075" y="377825"/>
                  </a:lnTo>
                  <a:lnTo>
                    <a:pt x="751597" y="372875"/>
                  </a:lnTo>
                  <a:lnTo>
                    <a:pt x="771620" y="359378"/>
                  </a:lnTo>
                  <a:lnTo>
                    <a:pt x="785117" y="339355"/>
                  </a:lnTo>
                  <a:lnTo>
                    <a:pt x="790067" y="314832"/>
                  </a:lnTo>
                  <a:lnTo>
                    <a:pt x="790067" y="62991"/>
                  </a:lnTo>
                  <a:lnTo>
                    <a:pt x="785117" y="38469"/>
                  </a:lnTo>
                  <a:lnTo>
                    <a:pt x="771620" y="18446"/>
                  </a:lnTo>
                  <a:lnTo>
                    <a:pt x="751597" y="4949"/>
                  </a:lnTo>
                  <a:lnTo>
                    <a:pt x="727075" y="0"/>
                  </a:lnTo>
                  <a:close/>
                </a:path>
              </a:pathLst>
            </a:custGeom>
            <a:solidFill>
              <a:srgbClr val="DEEBF7"/>
            </a:solidFill>
          </p:spPr>
          <p:txBody>
            <a:bodyPr wrap="square" lIns="0" tIns="0" rIns="0" bIns="0" rtlCol="0"/>
            <a:lstStyle/>
            <a:p>
              <a:endParaRPr/>
            </a:p>
          </p:txBody>
        </p:sp>
        <p:sp>
          <p:nvSpPr>
            <p:cNvPr id="23" name="object 23"/>
            <p:cNvSpPr/>
            <p:nvPr/>
          </p:nvSpPr>
          <p:spPr>
            <a:xfrm>
              <a:off x="6511925" y="1078483"/>
              <a:ext cx="790575" cy="377825"/>
            </a:xfrm>
            <a:custGeom>
              <a:avLst/>
              <a:gdLst/>
              <a:ahLst/>
              <a:cxnLst/>
              <a:rect l="l" t="t" r="r" b="b"/>
              <a:pathLst>
                <a:path w="790575" h="377825">
                  <a:moveTo>
                    <a:pt x="0" y="62991"/>
                  </a:moveTo>
                  <a:lnTo>
                    <a:pt x="4949" y="38469"/>
                  </a:lnTo>
                  <a:lnTo>
                    <a:pt x="18446" y="18446"/>
                  </a:lnTo>
                  <a:lnTo>
                    <a:pt x="38469" y="4949"/>
                  </a:lnTo>
                  <a:lnTo>
                    <a:pt x="62992" y="0"/>
                  </a:lnTo>
                  <a:lnTo>
                    <a:pt x="727075" y="0"/>
                  </a:lnTo>
                  <a:lnTo>
                    <a:pt x="751597" y="4949"/>
                  </a:lnTo>
                  <a:lnTo>
                    <a:pt x="771620" y="18446"/>
                  </a:lnTo>
                  <a:lnTo>
                    <a:pt x="785117" y="38469"/>
                  </a:lnTo>
                  <a:lnTo>
                    <a:pt x="790067" y="62991"/>
                  </a:lnTo>
                  <a:lnTo>
                    <a:pt x="790067" y="314832"/>
                  </a:lnTo>
                  <a:lnTo>
                    <a:pt x="785117" y="339355"/>
                  </a:lnTo>
                  <a:lnTo>
                    <a:pt x="771620" y="359378"/>
                  </a:lnTo>
                  <a:lnTo>
                    <a:pt x="751597" y="372875"/>
                  </a:lnTo>
                  <a:lnTo>
                    <a:pt x="727075" y="377825"/>
                  </a:lnTo>
                  <a:lnTo>
                    <a:pt x="62992" y="377825"/>
                  </a:lnTo>
                  <a:lnTo>
                    <a:pt x="38469" y="372875"/>
                  </a:lnTo>
                  <a:lnTo>
                    <a:pt x="18446" y="359378"/>
                  </a:lnTo>
                  <a:lnTo>
                    <a:pt x="4949" y="339355"/>
                  </a:lnTo>
                  <a:lnTo>
                    <a:pt x="0" y="314832"/>
                  </a:lnTo>
                  <a:lnTo>
                    <a:pt x="0" y="62991"/>
                  </a:lnTo>
                  <a:close/>
                </a:path>
              </a:pathLst>
            </a:custGeom>
            <a:ln w="12700">
              <a:solidFill>
                <a:srgbClr val="172C51"/>
              </a:solidFill>
            </a:ln>
          </p:spPr>
          <p:txBody>
            <a:bodyPr wrap="square" lIns="0" tIns="0" rIns="0" bIns="0" rtlCol="0"/>
            <a:lstStyle/>
            <a:p>
              <a:endParaRPr/>
            </a:p>
          </p:txBody>
        </p:sp>
      </p:grpSp>
      <p:sp>
        <p:nvSpPr>
          <p:cNvPr id="24" name="object 24"/>
          <p:cNvSpPr txBox="1"/>
          <p:nvPr/>
        </p:nvSpPr>
        <p:spPr>
          <a:xfrm>
            <a:off x="6709409" y="1146809"/>
            <a:ext cx="395605" cy="208279"/>
          </a:xfrm>
          <a:prstGeom prst="rect">
            <a:avLst/>
          </a:prstGeom>
        </p:spPr>
        <p:txBody>
          <a:bodyPr vert="horz" wrap="square" lIns="0" tIns="12700" rIns="0" bIns="0" rtlCol="0">
            <a:spAutoFit/>
          </a:bodyPr>
          <a:lstStyle/>
          <a:p>
            <a:pPr marL="12700">
              <a:lnSpc>
                <a:spcPct val="100000"/>
              </a:lnSpc>
              <a:spcBef>
                <a:spcPts val="100"/>
              </a:spcBef>
            </a:pPr>
            <a:r>
              <a:rPr sz="1200" b="1" spc="-55" dirty="0">
                <a:latin typeface="Arial"/>
                <a:cs typeface="Arial"/>
              </a:rPr>
              <a:t>Tools</a:t>
            </a:r>
            <a:endParaRPr sz="1200">
              <a:latin typeface="Arial"/>
              <a:cs typeface="Arial"/>
            </a:endParaRPr>
          </a:p>
        </p:txBody>
      </p:sp>
      <p:sp>
        <p:nvSpPr>
          <p:cNvPr id="25" name="object 25"/>
          <p:cNvSpPr txBox="1"/>
          <p:nvPr/>
        </p:nvSpPr>
        <p:spPr>
          <a:xfrm>
            <a:off x="8204707" y="601471"/>
            <a:ext cx="825500" cy="299720"/>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Arial"/>
                <a:cs typeface="Arial"/>
              </a:rPr>
              <a:t>CrewAI</a:t>
            </a:r>
            <a:endParaRPr sz="1800">
              <a:latin typeface="Arial"/>
              <a:cs typeface="Arial"/>
            </a:endParaRPr>
          </a:p>
        </p:txBody>
      </p:sp>
      <p:sp>
        <p:nvSpPr>
          <p:cNvPr id="26" name="object 26"/>
          <p:cNvSpPr/>
          <p:nvPr/>
        </p:nvSpPr>
        <p:spPr>
          <a:xfrm>
            <a:off x="10397617" y="1180211"/>
            <a:ext cx="1681480" cy="818515"/>
          </a:xfrm>
          <a:custGeom>
            <a:avLst/>
            <a:gdLst/>
            <a:ahLst/>
            <a:cxnLst/>
            <a:rect l="l" t="t" r="r" b="b"/>
            <a:pathLst>
              <a:path w="1681479" h="818514">
                <a:moveTo>
                  <a:pt x="1681226" y="0"/>
                </a:moveTo>
                <a:lnTo>
                  <a:pt x="0" y="0"/>
                </a:lnTo>
                <a:lnTo>
                  <a:pt x="0" y="818514"/>
                </a:lnTo>
                <a:lnTo>
                  <a:pt x="1681226" y="818514"/>
                </a:lnTo>
                <a:lnTo>
                  <a:pt x="1681226" y="0"/>
                </a:lnTo>
                <a:close/>
              </a:path>
            </a:pathLst>
          </a:custGeom>
          <a:solidFill>
            <a:srgbClr val="FFFFFF"/>
          </a:solidFill>
        </p:spPr>
        <p:txBody>
          <a:bodyPr wrap="square" lIns="0" tIns="0" rIns="0" bIns="0" rtlCol="0"/>
          <a:lstStyle/>
          <a:p>
            <a:endParaRPr/>
          </a:p>
        </p:txBody>
      </p:sp>
      <p:sp>
        <p:nvSpPr>
          <p:cNvPr id="27" name="object 27"/>
          <p:cNvSpPr txBox="1"/>
          <p:nvPr/>
        </p:nvSpPr>
        <p:spPr>
          <a:xfrm>
            <a:off x="10477627" y="1204340"/>
            <a:ext cx="1383030" cy="697230"/>
          </a:xfrm>
          <a:prstGeom prst="rect">
            <a:avLst/>
          </a:prstGeom>
        </p:spPr>
        <p:txBody>
          <a:bodyPr vert="horz" wrap="square" lIns="0" tIns="13335" rIns="0" bIns="0" rtlCol="0">
            <a:spAutoFit/>
          </a:bodyPr>
          <a:lstStyle/>
          <a:p>
            <a:pPr marL="12700" marR="5080">
              <a:lnSpc>
                <a:spcPct val="100000"/>
              </a:lnSpc>
              <a:spcBef>
                <a:spcPts val="105"/>
              </a:spcBef>
            </a:pPr>
            <a:r>
              <a:rPr sz="1100" dirty="0">
                <a:latin typeface="Calibri"/>
                <a:cs typeface="Calibri"/>
              </a:rPr>
              <a:t>Agents</a:t>
            </a:r>
            <a:r>
              <a:rPr sz="1100" spc="-50" dirty="0">
                <a:latin typeface="Calibri"/>
                <a:cs typeface="Calibri"/>
              </a:rPr>
              <a:t> </a:t>
            </a:r>
            <a:r>
              <a:rPr sz="1100" dirty="0">
                <a:latin typeface="Calibri"/>
                <a:cs typeface="Calibri"/>
              </a:rPr>
              <a:t>can</a:t>
            </a:r>
            <a:r>
              <a:rPr sz="1100" spc="-30" dirty="0">
                <a:latin typeface="Calibri"/>
                <a:cs typeface="Calibri"/>
              </a:rPr>
              <a:t> </a:t>
            </a:r>
            <a:r>
              <a:rPr sz="1100" spc="-10" dirty="0">
                <a:latin typeface="Calibri"/>
                <a:cs typeface="Calibri"/>
              </a:rPr>
              <a:t>inherently </a:t>
            </a:r>
            <a:r>
              <a:rPr sz="1100" dirty="0">
                <a:latin typeface="Calibri"/>
                <a:cs typeface="Calibri"/>
              </a:rPr>
              <a:t>communicate</a:t>
            </a:r>
            <a:r>
              <a:rPr sz="1100" spc="-55" dirty="0">
                <a:latin typeface="Calibri"/>
                <a:cs typeface="Calibri"/>
              </a:rPr>
              <a:t> </a:t>
            </a:r>
            <a:r>
              <a:rPr sz="1100" dirty="0">
                <a:latin typeface="Calibri"/>
                <a:cs typeface="Calibri"/>
              </a:rPr>
              <a:t>with</a:t>
            </a:r>
            <a:r>
              <a:rPr sz="1100" spc="-30" dirty="0">
                <a:latin typeface="Calibri"/>
                <a:cs typeface="Calibri"/>
              </a:rPr>
              <a:t> </a:t>
            </a:r>
            <a:r>
              <a:rPr sz="1100" spc="-20" dirty="0">
                <a:latin typeface="Calibri"/>
                <a:cs typeface="Calibri"/>
              </a:rPr>
              <a:t>each </a:t>
            </a:r>
            <a:r>
              <a:rPr sz="1100" dirty="0">
                <a:latin typeface="Calibri"/>
                <a:cs typeface="Calibri"/>
              </a:rPr>
              <a:t>other</a:t>
            </a:r>
            <a:r>
              <a:rPr sz="1100" spc="-25" dirty="0">
                <a:latin typeface="Calibri"/>
                <a:cs typeface="Calibri"/>
              </a:rPr>
              <a:t> </a:t>
            </a:r>
            <a:r>
              <a:rPr sz="1100" dirty="0">
                <a:latin typeface="Calibri"/>
                <a:cs typeface="Calibri"/>
              </a:rPr>
              <a:t>to</a:t>
            </a:r>
            <a:r>
              <a:rPr sz="1100" spc="-10" dirty="0">
                <a:latin typeface="Calibri"/>
                <a:cs typeface="Calibri"/>
              </a:rPr>
              <a:t> </a:t>
            </a:r>
            <a:r>
              <a:rPr sz="1100" dirty="0">
                <a:latin typeface="Calibri"/>
                <a:cs typeface="Calibri"/>
              </a:rPr>
              <a:t>delegate</a:t>
            </a:r>
            <a:r>
              <a:rPr sz="1100" spc="-15" dirty="0">
                <a:latin typeface="Calibri"/>
                <a:cs typeface="Calibri"/>
              </a:rPr>
              <a:t> </a:t>
            </a:r>
            <a:r>
              <a:rPr sz="1100" spc="-10" dirty="0">
                <a:latin typeface="Calibri"/>
                <a:cs typeface="Calibri"/>
              </a:rPr>
              <a:t>tasks seamlessly.</a:t>
            </a:r>
            <a:endParaRPr sz="1100">
              <a:latin typeface="Calibri"/>
              <a:cs typeface="Calibri"/>
            </a:endParaRPr>
          </a:p>
        </p:txBody>
      </p:sp>
      <p:sp>
        <p:nvSpPr>
          <p:cNvPr id="28" name="object 28"/>
          <p:cNvSpPr/>
          <p:nvPr/>
        </p:nvSpPr>
        <p:spPr>
          <a:xfrm>
            <a:off x="10702035" y="3486835"/>
            <a:ext cx="1459230" cy="833119"/>
          </a:xfrm>
          <a:custGeom>
            <a:avLst/>
            <a:gdLst/>
            <a:ahLst/>
            <a:cxnLst/>
            <a:rect l="l" t="t" r="r" b="b"/>
            <a:pathLst>
              <a:path w="1459229" h="833120">
                <a:moveTo>
                  <a:pt x="1458849" y="0"/>
                </a:moveTo>
                <a:lnTo>
                  <a:pt x="0" y="0"/>
                </a:lnTo>
                <a:lnTo>
                  <a:pt x="0" y="832942"/>
                </a:lnTo>
                <a:lnTo>
                  <a:pt x="1458849" y="832942"/>
                </a:lnTo>
                <a:lnTo>
                  <a:pt x="1458849" y="0"/>
                </a:lnTo>
                <a:close/>
              </a:path>
            </a:pathLst>
          </a:custGeom>
          <a:solidFill>
            <a:srgbClr val="FFFFFF"/>
          </a:solidFill>
        </p:spPr>
        <p:txBody>
          <a:bodyPr wrap="square" lIns="0" tIns="0" rIns="0" bIns="0" rtlCol="0"/>
          <a:lstStyle/>
          <a:p>
            <a:endParaRPr/>
          </a:p>
        </p:txBody>
      </p:sp>
      <p:sp>
        <p:nvSpPr>
          <p:cNvPr id="29" name="object 29"/>
          <p:cNvSpPr txBox="1"/>
          <p:nvPr/>
        </p:nvSpPr>
        <p:spPr>
          <a:xfrm>
            <a:off x="10782045" y="3511422"/>
            <a:ext cx="1214120" cy="696595"/>
          </a:xfrm>
          <a:prstGeom prst="rect">
            <a:avLst/>
          </a:prstGeom>
        </p:spPr>
        <p:txBody>
          <a:bodyPr vert="horz" wrap="square" lIns="0" tIns="13335" rIns="0" bIns="0" rtlCol="0">
            <a:spAutoFit/>
          </a:bodyPr>
          <a:lstStyle/>
          <a:p>
            <a:pPr marL="12700" marR="5080">
              <a:lnSpc>
                <a:spcPct val="100000"/>
              </a:lnSpc>
              <a:spcBef>
                <a:spcPts val="105"/>
              </a:spcBef>
            </a:pPr>
            <a:r>
              <a:rPr sz="1100" spc="-10" dirty="0">
                <a:latin typeface="Calibri"/>
                <a:cs typeface="Calibri"/>
              </a:rPr>
              <a:t>Processes</a:t>
            </a:r>
            <a:r>
              <a:rPr sz="1100" spc="20" dirty="0">
                <a:latin typeface="Calibri"/>
                <a:cs typeface="Calibri"/>
              </a:rPr>
              <a:t> </a:t>
            </a:r>
            <a:r>
              <a:rPr sz="1100" spc="-10" dirty="0">
                <a:latin typeface="Calibri"/>
                <a:cs typeface="Calibri"/>
              </a:rPr>
              <a:t>define </a:t>
            </a:r>
            <a:r>
              <a:rPr sz="1100" dirty="0">
                <a:latin typeface="Calibri"/>
                <a:cs typeface="Calibri"/>
              </a:rPr>
              <a:t>agent</a:t>
            </a:r>
            <a:r>
              <a:rPr sz="1100" spc="-20" dirty="0">
                <a:latin typeface="Calibri"/>
                <a:cs typeface="Calibri"/>
              </a:rPr>
              <a:t> </a:t>
            </a:r>
            <a:r>
              <a:rPr sz="1100" spc="-10" dirty="0">
                <a:latin typeface="Calibri"/>
                <a:cs typeface="Calibri"/>
              </a:rPr>
              <a:t>collaboration, </a:t>
            </a:r>
            <a:r>
              <a:rPr sz="1100" dirty="0">
                <a:latin typeface="Calibri"/>
                <a:cs typeface="Calibri"/>
              </a:rPr>
              <a:t>task</a:t>
            </a:r>
            <a:r>
              <a:rPr sz="1100" spc="-15" dirty="0">
                <a:latin typeface="Calibri"/>
                <a:cs typeface="Calibri"/>
              </a:rPr>
              <a:t> </a:t>
            </a:r>
            <a:r>
              <a:rPr sz="1100" dirty="0">
                <a:latin typeface="Calibri"/>
                <a:cs typeface="Calibri"/>
              </a:rPr>
              <a:t>assignment,</a:t>
            </a:r>
            <a:r>
              <a:rPr sz="1100" spc="-30" dirty="0">
                <a:latin typeface="Calibri"/>
                <a:cs typeface="Calibri"/>
              </a:rPr>
              <a:t> </a:t>
            </a:r>
            <a:r>
              <a:rPr sz="1100" spc="-25" dirty="0">
                <a:latin typeface="Calibri"/>
                <a:cs typeface="Calibri"/>
              </a:rPr>
              <a:t>and </a:t>
            </a:r>
            <a:r>
              <a:rPr sz="1100" spc="-10" dirty="0">
                <a:latin typeface="Calibri"/>
                <a:cs typeface="Calibri"/>
              </a:rPr>
              <a:t>interaction</a:t>
            </a:r>
            <a:r>
              <a:rPr sz="1100" spc="25" dirty="0">
                <a:latin typeface="Calibri"/>
                <a:cs typeface="Calibri"/>
              </a:rPr>
              <a:t> </a:t>
            </a:r>
            <a:r>
              <a:rPr sz="1100" spc="-10" dirty="0">
                <a:latin typeface="Calibri"/>
                <a:cs typeface="Calibri"/>
              </a:rPr>
              <a:t>protocols</a:t>
            </a:r>
            <a:endParaRPr sz="1100">
              <a:latin typeface="Calibri"/>
              <a:cs typeface="Calibri"/>
            </a:endParaRPr>
          </a:p>
        </p:txBody>
      </p:sp>
      <p:sp>
        <p:nvSpPr>
          <p:cNvPr id="30" name="object 30"/>
          <p:cNvSpPr txBox="1"/>
          <p:nvPr/>
        </p:nvSpPr>
        <p:spPr>
          <a:xfrm>
            <a:off x="7474457" y="4833569"/>
            <a:ext cx="994410" cy="300355"/>
          </a:xfrm>
          <a:prstGeom prst="rect">
            <a:avLst/>
          </a:prstGeom>
        </p:spPr>
        <p:txBody>
          <a:bodyPr vert="horz" wrap="square" lIns="0" tIns="12700" rIns="0" bIns="0" rtlCol="0">
            <a:spAutoFit/>
          </a:bodyPr>
          <a:lstStyle/>
          <a:p>
            <a:pPr marL="12700">
              <a:lnSpc>
                <a:spcPct val="100000"/>
              </a:lnSpc>
              <a:spcBef>
                <a:spcPts val="100"/>
              </a:spcBef>
            </a:pPr>
            <a:r>
              <a:rPr sz="1800" b="1" spc="-25" dirty="0">
                <a:latin typeface="Arial"/>
                <a:cs typeface="Arial"/>
              </a:rPr>
              <a:t>Outcome</a:t>
            </a:r>
            <a:endParaRPr sz="1800">
              <a:latin typeface="Arial"/>
              <a:cs typeface="Arial"/>
            </a:endParaRPr>
          </a:p>
        </p:txBody>
      </p:sp>
      <p:sp>
        <p:nvSpPr>
          <p:cNvPr id="31" name="object 31"/>
          <p:cNvSpPr/>
          <p:nvPr/>
        </p:nvSpPr>
        <p:spPr>
          <a:xfrm>
            <a:off x="5532246" y="3799840"/>
            <a:ext cx="1026160" cy="818515"/>
          </a:xfrm>
          <a:custGeom>
            <a:avLst/>
            <a:gdLst/>
            <a:ahLst/>
            <a:cxnLst/>
            <a:rect l="l" t="t" r="r" b="b"/>
            <a:pathLst>
              <a:path w="1026159" h="818514">
                <a:moveTo>
                  <a:pt x="1025537" y="0"/>
                </a:moveTo>
                <a:lnTo>
                  <a:pt x="0" y="0"/>
                </a:lnTo>
                <a:lnTo>
                  <a:pt x="0" y="818515"/>
                </a:lnTo>
                <a:lnTo>
                  <a:pt x="1025537" y="818515"/>
                </a:lnTo>
                <a:lnTo>
                  <a:pt x="1025537" y="0"/>
                </a:lnTo>
                <a:close/>
              </a:path>
            </a:pathLst>
          </a:custGeom>
          <a:solidFill>
            <a:srgbClr val="FFFFFF"/>
          </a:solidFill>
        </p:spPr>
        <p:txBody>
          <a:bodyPr wrap="square" lIns="0" tIns="0" rIns="0" bIns="0" rtlCol="0"/>
          <a:lstStyle/>
          <a:p>
            <a:endParaRPr/>
          </a:p>
        </p:txBody>
      </p:sp>
      <p:sp>
        <p:nvSpPr>
          <p:cNvPr id="32" name="object 32"/>
          <p:cNvSpPr txBox="1"/>
          <p:nvPr/>
        </p:nvSpPr>
        <p:spPr>
          <a:xfrm>
            <a:off x="5612384" y="3824477"/>
            <a:ext cx="866140" cy="696595"/>
          </a:xfrm>
          <a:prstGeom prst="rect">
            <a:avLst/>
          </a:prstGeom>
        </p:spPr>
        <p:txBody>
          <a:bodyPr vert="horz" wrap="square" lIns="0" tIns="12700" rIns="0" bIns="0" rtlCol="0">
            <a:spAutoFit/>
          </a:bodyPr>
          <a:lstStyle/>
          <a:p>
            <a:pPr marL="12700" marR="5080" indent="-635" algn="ctr">
              <a:lnSpc>
                <a:spcPct val="100000"/>
              </a:lnSpc>
              <a:spcBef>
                <a:spcPts val="100"/>
              </a:spcBef>
            </a:pPr>
            <a:r>
              <a:rPr sz="1100" dirty="0">
                <a:latin typeface="Calibri"/>
                <a:cs typeface="Calibri"/>
              </a:rPr>
              <a:t>Tasks</a:t>
            </a:r>
            <a:r>
              <a:rPr sz="1100" spc="-25" dirty="0">
                <a:latin typeface="Calibri"/>
                <a:cs typeface="Calibri"/>
              </a:rPr>
              <a:t> can </a:t>
            </a:r>
            <a:r>
              <a:rPr sz="1100" dirty="0">
                <a:latin typeface="Calibri"/>
                <a:cs typeface="Calibri"/>
              </a:rPr>
              <a:t>override</a:t>
            </a:r>
            <a:r>
              <a:rPr sz="1100" spc="-50" dirty="0">
                <a:latin typeface="Calibri"/>
                <a:cs typeface="Calibri"/>
              </a:rPr>
              <a:t> </a:t>
            </a:r>
            <a:r>
              <a:rPr sz="1100" spc="-10" dirty="0">
                <a:latin typeface="Calibri"/>
                <a:cs typeface="Calibri"/>
              </a:rPr>
              <a:t>agent </a:t>
            </a:r>
            <a:r>
              <a:rPr sz="1100" dirty="0">
                <a:latin typeface="Calibri"/>
                <a:cs typeface="Calibri"/>
              </a:rPr>
              <a:t>tools</a:t>
            </a:r>
            <a:r>
              <a:rPr sz="1100" spc="-45" dirty="0">
                <a:latin typeface="Calibri"/>
                <a:cs typeface="Calibri"/>
              </a:rPr>
              <a:t> </a:t>
            </a:r>
            <a:r>
              <a:rPr sz="1100" dirty="0">
                <a:latin typeface="Calibri"/>
                <a:cs typeface="Calibri"/>
              </a:rPr>
              <a:t>and </a:t>
            </a:r>
            <a:r>
              <a:rPr sz="1100" spc="-20" dirty="0">
                <a:latin typeface="Calibri"/>
                <a:cs typeface="Calibri"/>
              </a:rPr>
              <a:t>work </a:t>
            </a:r>
            <a:r>
              <a:rPr sz="1100" spc="-10" dirty="0">
                <a:latin typeface="Calibri"/>
                <a:cs typeface="Calibri"/>
              </a:rPr>
              <a:t>seamlessly</a:t>
            </a:r>
            <a:endParaRPr sz="1100">
              <a:latin typeface="Calibri"/>
              <a:cs typeface="Calibri"/>
            </a:endParaRPr>
          </a:p>
        </p:txBody>
      </p:sp>
      <p:sp>
        <p:nvSpPr>
          <p:cNvPr id="33" name="object 33"/>
          <p:cNvSpPr/>
          <p:nvPr/>
        </p:nvSpPr>
        <p:spPr>
          <a:xfrm>
            <a:off x="6248146" y="1653285"/>
            <a:ext cx="4112260" cy="3392804"/>
          </a:xfrm>
          <a:custGeom>
            <a:avLst/>
            <a:gdLst/>
            <a:ahLst/>
            <a:cxnLst/>
            <a:rect l="l" t="t" r="r" b="b"/>
            <a:pathLst>
              <a:path w="4112259" h="3392804">
                <a:moveTo>
                  <a:pt x="28702" y="1088517"/>
                </a:moveTo>
                <a:lnTo>
                  <a:pt x="127" y="1088136"/>
                </a:lnTo>
                <a:lnTo>
                  <a:pt x="0" y="1116965"/>
                </a:lnTo>
                <a:lnTo>
                  <a:pt x="28575" y="1116965"/>
                </a:lnTo>
                <a:lnTo>
                  <a:pt x="28448" y="1108583"/>
                </a:lnTo>
                <a:lnTo>
                  <a:pt x="28702" y="1088517"/>
                </a:lnTo>
                <a:close/>
              </a:path>
              <a:path w="4112259" h="3392804">
                <a:moveTo>
                  <a:pt x="30226" y="1173226"/>
                </a:moveTo>
                <a:lnTo>
                  <a:pt x="29413" y="1158494"/>
                </a:lnTo>
                <a:lnTo>
                  <a:pt x="29311" y="1156779"/>
                </a:lnTo>
                <a:lnTo>
                  <a:pt x="28981" y="1145921"/>
                </a:lnTo>
                <a:lnTo>
                  <a:pt x="28956" y="1145032"/>
                </a:lnTo>
                <a:lnTo>
                  <a:pt x="508" y="1145921"/>
                </a:lnTo>
                <a:lnTo>
                  <a:pt x="825" y="1156779"/>
                </a:lnTo>
                <a:lnTo>
                  <a:pt x="889" y="1158494"/>
                </a:lnTo>
                <a:lnTo>
                  <a:pt x="1689" y="1173226"/>
                </a:lnTo>
                <a:lnTo>
                  <a:pt x="1778" y="1174750"/>
                </a:lnTo>
                <a:lnTo>
                  <a:pt x="30226" y="1173226"/>
                </a:lnTo>
                <a:close/>
              </a:path>
              <a:path w="4112259" h="3392804">
                <a:moveTo>
                  <a:pt x="31623" y="1032510"/>
                </a:moveTo>
                <a:lnTo>
                  <a:pt x="3175" y="1029970"/>
                </a:lnTo>
                <a:lnTo>
                  <a:pt x="2781" y="1035304"/>
                </a:lnTo>
                <a:lnTo>
                  <a:pt x="1270" y="1058291"/>
                </a:lnTo>
                <a:lnTo>
                  <a:pt x="1270" y="1059180"/>
                </a:lnTo>
                <a:lnTo>
                  <a:pt x="29845" y="1060323"/>
                </a:lnTo>
                <a:lnTo>
                  <a:pt x="29946" y="1058291"/>
                </a:lnTo>
                <a:lnTo>
                  <a:pt x="31343" y="1035685"/>
                </a:lnTo>
                <a:lnTo>
                  <a:pt x="31559" y="1033272"/>
                </a:lnTo>
                <a:lnTo>
                  <a:pt x="31623" y="1032510"/>
                </a:lnTo>
                <a:close/>
              </a:path>
              <a:path w="4112259" h="3392804">
                <a:moveTo>
                  <a:pt x="35179" y="1229487"/>
                </a:moveTo>
                <a:lnTo>
                  <a:pt x="32664" y="1205992"/>
                </a:lnTo>
                <a:lnTo>
                  <a:pt x="32550" y="1204950"/>
                </a:lnTo>
                <a:lnTo>
                  <a:pt x="32258" y="1201293"/>
                </a:lnTo>
                <a:lnTo>
                  <a:pt x="3810" y="1203706"/>
                </a:lnTo>
                <a:lnTo>
                  <a:pt x="4191" y="1208532"/>
                </a:lnTo>
                <a:lnTo>
                  <a:pt x="6731" y="1232408"/>
                </a:lnTo>
                <a:lnTo>
                  <a:pt x="35179" y="1229487"/>
                </a:lnTo>
                <a:close/>
              </a:path>
              <a:path w="4112259" h="3392804">
                <a:moveTo>
                  <a:pt x="37719" y="976376"/>
                </a:moveTo>
                <a:lnTo>
                  <a:pt x="9398" y="972566"/>
                </a:lnTo>
                <a:lnTo>
                  <a:pt x="7874" y="983361"/>
                </a:lnTo>
                <a:lnTo>
                  <a:pt x="5842" y="1001268"/>
                </a:lnTo>
                <a:lnTo>
                  <a:pt x="34290" y="1004443"/>
                </a:lnTo>
                <a:lnTo>
                  <a:pt x="36195" y="987056"/>
                </a:lnTo>
                <a:lnTo>
                  <a:pt x="37719" y="976376"/>
                </a:lnTo>
                <a:close/>
              </a:path>
              <a:path w="4112259" h="3392804">
                <a:moveTo>
                  <a:pt x="43180" y="1284986"/>
                </a:moveTo>
                <a:lnTo>
                  <a:pt x="41440" y="1274813"/>
                </a:lnTo>
                <a:lnTo>
                  <a:pt x="38735" y="1257046"/>
                </a:lnTo>
                <a:lnTo>
                  <a:pt x="10541" y="1261491"/>
                </a:lnTo>
                <a:lnTo>
                  <a:pt x="13843" y="1283208"/>
                </a:lnTo>
                <a:lnTo>
                  <a:pt x="15113" y="1289939"/>
                </a:lnTo>
                <a:lnTo>
                  <a:pt x="43180" y="1284986"/>
                </a:lnTo>
                <a:close/>
              </a:path>
              <a:path w="4112259" h="3392804">
                <a:moveTo>
                  <a:pt x="46736" y="920623"/>
                </a:moveTo>
                <a:lnTo>
                  <a:pt x="18669" y="915416"/>
                </a:lnTo>
                <a:lnTo>
                  <a:pt x="15367" y="933704"/>
                </a:lnTo>
                <a:lnTo>
                  <a:pt x="13589" y="943864"/>
                </a:lnTo>
                <a:lnTo>
                  <a:pt x="41910" y="948436"/>
                </a:lnTo>
                <a:lnTo>
                  <a:pt x="44272" y="934072"/>
                </a:lnTo>
                <a:lnTo>
                  <a:pt x="46736" y="920623"/>
                </a:lnTo>
                <a:close/>
              </a:path>
              <a:path w="4112259" h="3392804">
                <a:moveTo>
                  <a:pt x="54483" y="1340231"/>
                </a:moveTo>
                <a:lnTo>
                  <a:pt x="52133" y="1330045"/>
                </a:lnTo>
                <a:lnTo>
                  <a:pt x="48514" y="1312672"/>
                </a:lnTo>
                <a:lnTo>
                  <a:pt x="20447" y="1318514"/>
                </a:lnTo>
                <a:lnTo>
                  <a:pt x="23495" y="1332611"/>
                </a:lnTo>
                <a:lnTo>
                  <a:pt x="26670" y="1346708"/>
                </a:lnTo>
                <a:lnTo>
                  <a:pt x="54483" y="1340231"/>
                </a:lnTo>
                <a:close/>
              </a:path>
              <a:path w="4112259" h="3392804">
                <a:moveTo>
                  <a:pt x="59143" y="866013"/>
                </a:moveTo>
                <a:lnTo>
                  <a:pt x="30988" y="858520"/>
                </a:lnTo>
                <a:lnTo>
                  <a:pt x="30607" y="859917"/>
                </a:lnTo>
                <a:lnTo>
                  <a:pt x="24638" y="886968"/>
                </a:lnTo>
                <a:lnTo>
                  <a:pt x="52578" y="893191"/>
                </a:lnTo>
                <a:lnTo>
                  <a:pt x="58356" y="867054"/>
                </a:lnTo>
                <a:lnTo>
                  <a:pt x="58445" y="866635"/>
                </a:lnTo>
                <a:lnTo>
                  <a:pt x="58521" y="866381"/>
                </a:lnTo>
                <a:lnTo>
                  <a:pt x="58623" y="866013"/>
                </a:lnTo>
                <a:lnTo>
                  <a:pt x="59143" y="866013"/>
                </a:lnTo>
                <a:close/>
              </a:path>
              <a:path w="4112259" h="3392804">
                <a:moveTo>
                  <a:pt x="68961" y="1394714"/>
                </a:moveTo>
                <a:lnTo>
                  <a:pt x="63271" y="1374990"/>
                </a:lnTo>
                <a:lnTo>
                  <a:pt x="63207" y="1374775"/>
                </a:lnTo>
                <a:lnTo>
                  <a:pt x="63093" y="1374406"/>
                </a:lnTo>
                <a:lnTo>
                  <a:pt x="63017" y="1374013"/>
                </a:lnTo>
                <a:lnTo>
                  <a:pt x="61341" y="1367536"/>
                </a:lnTo>
                <a:lnTo>
                  <a:pt x="33655" y="1374775"/>
                </a:lnTo>
                <a:lnTo>
                  <a:pt x="35560" y="1381760"/>
                </a:lnTo>
                <a:lnTo>
                  <a:pt x="41529" y="1402588"/>
                </a:lnTo>
                <a:lnTo>
                  <a:pt x="68961" y="1394714"/>
                </a:lnTo>
                <a:close/>
              </a:path>
              <a:path w="4112259" h="3392804">
                <a:moveTo>
                  <a:pt x="73660" y="811530"/>
                </a:moveTo>
                <a:lnTo>
                  <a:pt x="46482" y="802767"/>
                </a:lnTo>
                <a:lnTo>
                  <a:pt x="43815" y="811149"/>
                </a:lnTo>
                <a:lnTo>
                  <a:pt x="38481" y="830834"/>
                </a:lnTo>
                <a:lnTo>
                  <a:pt x="66040" y="838327"/>
                </a:lnTo>
                <a:lnTo>
                  <a:pt x="70840" y="820407"/>
                </a:lnTo>
                <a:lnTo>
                  <a:pt x="73660" y="811530"/>
                </a:lnTo>
                <a:close/>
              </a:path>
              <a:path w="4112259" h="3392804">
                <a:moveTo>
                  <a:pt x="86614" y="1447927"/>
                </a:moveTo>
                <a:lnTo>
                  <a:pt x="85204" y="1444498"/>
                </a:lnTo>
                <a:lnTo>
                  <a:pt x="77216" y="1421257"/>
                </a:lnTo>
                <a:lnTo>
                  <a:pt x="50292" y="1430655"/>
                </a:lnTo>
                <a:lnTo>
                  <a:pt x="58420" y="1454277"/>
                </a:lnTo>
                <a:lnTo>
                  <a:pt x="59817" y="1457960"/>
                </a:lnTo>
                <a:lnTo>
                  <a:pt x="86614" y="1447927"/>
                </a:lnTo>
                <a:close/>
              </a:path>
              <a:path w="4112259" h="3392804">
                <a:moveTo>
                  <a:pt x="91567" y="757936"/>
                </a:moveTo>
                <a:lnTo>
                  <a:pt x="64770" y="747903"/>
                </a:lnTo>
                <a:lnTo>
                  <a:pt x="59182" y="763143"/>
                </a:lnTo>
                <a:lnTo>
                  <a:pt x="55118" y="775589"/>
                </a:lnTo>
                <a:lnTo>
                  <a:pt x="82423" y="784225"/>
                </a:lnTo>
                <a:lnTo>
                  <a:pt x="86233" y="772160"/>
                </a:lnTo>
                <a:lnTo>
                  <a:pt x="86309" y="771918"/>
                </a:lnTo>
                <a:lnTo>
                  <a:pt x="91567" y="757936"/>
                </a:lnTo>
                <a:close/>
              </a:path>
              <a:path w="4112259" h="3392804">
                <a:moveTo>
                  <a:pt x="107188" y="1500378"/>
                </a:moveTo>
                <a:lnTo>
                  <a:pt x="102743" y="1489976"/>
                </a:lnTo>
                <a:lnTo>
                  <a:pt x="96520" y="1474343"/>
                </a:lnTo>
                <a:lnTo>
                  <a:pt x="69977" y="1485011"/>
                </a:lnTo>
                <a:lnTo>
                  <a:pt x="76835" y="1502029"/>
                </a:lnTo>
                <a:lnTo>
                  <a:pt x="81026" y="1511808"/>
                </a:lnTo>
                <a:lnTo>
                  <a:pt x="107188" y="1500378"/>
                </a:lnTo>
                <a:close/>
              </a:path>
              <a:path w="4112259" h="3392804">
                <a:moveTo>
                  <a:pt x="112268" y="705358"/>
                </a:moveTo>
                <a:lnTo>
                  <a:pt x="85979" y="694182"/>
                </a:lnTo>
                <a:lnTo>
                  <a:pt x="76835" y="715645"/>
                </a:lnTo>
                <a:lnTo>
                  <a:pt x="74676" y="721106"/>
                </a:lnTo>
                <a:lnTo>
                  <a:pt x="101473" y="731139"/>
                </a:lnTo>
                <a:lnTo>
                  <a:pt x="103505" y="725932"/>
                </a:lnTo>
                <a:lnTo>
                  <a:pt x="112268" y="705358"/>
                </a:lnTo>
                <a:close/>
              </a:path>
              <a:path w="4112259" h="3392804">
                <a:moveTo>
                  <a:pt x="135636" y="653923"/>
                </a:moveTo>
                <a:lnTo>
                  <a:pt x="109855" y="641604"/>
                </a:lnTo>
                <a:lnTo>
                  <a:pt x="97409" y="667258"/>
                </a:lnTo>
                <a:lnTo>
                  <a:pt x="123190" y="679704"/>
                </a:lnTo>
                <a:lnTo>
                  <a:pt x="135636" y="653923"/>
                </a:lnTo>
                <a:close/>
              </a:path>
              <a:path w="4112259" h="3392804">
                <a:moveTo>
                  <a:pt x="159893" y="1632839"/>
                </a:moveTo>
                <a:lnTo>
                  <a:pt x="156883" y="1564259"/>
                </a:lnTo>
                <a:lnTo>
                  <a:pt x="152946" y="1474343"/>
                </a:lnTo>
                <a:lnTo>
                  <a:pt x="152908" y="1473200"/>
                </a:lnTo>
                <a:lnTo>
                  <a:pt x="125450" y="1540268"/>
                </a:lnTo>
                <a:lnTo>
                  <a:pt x="123710" y="1536738"/>
                </a:lnTo>
                <a:lnTo>
                  <a:pt x="118872" y="1526159"/>
                </a:lnTo>
                <a:lnTo>
                  <a:pt x="92837" y="1538224"/>
                </a:lnTo>
                <a:lnTo>
                  <a:pt x="97917" y="1548892"/>
                </a:lnTo>
                <a:lnTo>
                  <a:pt x="100876" y="1554988"/>
                </a:lnTo>
                <a:lnTo>
                  <a:pt x="28067" y="1542669"/>
                </a:lnTo>
                <a:lnTo>
                  <a:pt x="159893" y="1632839"/>
                </a:lnTo>
                <a:close/>
              </a:path>
              <a:path w="4112259" h="3392804">
                <a:moveTo>
                  <a:pt x="161544" y="603758"/>
                </a:moveTo>
                <a:lnTo>
                  <a:pt x="136398" y="590296"/>
                </a:lnTo>
                <a:lnTo>
                  <a:pt x="122809" y="615442"/>
                </a:lnTo>
                <a:lnTo>
                  <a:pt x="148082" y="628904"/>
                </a:lnTo>
                <a:lnTo>
                  <a:pt x="161544" y="603758"/>
                </a:lnTo>
                <a:close/>
              </a:path>
              <a:path w="4112259" h="3392804">
                <a:moveTo>
                  <a:pt x="190119" y="555117"/>
                </a:moveTo>
                <a:lnTo>
                  <a:pt x="165608" y="540385"/>
                </a:lnTo>
                <a:lnTo>
                  <a:pt x="150876" y="564896"/>
                </a:lnTo>
                <a:lnTo>
                  <a:pt x="175387" y="579501"/>
                </a:lnTo>
                <a:lnTo>
                  <a:pt x="190119" y="555117"/>
                </a:lnTo>
                <a:close/>
              </a:path>
              <a:path w="4112259" h="3392804">
                <a:moveTo>
                  <a:pt x="221234" y="507873"/>
                </a:moveTo>
                <a:lnTo>
                  <a:pt x="197358" y="491998"/>
                </a:lnTo>
                <a:lnTo>
                  <a:pt x="181610" y="515874"/>
                </a:lnTo>
                <a:lnTo>
                  <a:pt x="205359" y="531622"/>
                </a:lnTo>
                <a:lnTo>
                  <a:pt x="221234" y="507873"/>
                </a:lnTo>
                <a:close/>
              </a:path>
              <a:path w="4112259" h="3392804">
                <a:moveTo>
                  <a:pt x="254381" y="463042"/>
                </a:moveTo>
                <a:lnTo>
                  <a:pt x="232156" y="445008"/>
                </a:lnTo>
                <a:lnTo>
                  <a:pt x="228600" y="449453"/>
                </a:lnTo>
                <a:lnTo>
                  <a:pt x="214630" y="468503"/>
                </a:lnTo>
                <a:lnTo>
                  <a:pt x="237744" y="485394"/>
                </a:lnTo>
                <a:lnTo>
                  <a:pt x="251129" y="467055"/>
                </a:lnTo>
                <a:lnTo>
                  <a:pt x="252260" y="465620"/>
                </a:lnTo>
                <a:lnTo>
                  <a:pt x="254381" y="463042"/>
                </a:lnTo>
                <a:close/>
              </a:path>
              <a:path w="4112259" h="3392804">
                <a:moveTo>
                  <a:pt x="290322" y="419481"/>
                </a:moveTo>
                <a:lnTo>
                  <a:pt x="268973" y="400558"/>
                </a:lnTo>
                <a:lnTo>
                  <a:pt x="261353" y="409067"/>
                </a:lnTo>
                <a:lnTo>
                  <a:pt x="250190" y="422910"/>
                </a:lnTo>
                <a:lnTo>
                  <a:pt x="272402" y="440817"/>
                </a:lnTo>
                <a:lnTo>
                  <a:pt x="282549" y="428332"/>
                </a:lnTo>
                <a:lnTo>
                  <a:pt x="290322" y="419481"/>
                </a:lnTo>
                <a:close/>
              </a:path>
              <a:path w="4112259" h="3392804">
                <a:moveTo>
                  <a:pt x="328422" y="377825"/>
                </a:moveTo>
                <a:lnTo>
                  <a:pt x="308102" y="357886"/>
                </a:lnTo>
                <a:lnTo>
                  <a:pt x="296151" y="369951"/>
                </a:lnTo>
                <a:lnTo>
                  <a:pt x="288023" y="379095"/>
                </a:lnTo>
                <a:lnTo>
                  <a:pt x="309372" y="398145"/>
                </a:lnTo>
                <a:lnTo>
                  <a:pt x="317233" y="389255"/>
                </a:lnTo>
                <a:lnTo>
                  <a:pt x="328422" y="377825"/>
                </a:lnTo>
                <a:close/>
              </a:path>
              <a:path w="4112259" h="3392804">
                <a:moveTo>
                  <a:pt x="368681" y="338201"/>
                </a:moveTo>
                <a:lnTo>
                  <a:pt x="349250" y="317373"/>
                </a:lnTo>
                <a:lnTo>
                  <a:pt x="333121" y="332359"/>
                </a:lnTo>
                <a:lnTo>
                  <a:pt x="328028" y="337439"/>
                </a:lnTo>
                <a:lnTo>
                  <a:pt x="348475" y="357505"/>
                </a:lnTo>
                <a:lnTo>
                  <a:pt x="353301" y="352552"/>
                </a:lnTo>
                <a:lnTo>
                  <a:pt x="368681" y="338201"/>
                </a:lnTo>
                <a:close/>
              </a:path>
              <a:path w="4112259" h="3392804">
                <a:moveTo>
                  <a:pt x="410972" y="300863"/>
                </a:moveTo>
                <a:lnTo>
                  <a:pt x="392557" y="278892"/>
                </a:lnTo>
                <a:lnTo>
                  <a:pt x="371983" y="296291"/>
                </a:lnTo>
                <a:lnTo>
                  <a:pt x="370205" y="297942"/>
                </a:lnTo>
                <a:lnTo>
                  <a:pt x="389623" y="318770"/>
                </a:lnTo>
                <a:lnTo>
                  <a:pt x="390105" y="318338"/>
                </a:lnTo>
                <a:lnTo>
                  <a:pt x="410972" y="300863"/>
                </a:lnTo>
                <a:close/>
              </a:path>
              <a:path w="4112259" h="3392804">
                <a:moveTo>
                  <a:pt x="455041" y="265557"/>
                </a:moveTo>
                <a:lnTo>
                  <a:pt x="437769" y="242951"/>
                </a:lnTo>
                <a:lnTo>
                  <a:pt x="415036" y="260223"/>
                </a:lnTo>
                <a:lnTo>
                  <a:pt x="432308" y="282956"/>
                </a:lnTo>
                <a:lnTo>
                  <a:pt x="455041" y="265557"/>
                </a:lnTo>
                <a:close/>
              </a:path>
              <a:path w="4112259" h="3392804">
                <a:moveTo>
                  <a:pt x="501015" y="232664"/>
                </a:moveTo>
                <a:lnTo>
                  <a:pt x="484759" y="209169"/>
                </a:lnTo>
                <a:lnTo>
                  <a:pt x="461264" y="225425"/>
                </a:lnTo>
                <a:lnTo>
                  <a:pt x="477393" y="248920"/>
                </a:lnTo>
                <a:lnTo>
                  <a:pt x="501015" y="232664"/>
                </a:lnTo>
                <a:close/>
              </a:path>
              <a:path w="4112259" h="3392804">
                <a:moveTo>
                  <a:pt x="548259" y="202565"/>
                </a:moveTo>
                <a:lnTo>
                  <a:pt x="533781" y="177927"/>
                </a:lnTo>
                <a:lnTo>
                  <a:pt x="529590" y="180340"/>
                </a:lnTo>
                <a:lnTo>
                  <a:pt x="509143" y="193040"/>
                </a:lnTo>
                <a:lnTo>
                  <a:pt x="524129" y="217297"/>
                </a:lnTo>
                <a:lnTo>
                  <a:pt x="544728" y="204558"/>
                </a:lnTo>
                <a:lnTo>
                  <a:pt x="548259" y="202565"/>
                </a:lnTo>
                <a:close/>
              </a:path>
              <a:path w="4112259" h="3392804">
                <a:moveTo>
                  <a:pt x="597535" y="174498"/>
                </a:moveTo>
                <a:lnTo>
                  <a:pt x="583819" y="149479"/>
                </a:lnTo>
                <a:lnTo>
                  <a:pt x="558927" y="163068"/>
                </a:lnTo>
                <a:lnTo>
                  <a:pt x="558419" y="163449"/>
                </a:lnTo>
                <a:lnTo>
                  <a:pt x="572909" y="188010"/>
                </a:lnTo>
                <a:lnTo>
                  <a:pt x="597535" y="174498"/>
                </a:lnTo>
                <a:close/>
              </a:path>
              <a:path w="4112259" h="3392804">
                <a:moveTo>
                  <a:pt x="647827" y="149352"/>
                </a:moveTo>
                <a:lnTo>
                  <a:pt x="635762" y="123571"/>
                </a:lnTo>
                <a:lnTo>
                  <a:pt x="618871" y="131445"/>
                </a:lnTo>
                <a:lnTo>
                  <a:pt x="609600" y="136144"/>
                </a:lnTo>
                <a:lnTo>
                  <a:pt x="622554" y="161544"/>
                </a:lnTo>
                <a:lnTo>
                  <a:pt x="629386" y="158089"/>
                </a:lnTo>
                <a:lnTo>
                  <a:pt x="647827" y="149352"/>
                </a:lnTo>
                <a:close/>
              </a:path>
              <a:path w="4112259" h="3392804">
                <a:moveTo>
                  <a:pt x="699389" y="126873"/>
                </a:moveTo>
                <a:lnTo>
                  <a:pt x="688848" y="100330"/>
                </a:lnTo>
                <a:lnTo>
                  <a:pt x="680466" y="103632"/>
                </a:lnTo>
                <a:lnTo>
                  <a:pt x="662178" y="111633"/>
                </a:lnTo>
                <a:lnTo>
                  <a:pt x="673481" y="137795"/>
                </a:lnTo>
                <a:lnTo>
                  <a:pt x="688009" y="131495"/>
                </a:lnTo>
                <a:lnTo>
                  <a:pt x="691197" y="130200"/>
                </a:lnTo>
                <a:lnTo>
                  <a:pt x="699389" y="126873"/>
                </a:lnTo>
                <a:close/>
              </a:path>
              <a:path w="4112259" h="3392804">
                <a:moveTo>
                  <a:pt x="752475" y="107061"/>
                </a:moveTo>
                <a:lnTo>
                  <a:pt x="742823" y="80137"/>
                </a:lnTo>
                <a:lnTo>
                  <a:pt x="715899" y="89789"/>
                </a:lnTo>
                <a:lnTo>
                  <a:pt x="725551" y="116713"/>
                </a:lnTo>
                <a:lnTo>
                  <a:pt x="752475" y="107061"/>
                </a:lnTo>
                <a:close/>
              </a:path>
              <a:path w="4112259" h="3392804">
                <a:moveTo>
                  <a:pt x="795820" y="2368423"/>
                </a:moveTo>
                <a:lnTo>
                  <a:pt x="736346" y="2368423"/>
                </a:lnTo>
                <a:lnTo>
                  <a:pt x="723620" y="2368423"/>
                </a:lnTo>
                <a:lnTo>
                  <a:pt x="722884" y="2402967"/>
                </a:lnTo>
                <a:lnTo>
                  <a:pt x="795820" y="2368423"/>
                </a:lnTo>
                <a:close/>
              </a:path>
              <a:path w="4112259" h="3392804">
                <a:moveTo>
                  <a:pt x="799846" y="2366518"/>
                </a:moveTo>
                <a:lnTo>
                  <a:pt x="724535" y="2326767"/>
                </a:lnTo>
                <a:lnTo>
                  <a:pt x="724408" y="2332304"/>
                </a:lnTo>
                <a:lnTo>
                  <a:pt x="724319" y="2336673"/>
                </a:lnTo>
                <a:lnTo>
                  <a:pt x="724242" y="2340229"/>
                </a:lnTo>
                <a:lnTo>
                  <a:pt x="724141" y="2344547"/>
                </a:lnTo>
                <a:lnTo>
                  <a:pt x="724103" y="2346642"/>
                </a:lnTo>
                <a:lnTo>
                  <a:pt x="724001" y="2351278"/>
                </a:lnTo>
                <a:lnTo>
                  <a:pt x="723887" y="2356154"/>
                </a:lnTo>
                <a:lnTo>
                  <a:pt x="723773" y="2361869"/>
                </a:lnTo>
                <a:lnTo>
                  <a:pt x="688848" y="2361438"/>
                </a:lnTo>
                <a:lnTo>
                  <a:pt x="663702" y="2361438"/>
                </a:lnTo>
                <a:lnTo>
                  <a:pt x="658622" y="2360930"/>
                </a:lnTo>
                <a:lnTo>
                  <a:pt x="657860" y="2360930"/>
                </a:lnTo>
                <a:lnTo>
                  <a:pt x="652348" y="2359279"/>
                </a:lnTo>
                <a:lnTo>
                  <a:pt x="651560" y="2359063"/>
                </a:lnTo>
                <a:lnTo>
                  <a:pt x="646176" y="2356358"/>
                </a:lnTo>
                <a:lnTo>
                  <a:pt x="645795" y="2356193"/>
                </a:lnTo>
                <a:lnTo>
                  <a:pt x="639635" y="2351786"/>
                </a:lnTo>
                <a:lnTo>
                  <a:pt x="633780" y="2346642"/>
                </a:lnTo>
                <a:lnTo>
                  <a:pt x="627634" y="2340229"/>
                </a:lnTo>
                <a:lnTo>
                  <a:pt x="624878" y="2336673"/>
                </a:lnTo>
                <a:lnTo>
                  <a:pt x="621449" y="2332304"/>
                </a:lnTo>
                <a:lnTo>
                  <a:pt x="598551" y="2292731"/>
                </a:lnTo>
                <a:lnTo>
                  <a:pt x="582422" y="2253361"/>
                </a:lnTo>
                <a:lnTo>
                  <a:pt x="567537" y="2206345"/>
                </a:lnTo>
                <a:lnTo>
                  <a:pt x="555117" y="2155571"/>
                </a:lnTo>
                <a:lnTo>
                  <a:pt x="541782" y="2079891"/>
                </a:lnTo>
                <a:lnTo>
                  <a:pt x="541705" y="2079421"/>
                </a:lnTo>
                <a:lnTo>
                  <a:pt x="536917" y="2040636"/>
                </a:lnTo>
                <a:lnTo>
                  <a:pt x="533184" y="1999488"/>
                </a:lnTo>
                <a:lnTo>
                  <a:pt x="530872" y="1957705"/>
                </a:lnTo>
                <a:lnTo>
                  <a:pt x="530098" y="1915541"/>
                </a:lnTo>
                <a:lnTo>
                  <a:pt x="523748" y="1915541"/>
                </a:lnTo>
                <a:lnTo>
                  <a:pt x="524497" y="1957324"/>
                </a:lnTo>
                <a:lnTo>
                  <a:pt x="526757" y="1998980"/>
                </a:lnTo>
                <a:lnTo>
                  <a:pt x="530402" y="2039874"/>
                </a:lnTo>
                <a:lnTo>
                  <a:pt x="535241" y="2079421"/>
                </a:lnTo>
                <a:lnTo>
                  <a:pt x="535305" y="2079891"/>
                </a:lnTo>
                <a:lnTo>
                  <a:pt x="535432" y="2080895"/>
                </a:lnTo>
                <a:lnTo>
                  <a:pt x="541655" y="2119757"/>
                </a:lnTo>
                <a:lnTo>
                  <a:pt x="553085" y="2174875"/>
                </a:lnTo>
                <a:lnTo>
                  <a:pt x="566547" y="2225167"/>
                </a:lnTo>
                <a:lnTo>
                  <a:pt x="581787" y="2269744"/>
                </a:lnTo>
                <a:lnTo>
                  <a:pt x="598678" y="2307209"/>
                </a:lnTo>
                <a:lnTo>
                  <a:pt x="622935" y="2344547"/>
                </a:lnTo>
                <a:lnTo>
                  <a:pt x="656336" y="2367153"/>
                </a:lnTo>
                <a:lnTo>
                  <a:pt x="663194" y="2367788"/>
                </a:lnTo>
                <a:lnTo>
                  <a:pt x="688848" y="2367788"/>
                </a:lnTo>
                <a:lnTo>
                  <a:pt x="723633" y="2368219"/>
                </a:lnTo>
                <a:lnTo>
                  <a:pt x="736346" y="2368219"/>
                </a:lnTo>
                <a:lnTo>
                  <a:pt x="796264" y="2368219"/>
                </a:lnTo>
                <a:lnTo>
                  <a:pt x="799846" y="2366518"/>
                </a:lnTo>
                <a:close/>
              </a:path>
              <a:path w="4112259" h="3392804">
                <a:moveTo>
                  <a:pt x="1159814" y="3357880"/>
                </a:moveTo>
                <a:lnTo>
                  <a:pt x="1100074" y="3357880"/>
                </a:lnTo>
                <a:lnTo>
                  <a:pt x="1087361" y="3357880"/>
                </a:lnTo>
                <a:lnTo>
                  <a:pt x="1086612" y="3392551"/>
                </a:lnTo>
                <a:lnTo>
                  <a:pt x="1159814" y="3357880"/>
                </a:lnTo>
                <a:close/>
              </a:path>
              <a:path w="4112259" h="3392804">
                <a:moveTo>
                  <a:pt x="1163574" y="3356102"/>
                </a:moveTo>
                <a:lnTo>
                  <a:pt x="1088263" y="3316351"/>
                </a:lnTo>
                <a:lnTo>
                  <a:pt x="1088237" y="3317367"/>
                </a:lnTo>
                <a:lnTo>
                  <a:pt x="1088123" y="3322320"/>
                </a:lnTo>
                <a:lnTo>
                  <a:pt x="1088047" y="3326130"/>
                </a:lnTo>
                <a:lnTo>
                  <a:pt x="1087970" y="3329813"/>
                </a:lnTo>
                <a:lnTo>
                  <a:pt x="1087843" y="3335578"/>
                </a:lnTo>
                <a:lnTo>
                  <a:pt x="1087729" y="3340862"/>
                </a:lnTo>
                <a:lnTo>
                  <a:pt x="1087628" y="3345599"/>
                </a:lnTo>
                <a:lnTo>
                  <a:pt x="1087501" y="3351326"/>
                </a:lnTo>
                <a:lnTo>
                  <a:pt x="1069708" y="3351022"/>
                </a:lnTo>
                <a:lnTo>
                  <a:pt x="1027430" y="3351022"/>
                </a:lnTo>
                <a:lnTo>
                  <a:pt x="1022337" y="3350514"/>
                </a:lnTo>
                <a:lnTo>
                  <a:pt x="1021715" y="3350514"/>
                </a:lnTo>
                <a:lnTo>
                  <a:pt x="1015860" y="3348799"/>
                </a:lnTo>
                <a:lnTo>
                  <a:pt x="1010043" y="3346005"/>
                </a:lnTo>
                <a:lnTo>
                  <a:pt x="1003528" y="3341522"/>
                </a:lnTo>
                <a:lnTo>
                  <a:pt x="997762" y="3336340"/>
                </a:lnTo>
                <a:lnTo>
                  <a:pt x="997000" y="3335680"/>
                </a:lnTo>
                <a:lnTo>
                  <a:pt x="973836" y="3304286"/>
                </a:lnTo>
                <a:lnTo>
                  <a:pt x="956945" y="3269996"/>
                </a:lnTo>
                <a:lnTo>
                  <a:pt x="941197" y="3228213"/>
                </a:lnTo>
                <a:lnTo>
                  <a:pt x="927227" y="3180080"/>
                </a:lnTo>
                <a:lnTo>
                  <a:pt x="911733" y="3108071"/>
                </a:lnTo>
                <a:lnTo>
                  <a:pt x="905510" y="3069463"/>
                </a:lnTo>
                <a:lnTo>
                  <a:pt x="900645" y="3030220"/>
                </a:lnTo>
                <a:lnTo>
                  <a:pt x="896912" y="2989072"/>
                </a:lnTo>
                <a:lnTo>
                  <a:pt x="894600" y="2947162"/>
                </a:lnTo>
                <a:lnTo>
                  <a:pt x="893826" y="2904998"/>
                </a:lnTo>
                <a:lnTo>
                  <a:pt x="887476" y="2904998"/>
                </a:lnTo>
                <a:lnTo>
                  <a:pt x="888225" y="2946908"/>
                </a:lnTo>
                <a:lnTo>
                  <a:pt x="890485" y="2988564"/>
                </a:lnTo>
                <a:lnTo>
                  <a:pt x="894130" y="3029458"/>
                </a:lnTo>
                <a:lnTo>
                  <a:pt x="899033" y="3069463"/>
                </a:lnTo>
                <a:lnTo>
                  <a:pt x="905383" y="3109341"/>
                </a:lnTo>
                <a:lnTo>
                  <a:pt x="916813" y="3164459"/>
                </a:lnTo>
                <a:lnTo>
                  <a:pt x="930275" y="3214751"/>
                </a:lnTo>
                <a:lnTo>
                  <a:pt x="945642" y="3259201"/>
                </a:lnTo>
                <a:lnTo>
                  <a:pt x="962406" y="3296666"/>
                </a:lnTo>
                <a:lnTo>
                  <a:pt x="986790" y="3334131"/>
                </a:lnTo>
                <a:lnTo>
                  <a:pt x="1020191" y="3356610"/>
                </a:lnTo>
                <a:lnTo>
                  <a:pt x="1077214" y="3357499"/>
                </a:lnTo>
                <a:lnTo>
                  <a:pt x="1087361" y="3357676"/>
                </a:lnTo>
                <a:lnTo>
                  <a:pt x="1100074" y="3357676"/>
                </a:lnTo>
                <a:lnTo>
                  <a:pt x="1160259" y="3357676"/>
                </a:lnTo>
                <a:lnTo>
                  <a:pt x="1163574" y="3356102"/>
                </a:lnTo>
                <a:close/>
              </a:path>
              <a:path w="4112259" h="3392804">
                <a:moveTo>
                  <a:pt x="3687445" y="840994"/>
                </a:moveTo>
                <a:lnTo>
                  <a:pt x="3658870" y="840613"/>
                </a:lnTo>
                <a:lnTo>
                  <a:pt x="3658616" y="859917"/>
                </a:lnTo>
                <a:lnTo>
                  <a:pt x="3658616" y="860552"/>
                </a:lnTo>
                <a:lnTo>
                  <a:pt x="3658844" y="868934"/>
                </a:lnTo>
                <a:lnTo>
                  <a:pt x="3658870" y="869696"/>
                </a:lnTo>
                <a:lnTo>
                  <a:pt x="3687445" y="868934"/>
                </a:lnTo>
                <a:lnTo>
                  <a:pt x="3687203" y="860552"/>
                </a:lnTo>
                <a:lnTo>
                  <a:pt x="3687191" y="859917"/>
                </a:lnTo>
                <a:lnTo>
                  <a:pt x="3687445" y="840994"/>
                </a:lnTo>
                <a:close/>
              </a:path>
              <a:path w="4112259" h="3392804">
                <a:moveTo>
                  <a:pt x="3689477" y="784479"/>
                </a:moveTo>
                <a:lnTo>
                  <a:pt x="3660902" y="782955"/>
                </a:lnTo>
                <a:lnTo>
                  <a:pt x="3659378" y="811403"/>
                </a:lnTo>
                <a:lnTo>
                  <a:pt x="3687953" y="812927"/>
                </a:lnTo>
                <a:lnTo>
                  <a:pt x="3689477" y="784479"/>
                </a:lnTo>
                <a:close/>
              </a:path>
              <a:path w="4112259" h="3392804">
                <a:moveTo>
                  <a:pt x="3689858" y="925449"/>
                </a:moveTo>
                <a:lnTo>
                  <a:pt x="3688562" y="905510"/>
                </a:lnTo>
                <a:lnTo>
                  <a:pt x="3688461" y="903871"/>
                </a:lnTo>
                <a:lnTo>
                  <a:pt x="3688397" y="903046"/>
                </a:lnTo>
                <a:lnTo>
                  <a:pt x="3688232" y="898271"/>
                </a:lnTo>
                <a:lnTo>
                  <a:pt x="3688207" y="897509"/>
                </a:lnTo>
                <a:lnTo>
                  <a:pt x="3659632" y="898271"/>
                </a:lnTo>
                <a:lnTo>
                  <a:pt x="3659797" y="903046"/>
                </a:lnTo>
                <a:lnTo>
                  <a:pt x="3659886" y="905510"/>
                </a:lnTo>
                <a:lnTo>
                  <a:pt x="3661410" y="927354"/>
                </a:lnTo>
                <a:lnTo>
                  <a:pt x="3689858" y="925449"/>
                </a:lnTo>
                <a:close/>
              </a:path>
              <a:path w="4112259" h="3392804">
                <a:moveTo>
                  <a:pt x="3694430" y="728726"/>
                </a:moveTo>
                <a:lnTo>
                  <a:pt x="3666109" y="724789"/>
                </a:lnTo>
                <a:lnTo>
                  <a:pt x="3665855" y="726440"/>
                </a:lnTo>
                <a:lnTo>
                  <a:pt x="3663188" y="753872"/>
                </a:lnTo>
                <a:lnTo>
                  <a:pt x="3691636" y="756539"/>
                </a:lnTo>
                <a:lnTo>
                  <a:pt x="3694239" y="729996"/>
                </a:lnTo>
                <a:lnTo>
                  <a:pt x="3694303" y="729361"/>
                </a:lnTo>
                <a:lnTo>
                  <a:pt x="3694430" y="728726"/>
                </a:lnTo>
                <a:close/>
              </a:path>
              <a:path w="4112259" h="3392804">
                <a:moveTo>
                  <a:pt x="3695192" y="981710"/>
                </a:moveTo>
                <a:lnTo>
                  <a:pt x="3692017" y="953389"/>
                </a:lnTo>
                <a:lnTo>
                  <a:pt x="3663569" y="956437"/>
                </a:lnTo>
                <a:lnTo>
                  <a:pt x="3666744" y="984885"/>
                </a:lnTo>
                <a:lnTo>
                  <a:pt x="3695192" y="981710"/>
                </a:lnTo>
                <a:close/>
              </a:path>
              <a:path w="4112259" h="3392804">
                <a:moveTo>
                  <a:pt x="3702558" y="672719"/>
                </a:moveTo>
                <a:lnTo>
                  <a:pt x="3674491" y="667639"/>
                </a:lnTo>
                <a:lnTo>
                  <a:pt x="3671824" y="682371"/>
                </a:lnTo>
                <a:lnTo>
                  <a:pt x="3669919" y="696468"/>
                </a:lnTo>
                <a:lnTo>
                  <a:pt x="3698240" y="700405"/>
                </a:lnTo>
                <a:lnTo>
                  <a:pt x="3700056" y="687082"/>
                </a:lnTo>
                <a:lnTo>
                  <a:pt x="3700145" y="686435"/>
                </a:lnTo>
                <a:lnTo>
                  <a:pt x="3700183" y="686079"/>
                </a:lnTo>
                <a:lnTo>
                  <a:pt x="3702558" y="672719"/>
                </a:lnTo>
                <a:close/>
              </a:path>
              <a:path w="4112259" h="3392804">
                <a:moveTo>
                  <a:pt x="3703193" y="1037082"/>
                </a:moveTo>
                <a:lnTo>
                  <a:pt x="3703078" y="1036574"/>
                </a:lnTo>
                <a:lnTo>
                  <a:pt x="3703028" y="1036370"/>
                </a:lnTo>
                <a:lnTo>
                  <a:pt x="3702939" y="1035939"/>
                </a:lnTo>
                <a:lnTo>
                  <a:pt x="3698875" y="1009523"/>
                </a:lnTo>
                <a:lnTo>
                  <a:pt x="3670681" y="1013714"/>
                </a:lnTo>
                <a:lnTo>
                  <a:pt x="3674872" y="1041146"/>
                </a:lnTo>
                <a:lnTo>
                  <a:pt x="3675126" y="1042670"/>
                </a:lnTo>
                <a:lnTo>
                  <a:pt x="3703193" y="1037082"/>
                </a:lnTo>
                <a:close/>
              </a:path>
              <a:path w="4112259" h="3392804">
                <a:moveTo>
                  <a:pt x="3713607" y="617220"/>
                </a:moveTo>
                <a:lnTo>
                  <a:pt x="3685794" y="611124"/>
                </a:lnTo>
                <a:lnTo>
                  <a:pt x="3679698" y="638556"/>
                </a:lnTo>
                <a:lnTo>
                  <a:pt x="3679444" y="639572"/>
                </a:lnTo>
                <a:lnTo>
                  <a:pt x="3707638" y="644652"/>
                </a:lnTo>
                <a:lnTo>
                  <a:pt x="3707765" y="643890"/>
                </a:lnTo>
                <a:lnTo>
                  <a:pt x="3713607" y="617220"/>
                </a:lnTo>
                <a:close/>
              </a:path>
              <a:path w="4112259" h="3392804">
                <a:moveTo>
                  <a:pt x="3714623" y="1092581"/>
                </a:moveTo>
                <a:lnTo>
                  <a:pt x="3711727" y="1080516"/>
                </a:lnTo>
                <a:lnTo>
                  <a:pt x="3708654" y="1065149"/>
                </a:lnTo>
                <a:lnTo>
                  <a:pt x="3680587" y="1070610"/>
                </a:lnTo>
                <a:lnTo>
                  <a:pt x="3683762" y="1086231"/>
                </a:lnTo>
                <a:lnTo>
                  <a:pt x="3686810" y="1099185"/>
                </a:lnTo>
                <a:lnTo>
                  <a:pt x="3714623" y="1092581"/>
                </a:lnTo>
                <a:close/>
              </a:path>
              <a:path w="4112259" h="3392804">
                <a:moveTo>
                  <a:pt x="3727450" y="562483"/>
                </a:moveTo>
                <a:lnTo>
                  <a:pt x="3699891" y="555117"/>
                </a:lnTo>
                <a:lnTo>
                  <a:pt x="3692525" y="582803"/>
                </a:lnTo>
                <a:lnTo>
                  <a:pt x="3720211" y="590042"/>
                </a:lnTo>
                <a:lnTo>
                  <a:pt x="3727450" y="562483"/>
                </a:lnTo>
                <a:close/>
              </a:path>
              <a:path w="4112259" h="3392804">
                <a:moveTo>
                  <a:pt x="3728593" y="1147318"/>
                </a:moveTo>
                <a:lnTo>
                  <a:pt x="3721989" y="1123708"/>
                </a:lnTo>
                <a:lnTo>
                  <a:pt x="3721227" y="1120267"/>
                </a:lnTo>
                <a:lnTo>
                  <a:pt x="3693414" y="1126871"/>
                </a:lnTo>
                <a:lnTo>
                  <a:pt x="3694430" y="1131189"/>
                </a:lnTo>
                <a:lnTo>
                  <a:pt x="3701161" y="1155065"/>
                </a:lnTo>
                <a:lnTo>
                  <a:pt x="3728593" y="1147318"/>
                </a:lnTo>
                <a:close/>
              </a:path>
              <a:path w="4112259" h="3392804">
                <a:moveTo>
                  <a:pt x="3744341" y="509016"/>
                </a:moveTo>
                <a:lnTo>
                  <a:pt x="3717417" y="499491"/>
                </a:lnTo>
                <a:lnTo>
                  <a:pt x="3713480" y="510540"/>
                </a:lnTo>
                <a:lnTo>
                  <a:pt x="3708400" y="527177"/>
                </a:lnTo>
                <a:lnTo>
                  <a:pt x="3735705" y="535686"/>
                </a:lnTo>
                <a:lnTo>
                  <a:pt x="3740543" y="519722"/>
                </a:lnTo>
                <a:lnTo>
                  <a:pt x="3741229" y="517715"/>
                </a:lnTo>
                <a:lnTo>
                  <a:pt x="3744341" y="509016"/>
                </a:lnTo>
                <a:close/>
              </a:path>
              <a:path w="4112259" h="3392804">
                <a:moveTo>
                  <a:pt x="3745484" y="1201293"/>
                </a:moveTo>
                <a:lnTo>
                  <a:pt x="3736467" y="1174115"/>
                </a:lnTo>
                <a:lnTo>
                  <a:pt x="3709416" y="1183005"/>
                </a:lnTo>
                <a:lnTo>
                  <a:pt x="3718306" y="1210183"/>
                </a:lnTo>
                <a:lnTo>
                  <a:pt x="3745484" y="1201293"/>
                </a:lnTo>
                <a:close/>
              </a:path>
              <a:path w="4112259" h="3392804">
                <a:moveTo>
                  <a:pt x="3764153" y="456184"/>
                </a:moveTo>
                <a:lnTo>
                  <a:pt x="3737737" y="445389"/>
                </a:lnTo>
                <a:lnTo>
                  <a:pt x="3728212" y="469011"/>
                </a:lnTo>
                <a:lnTo>
                  <a:pt x="3726942" y="472567"/>
                </a:lnTo>
                <a:lnTo>
                  <a:pt x="3753866" y="482092"/>
                </a:lnTo>
                <a:lnTo>
                  <a:pt x="3754170" y="481190"/>
                </a:lnTo>
                <a:lnTo>
                  <a:pt x="3764153" y="456184"/>
                </a:lnTo>
                <a:close/>
              </a:path>
              <a:path w="4112259" h="3392804">
                <a:moveTo>
                  <a:pt x="3764915" y="1254379"/>
                </a:moveTo>
                <a:lnTo>
                  <a:pt x="3754882" y="1227582"/>
                </a:lnTo>
                <a:lnTo>
                  <a:pt x="3728212" y="1237615"/>
                </a:lnTo>
                <a:lnTo>
                  <a:pt x="3738245" y="1264412"/>
                </a:lnTo>
                <a:lnTo>
                  <a:pt x="3764915" y="1254379"/>
                </a:lnTo>
                <a:close/>
              </a:path>
              <a:path w="4112259" h="3392804">
                <a:moveTo>
                  <a:pt x="3786759" y="404241"/>
                </a:moveTo>
                <a:lnTo>
                  <a:pt x="3760724" y="392557"/>
                </a:lnTo>
                <a:lnTo>
                  <a:pt x="3749040" y="418592"/>
                </a:lnTo>
                <a:lnTo>
                  <a:pt x="3775075" y="430276"/>
                </a:lnTo>
                <a:lnTo>
                  <a:pt x="3786759" y="404241"/>
                </a:lnTo>
                <a:close/>
              </a:path>
              <a:path w="4112259" h="3392804">
                <a:moveTo>
                  <a:pt x="3812159" y="354457"/>
                </a:moveTo>
                <a:lnTo>
                  <a:pt x="3787140" y="340487"/>
                </a:lnTo>
                <a:lnTo>
                  <a:pt x="3782441" y="348869"/>
                </a:lnTo>
                <a:lnTo>
                  <a:pt x="3773678" y="366395"/>
                </a:lnTo>
                <a:lnTo>
                  <a:pt x="3799205" y="379222"/>
                </a:lnTo>
                <a:lnTo>
                  <a:pt x="3807574" y="362470"/>
                </a:lnTo>
                <a:lnTo>
                  <a:pt x="3812159" y="354457"/>
                </a:lnTo>
                <a:close/>
              </a:path>
              <a:path w="4112259" h="3392804">
                <a:moveTo>
                  <a:pt x="3840480" y="305562"/>
                </a:moveTo>
                <a:lnTo>
                  <a:pt x="3816223" y="290576"/>
                </a:lnTo>
                <a:lnTo>
                  <a:pt x="3803777" y="310515"/>
                </a:lnTo>
                <a:lnTo>
                  <a:pt x="3800983" y="315595"/>
                </a:lnTo>
                <a:lnTo>
                  <a:pt x="3826002" y="329438"/>
                </a:lnTo>
                <a:lnTo>
                  <a:pt x="3828554" y="324802"/>
                </a:lnTo>
                <a:lnTo>
                  <a:pt x="3840480" y="305562"/>
                </a:lnTo>
                <a:close/>
              </a:path>
              <a:path w="4112259" h="3392804">
                <a:moveTo>
                  <a:pt x="3871341" y="258191"/>
                </a:moveTo>
                <a:lnTo>
                  <a:pt x="3847719" y="242189"/>
                </a:lnTo>
                <a:lnTo>
                  <a:pt x="3831717" y="265938"/>
                </a:lnTo>
                <a:lnTo>
                  <a:pt x="3855466" y="281813"/>
                </a:lnTo>
                <a:lnTo>
                  <a:pt x="3871341" y="258191"/>
                </a:lnTo>
                <a:close/>
              </a:path>
              <a:path w="4112259" h="3392804">
                <a:moveTo>
                  <a:pt x="3904742" y="213360"/>
                </a:moveTo>
                <a:lnTo>
                  <a:pt x="3882517" y="195326"/>
                </a:lnTo>
                <a:lnTo>
                  <a:pt x="3877691" y="201295"/>
                </a:lnTo>
                <a:lnTo>
                  <a:pt x="3864864" y="218567"/>
                </a:lnTo>
                <a:lnTo>
                  <a:pt x="3887851" y="235585"/>
                </a:lnTo>
                <a:lnTo>
                  <a:pt x="3900157" y="218998"/>
                </a:lnTo>
                <a:lnTo>
                  <a:pt x="3901262" y="217614"/>
                </a:lnTo>
                <a:lnTo>
                  <a:pt x="3904742" y="213360"/>
                </a:lnTo>
                <a:close/>
              </a:path>
              <a:path w="4112259" h="3392804">
                <a:moveTo>
                  <a:pt x="3940937" y="170053"/>
                </a:moveTo>
                <a:lnTo>
                  <a:pt x="3919601" y="151003"/>
                </a:lnTo>
                <a:lnTo>
                  <a:pt x="3905504" y="166878"/>
                </a:lnTo>
                <a:lnTo>
                  <a:pt x="3900424" y="173101"/>
                </a:lnTo>
                <a:lnTo>
                  <a:pt x="3922649" y="191135"/>
                </a:lnTo>
                <a:lnTo>
                  <a:pt x="3926751" y="186067"/>
                </a:lnTo>
                <a:lnTo>
                  <a:pt x="3940937" y="170053"/>
                </a:lnTo>
                <a:close/>
              </a:path>
              <a:path w="4112259" h="3392804">
                <a:moveTo>
                  <a:pt x="3979545" y="128651"/>
                </a:moveTo>
                <a:lnTo>
                  <a:pt x="3959098" y="108839"/>
                </a:lnTo>
                <a:lnTo>
                  <a:pt x="3939159" y="129413"/>
                </a:lnTo>
                <a:lnTo>
                  <a:pt x="3959733" y="149225"/>
                </a:lnTo>
                <a:lnTo>
                  <a:pt x="3979545" y="128651"/>
                </a:lnTo>
                <a:close/>
              </a:path>
              <a:path w="4112259" h="3392804">
                <a:moveTo>
                  <a:pt x="4020058" y="90297"/>
                </a:moveTo>
                <a:lnTo>
                  <a:pt x="4001389" y="68580"/>
                </a:lnTo>
                <a:lnTo>
                  <a:pt x="3997947" y="71628"/>
                </a:lnTo>
                <a:lnTo>
                  <a:pt x="3980053" y="88519"/>
                </a:lnTo>
                <a:lnTo>
                  <a:pt x="3999611" y="109220"/>
                </a:lnTo>
                <a:lnTo>
                  <a:pt x="4016591" y="93205"/>
                </a:lnTo>
                <a:lnTo>
                  <a:pt x="4020058" y="90297"/>
                </a:lnTo>
                <a:close/>
              </a:path>
              <a:path w="4112259" h="3392804">
                <a:moveTo>
                  <a:pt x="4063365" y="53975"/>
                </a:moveTo>
                <a:lnTo>
                  <a:pt x="4045712" y="31496"/>
                </a:lnTo>
                <a:lnTo>
                  <a:pt x="4031996" y="42291"/>
                </a:lnTo>
                <a:lnTo>
                  <a:pt x="4023106" y="49911"/>
                </a:lnTo>
                <a:lnTo>
                  <a:pt x="4041648" y="71628"/>
                </a:lnTo>
                <a:lnTo>
                  <a:pt x="4050639" y="63944"/>
                </a:lnTo>
                <a:lnTo>
                  <a:pt x="4063365" y="53975"/>
                </a:lnTo>
                <a:close/>
              </a:path>
              <a:path w="4112259" h="3392804">
                <a:moveTo>
                  <a:pt x="4112260" y="0"/>
                </a:moveTo>
                <a:lnTo>
                  <a:pt x="4017772" y="15748"/>
                </a:lnTo>
                <a:lnTo>
                  <a:pt x="4066032" y="33655"/>
                </a:lnTo>
                <a:lnTo>
                  <a:pt x="4068191" y="85090"/>
                </a:lnTo>
                <a:lnTo>
                  <a:pt x="4112260" y="0"/>
                </a:lnTo>
                <a:close/>
              </a:path>
            </a:pathLst>
          </a:custGeom>
          <a:solidFill>
            <a:srgbClr val="4471C4"/>
          </a:solidFill>
        </p:spPr>
        <p:txBody>
          <a:bodyPr wrap="square" lIns="0" tIns="0" rIns="0" bIns="0" rtlCol="0"/>
          <a:lstStyle/>
          <a:p>
            <a:endParaRPr/>
          </a:p>
        </p:txBody>
      </p:sp>
      <p:pic>
        <p:nvPicPr>
          <p:cNvPr id="34" name="object 34"/>
          <p:cNvPicPr/>
          <p:nvPr/>
        </p:nvPicPr>
        <p:blipFill>
          <a:blip r:embed="rId3" cstate="print"/>
          <a:stretch>
            <a:fillRect/>
          </a:stretch>
        </p:blipFill>
        <p:spPr>
          <a:xfrm>
            <a:off x="156095" y="1334008"/>
            <a:ext cx="2574658" cy="1741551"/>
          </a:xfrm>
          <a:prstGeom prst="rect">
            <a:avLst/>
          </a:prstGeom>
        </p:spPr>
      </p:pic>
      <p:sp>
        <p:nvSpPr>
          <p:cNvPr id="35" name="object 35"/>
          <p:cNvSpPr txBox="1"/>
          <p:nvPr/>
        </p:nvSpPr>
        <p:spPr>
          <a:xfrm>
            <a:off x="1083360" y="1349502"/>
            <a:ext cx="718820" cy="208279"/>
          </a:xfrm>
          <a:prstGeom prst="rect">
            <a:avLst/>
          </a:prstGeom>
        </p:spPr>
        <p:txBody>
          <a:bodyPr vert="horz" wrap="square" lIns="0" tIns="12700" rIns="0" bIns="0" rtlCol="0">
            <a:spAutoFit/>
          </a:bodyPr>
          <a:lstStyle/>
          <a:p>
            <a:pPr marL="12700">
              <a:lnSpc>
                <a:spcPct val="100000"/>
              </a:lnSpc>
              <a:spcBef>
                <a:spcPts val="100"/>
              </a:spcBef>
            </a:pPr>
            <a:r>
              <a:rPr sz="1200" b="1" spc="-120" dirty="0">
                <a:latin typeface="Arial"/>
                <a:cs typeface="Arial"/>
              </a:rPr>
              <a:t>@Tool</a:t>
            </a:r>
            <a:r>
              <a:rPr sz="1200" b="1" spc="30" dirty="0">
                <a:latin typeface="Arial"/>
                <a:cs typeface="Arial"/>
              </a:rPr>
              <a:t> </a:t>
            </a:r>
            <a:r>
              <a:rPr sz="1200" b="1" spc="-25" dirty="0">
                <a:latin typeface="Arial"/>
                <a:cs typeface="Arial"/>
              </a:rPr>
              <a:t>Def</a:t>
            </a:r>
            <a:endParaRPr sz="1200">
              <a:latin typeface="Arial"/>
              <a:cs typeface="Arial"/>
            </a:endParaRPr>
          </a:p>
        </p:txBody>
      </p:sp>
      <p:sp>
        <p:nvSpPr>
          <p:cNvPr id="36" name="object 36"/>
          <p:cNvSpPr txBox="1"/>
          <p:nvPr/>
        </p:nvSpPr>
        <p:spPr>
          <a:xfrm>
            <a:off x="325932" y="1536953"/>
            <a:ext cx="1746250" cy="1306195"/>
          </a:xfrm>
          <a:prstGeom prst="rect">
            <a:avLst/>
          </a:prstGeom>
        </p:spPr>
        <p:txBody>
          <a:bodyPr vert="horz" wrap="square" lIns="0" tIns="12700" rIns="0" bIns="0" rtlCol="0">
            <a:spAutoFit/>
          </a:bodyPr>
          <a:lstStyle/>
          <a:p>
            <a:pPr marL="12700" marR="5080">
              <a:lnSpc>
                <a:spcPct val="100000"/>
              </a:lnSpc>
              <a:spcBef>
                <a:spcPts val="100"/>
              </a:spcBef>
            </a:pPr>
            <a:r>
              <a:rPr sz="1200" dirty="0">
                <a:latin typeface="Calibri"/>
                <a:cs typeface="Calibri"/>
              </a:rPr>
              <a:t>Stock</a:t>
            </a:r>
            <a:r>
              <a:rPr sz="1200" spc="-50" dirty="0">
                <a:latin typeface="Calibri"/>
                <a:cs typeface="Calibri"/>
              </a:rPr>
              <a:t> </a:t>
            </a:r>
            <a:r>
              <a:rPr sz="1200" spc="-30" dirty="0">
                <a:latin typeface="Calibri"/>
                <a:cs typeface="Calibri"/>
              </a:rPr>
              <a:t>Info</a:t>
            </a:r>
            <a:r>
              <a:rPr sz="1200" spc="-40" dirty="0">
                <a:latin typeface="Calibri"/>
                <a:cs typeface="Calibri"/>
              </a:rPr>
              <a:t> </a:t>
            </a:r>
            <a:r>
              <a:rPr sz="1200" spc="-95" dirty="0">
                <a:latin typeface="Calibri"/>
                <a:cs typeface="Calibri"/>
              </a:rPr>
              <a:t>/</a:t>
            </a:r>
            <a:r>
              <a:rPr sz="1200" spc="-35" dirty="0">
                <a:latin typeface="Calibri"/>
                <a:cs typeface="Calibri"/>
              </a:rPr>
              <a:t> </a:t>
            </a:r>
            <a:r>
              <a:rPr sz="1200" spc="-45" dirty="0">
                <a:latin typeface="Calibri"/>
                <a:cs typeface="Calibri"/>
              </a:rPr>
              <a:t>Mutual</a:t>
            </a:r>
            <a:r>
              <a:rPr sz="1200" spc="-40" dirty="0">
                <a:latin typeface="Calibri"/>
                <a:cs typeface="Calibri"/>
              </a:rPr>
              <a:t> </a:t>
            </a:r>
            <a:r>
              <a:rPr sz="1200" spc="-10" dirty="0">
                <a:latin typeface="Calibri"/>
                <a:cs typeface="Calibri"/>
              </a:rPr>
              <a:t>Fund</a:t>
            </a:r>
            <a:r>
              <a:rPr sz="1200" spc="-50" dirty="0">
                <a:latin typeface="Calibri"/>
                <a:cs typeface="Calibri"/>
              </a:rPr>
              <a:t> </a:t>
            </a:r>
            <a:r>
              <a:rPr sz="1200" spc="-20" dirty="0">
                <a:latin typeface="Calibri"/>
                <a:cs typeface="Calibri"/>
              </a:rPr>
              <a:t>Info Fundamental</a:t>
            </a:r>
            <a:r>
              <a:rPr sz="1200" spc="15" dirty="0">
                <a:latin typeface="Calibri"/>
                <a:cs typeface="Calibri"/>
              </a:rPr>
              <a:t> </a:t>
            </a:r>
            <a:r>
              <a:rPr sz="1200" spc="-10" dirty="0">
                <a:latin typeface="Calibri"/>
                <a:cs typeface="Calibri"/>
              </a:rPr>
              <a:t>Analysis Technical</a:t>
            </a:r>
            <a:r>
              <a:rPr sz="1200" spc="-25" dirty="0">
                <a:latin typeface="Calibri"/>
                <a:cs typeface="Calibri"/>
              </a:rPr>
              <a:t> </a:t>
            </a:r>
            <a:r>
              <a:rPr sz="1200" spc="-10" dirty="0">
                <a:latin typeface="Calibri"/>
                <a:cs typeface="Calibri"/>
              </a:rPr>
              <a:t>Analysis</a:t>
            </a:r>
            <a:endParaRPr sz="1200" dirty="0">
              <a:latin typeface="Calibri"/>
              <a:cs typeface="Calibri"/>
            </a:endParaRPr>
          </a:p>
          <a:p>
            <a:pPr marL="12700" marR="38100">
              <a:lnSpc>
                <a:spcPct val="100000"/>
              </a:lnSpc>
            </a:pPr>
            <a:r>
              <a:rPr sz="1200" dirty="0">
                <a:latin typeface="Calibri"/>
                <a:cs typeface="Calibri"/>
              </a:rPr>
              <a:t>Risk</a:t>
            </a:r>
            <a:r>
              <a:rPr sz="1200" spc="-40" dirty="0">
                <a:latin typeface="Calibri"/>
                <a:cs typeface="Calibri"/>
              </a:rPr>
              <a:t> </a:t>
            </a:r>
            <a:r>
              <a:rPr sz="1200" dirty="0">
                <a:latin typeface="Calibri"/>
                <a:cs typeface="Calibri"/>
              </a:rPr>
              <a:t>Analysis</a:t>
            </a:r>
            <a:r>
              <a:rPr sz="1200" spc="10" dirty="0">
                <a:latin typeface="Calibri"/>
                <a:cs typeface="Calibri"/>
              </a:rPr>
              <a:t> </a:t>
            </a:r>
            <a:r>
              <a:rPr sz="1200" spc="-110" dirty="0">
                <a:latin typeface="Calibri"/>
                <a:cs typeface="Calibri"/>
              </a:rPr>
              <a:t>–</a:t>
            </a:r>
            <a:r>
              <a:rPr sz="1200" spc="-45" dirty="0">
                <a:latin typeface="Calibri"/>
                <a:cs typeface="Calibri"/>
              </a:rPr>
              <a:t> </a:t>
            </a:r>
            <a:r>
              <a:rPr sz="1200" spc="-20" dirty="0">
                <a:latin typeface="Calibri"/>
                <a:cs typeface="Calibri"/>
              </a:rPr>
              <a:t>Beta</a:t>
            </a:r>
            <a:r>
              <a:rPr sz="1200" spc="-50" dirty="0">
                <a:latin typeface="Calibri"/>
                <a:cs typeface="Calibri"/>
              </a:rPr>
              <a:t> </a:t>
            </a:r>
            <a:r>
              <a:rPr sz="1200" dirty="0">
                <a:latin typeface="Calibri"/>
                <a:cs typeface="Calibri"/>
              </a:rPr>
              <a:t>,</a:t>
            </a:r>
            <a:r>
              <a:rPr sz="1200" spc="-45" dirty="0">
                <a:latin typeface="Calibri"/>
                <a:cs typeface="Calibri"/>
              </a:rPr>
              <a:t> </a:t>
            </a:r>
            <a:r>
              <a:rPr sz="1200" spc="-25" dirty="0">
                <a:latin typeface="Calibri"/>
                <a:cs typeface="Calibri"/>
              </a:rPr>
              <a:t>Trends Get</a:t>
            </a:r>
            <a:r>
              <a:rPr sz="1200" spc="-65" dirty="0">
                <a:latin typeface="Calibri"/>
                <a:cs typeface="Calibri"/>
              </a:rPr>
              <a:t> </a:t>
            </a:r>
            <a:r>
              <a:rPr sz="1200" spc="-10" dirty="0">
                <a:latin typeface="Calibri"/>
                <a:cs typeface="Calibri"/>
              </a:rPr>
              <a:t>News</a:t>
            </a:r>
            <a:r>
              <a:rPr sz="1200" spc="-35" dirty="0">
                <a:latin typeface="Calibri"/>
                <a:cs typeface="Calibri"/>
              </a:rPr>
              <a:t> </a:t>
            </a:r>
            <a:r>
              <a:rPr sz="1200" spc="-20" dirty="0">
                <a:latin typeface="Calibri"/>
                <a:cs typeface="Calibri"/>
              </a:rPr>
              <a:t>:</a:t>
            </a:r>
            <a:r>
              <a:rPr sz="1200" spc="-60" dirty="0">
                <a:latin typeface="Calibri"/>
                <a:cs typeface="Calibri"/>
              </a:rPr>
              <a:t> </a:t>
            </a:r>
            <a:r>
              <a:rPr sz="1200" spc="-25" dirty="0">
                <a:latin typeface="Calibri"/>
                <a:cs typeface="Calibri"/>
              </a:rPr>
              <a:t>API</a:t>
            </a:r>
            <a:r>
              <a:rPr sz="1200" spc="-50" dirty="0">
                <a:latin typeface="Calibri"/>
                <a:cs typeface="Calibri"/>
              </a:rPr>
              <a:t> </a:t>
            </a:r>
            <a:r>
              <a:rPr sz="1200" spc="-20" dirty="0">
                <a:latin typeface="Calibri"/>
                <a:cs typeface="Calibri"/>
              </a:rPr>
              <a:t>Calls</a:t>
            </a:r>
            <a:endParaRPr sz="1200" dirty="0">
              <a:latin typeface="Calibri"/>
              <a:cs typeface="Calibri"/>
            </a:endParaRPr>
          </a:p>
          <a:p>
            <a:pPr marL="699770">
              <a:lnSpc>
                <a:spcPts val="1405"/>
              </a:lnSpc>
            </a:pPr>
            <a:r>
              <a:rPr sz="1200" b="1" spc="-10" dirty="0">
                <a:latin typeface="Arial"/>
                <a:cs typeface="Arial"/>
              </a:rPr>
              <a:t>Parameters</a:t>
            </a:r>
            <a:endParaRPr sz="1200" dirty="0">
              <a:latin typeface="Arial"/>
              <a:cs typeface="Arial"/>
            </a:endParaRPr>
          </a:p>
          <a:p>
            <a:pPr marL="12700">
              <a:lnSpc>
                <a:spcPct val="100000"/>
              </a:lnSpc>
              <a:spcBef>
                <a:spcPts val="35"/>
              </a:spcBef>
            </a:pPr>
            <a:r>
              <a:rPr sz="1200" dirty="0">
                <a:latin typeface="Calibri"/>
                <a:cs typeface="Calibri"/>
              </a:rPr>
              <a:t>stock</a:t>
            </a:r>
            <a:r>
              <a:rPr sz="1200" spc="-5" dirty="0">
                <a:latin typeface="Calibri"/>
                <a:cs typeface="Calibri"/>
              </a:rPr>
              <a:t> </a:t>
            </a:r>
            <a:r>
              <a:rPr sz="1200" dirty="0">
                <a:latin typeface="Calibri"/>
                <a:cs typeface="Calibri"/>
              </a:rPr>
              <a:t>=</a:t>
            </a:r>
            <a:r>
              <a:rPr sz="1200" spc="-15" dirty="0">
                <a:latin typeface="Calibri"/>
                <a:cs typeface="Calibri"/>
              </a:rPr>
              <a:t> </a:t>
            </a:r>
            <a:r>
              <a:rPr sz="1200" spc="-10" dirty="0">
                <a:latin typeface="Calibri"/>
                <a:cs typeface="Calibri"/>
              </a:rPr>
              <a:t>yf.Ticker(ticker)</a:t>
            </a:r>
            <a:endParaRPr sz="1200" dirty="0">
              <a:latin typeface="Calibri"/>
              <a:cs typeface="Calibri"/>
            </a:endParaRPr>
          </a:p>
        </p:txBody>
      </p:sp>
      <p:pic>
        <p:nvPicPr>
          <p:cNvPr id="37" name="object 37"/>
          <p:cNvPicPr/>
          <p:nvPr/>
        </p:nvPicPr>
        <p:blipFill>
          <a:blip r:embed="rId4" cstate="print"/>
          <a:stretch>
            <a:fillRect/>
          </a:stretch>
        </p:blipFill>
        <p:spPr>
          <a:xfrm>
            <a:off x="156095" y="5393816"/>
            <a:ext cx="2574658" cy="1278407"/>
          </a:xfrm>
          <a:prstGeom prst="rect">
            <a:avLst/>
          </a:prstGeom>
        </p:spPr>
      </p:pic>
      <p:sp>
        <p:nvSpPr>
          <p:cNvPr id="38" name="object 38"/>
          <p:cNvSpPr txBox="1"/>
          <p:nvPr/>
        </p:nvSpPr>
        <p:spPr>
          <a:xfrm>
            <a:off x="967536" y="5456021"/>
            <a:ext cx="948690" cy="393065"/>
          </a:xfrm>
          <a:prstGeom prst="rect">
            <a:avLst/>
          </a:prstGeom>
        </p:spPr>
        <p:txBody>
          <a:bodyPr vert="horz" wrap="square" lIns="0" tIns="10795" rIns="0" bIns="0" rtlCol="0">
            <a:spAutoFit/>
          </a:bodyPr>
          <a:lstStyle/>
          <a:p>
            <a:pPr marL="53340" marR="5080" indent="-41275">
              <a:lnSpc>
                <a:spcPct val="100800"/>
              </a:lnSpc>
              <a:spcBef>
                <a:spcPts val="85"/>
              </a:spcBef>
            </a:pPr>
            <a:r>
              <a:rPr sz="1200" b="1" spc="-10" dirty="0">
                <a:latin typeface="Arial"/>
                <a:cs typeface="Arial"/>
              </a:rPr>
              <a:t>Load</a:t>
            </a:r>
            <a:r>
              <a:rPr sz="1200" b="1" spc="-65" dirty="0">
                <a:latin typeface="Arial"/>
                <a:cs typeface="Arial"/>
              </a:rPr>
              <a:t> </a:t>
            </a:r>
            <a:r>
              <a:rPr sz="1200" b="1" spc="-10" dirty="0">
                <a:latin typeface="Arial"/>
                <a:cs typeface="Arial"/>
              </a:rPr>
              <a:t>Models Framework</a:t>
            </a:r>
            <a:endParaRPr sz="1200">
              <a:latin typeface="Arial"/>
              <a:cs typeface="Arial"/>
            </a:endParaRPr>
          </a:p>
        </p:txBody>
      </p:sp>
      <p:sp>
        <p:nvSpPr>
          <p:cNvPr id="39" name="object 39"/>
          <p:cNvSpPr txBox="1"/>
          <p:nvPr/>
        </p:nvSpPr>
        <p:spPr>
          <a:xfrm>
            <a:off x="303072" y="5826353"/>
            <a:ext cx="71310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a:cs typeface="Calibri"/>
              </a:rPr>
              <a:t>Lang</a:t>
            </a:r>
            <a:r>
              <a:rPr sz="1200" spc="15" dirty="0">
                <a:latin typeface="Calibri"/>
                <a:cs typeface="Calibri"/>
              </a:rPr>
              <a:t> </a:t>
            </a:r>
            <a:r>
              <a:rPr sz="1200" spc="-10" dirty="0">
                <a:latin typeface="Calibri"/>
                <a:cs typeface="Calibri"/>
              </a:rPr>
              <a:t>Chain</a:t>
            </a:r>
            <a:endParaRPr sz="1200">
              <a:latin typeface="Calibri"/>
              <a:cs typeface="Calibri"/>
            </a:endParaRPr>
          </a:p>
        </p:txBody>
      </p:sp>
      <p:sp>
        <p:nvSpPr>
          <p:cNvPr id="40" name="object 40"/>
          <p:cNvSpPr txBox="1"/>
          <p:nvPr/>
        </p:nvSpPr>
        <p:spPr>
          <a:xfrm>
            <a:off x="303072" y="6004356"/>
            <a:ext cx="2190115" cy="579755"/>
          </a:xfrm>
          <a:prstGeom prst="rect">
            <a:avLst/>
          </a:prstGeom>
        </p:spPr>
        <p:txBody>
          <a:bodyPr vert="horz" wrap="square" lIns="0" tIns="10160" rIns="0" bIns="0" rtlCol="0">
            <a:spAutoFit/>
          </a:bodyPr>
          <a:lstStyle/>
          <a:p>
            <a:pPr marL="12700" marR="5080" indent="459740">
              <a:lnSpc>
                <a:spcPct val="101299"/>
              </a:lnSpc>
              <a:spcBef>
                <a:spcPts val="80"/>
              </a:spcBef>
            </a:pPr>
            <a:r>
              <a:rPr sz="1200" b="1" dirty="0">
                <a:latin typeface="Arial"/>
                <a:cs typeface="Arial"/>
              </a:rPr>
              <a:t>Hyper-</a:t>
            </a:r>
            <a:r>
              <a:rPr sz="1200" b="1" spc="-10" dirty="0">
                <a:latin typeface="Arial"/>
                <a:cs typeface="Arial"/>
              </a:rPr>
              <a:t>parameters</a:t>
            </a:r>
            <a:r>
              <a:rPr sz="1200" b="1" spc="500" dirty="0">
                <a:latin typeface="Arial"/>
                <a:cs typeface="Arial"/>
              </a:rPr>
              <a:t> </a:t>
            </a:r>
            <a:r>
              <a:rPr sz="1200" spc="-35" dirty="0">
                <a:latin typeface="Calibri"/>
                <a:cs typeface="Calibri"/>
              </a:rPr>
              <a:t>Model </a:t>
            </a:r>
            <a:r>
              <a:rPr sz="1200" dirty="0">
                <a:latin typeface="Calibri"/>
                <a:cs typeface="Calibri"/>
              </a:rPr>
              <a:t>Name</a:t>
            </a:r>
            <a:r>
              <a:rPr sz="1200" spc="-35" dirty="0">
                <a:latin typeface="Calibri"/>
                <a:cs typeface="Calibri"/>
              </a:rPr>
              <a:t> </a:t>
            </a:r>
            <a:r>
              <a:rPr sz="1200" dirty="0">
                <a:latin typeface="Calibri"/>
                <a:cs typeface="Calibri"/>
              </a:rPr>
              <a:t>,</a:t>
            </a:r>
            <a:r>
              <a:rPr sz="1200" spc="-15" dirty="0">
                <a:latin typeface="Calibri"/>
                <a:cs typeface="Calibri"/>
              </a:rPr>
              <a:t> </a:t>
            </a:r>
            <a:r>
              <a:rPr sz="1200" spc="-45" dirty="0">
                <a:latin typeface="Calibri"/>
                <a:cs typeface="Calibri"/>
              </a:rPr>
              <a:t>Temp</a:t>
            </a:r>
            <a:r>
              <a:rPr sz="1200" spc="-15" dirty="0">
                <a:latin typeface="Calibri"/>
                <a:cs typeface="Calibri"/>
              </a:rPr>
              <a:t> </a:t>
            </a:r>
            <a:r>
              <a:rPr sz="1200" dirty="0">
                <a:latin typeface="Calibri"/>
                <a:cs typeface="Calibri"/>
              </a:rPr>
              <a:t>,</a:t>
            </a:r>
            <a:r>
              <a:rPr sz="1200" spc="-15" dirty="0">
                <a:latin typeface="Calibri"/>
                <a:cs typeface="Calibri"/>
              </a:rPr>
              <a:t> </a:t>
            </a:r>
            <a:r>
              <a:rPr sz="1200" spc="-55" dirty="0">
                <a:latin typeface="Calibri"/>
                <a:cs typeface="Calibri"/>
              </a:rPr>
              <a:t>Top</a:t>
            </a:r>
            <a:r>
              <a:rPr sz="1200" spc="-20" dirty="0">
                <a:latin typeface="Calibri"/>
                <a:cs typeface="Calibri"/>
              </a:rPr>
              <a:t> </a:t>
            </a:r>
            <a:r>
              <a:rPr sz="1200" dirty="0">
                <a:latin typeface="Calibri"/>
                <a:cs typeface="Calibri"/>
              </a:rPr>
              <a:t>P</a:t>
            </a:r>
            <a:r>
              <a:rPr sz="1200" spc="-20" dirty="0">
                <a:latin typeface="Calibri"/>
                <a:cs typeface="Calibri"/>
              </a:rPr>
              <a:t> Value </a:t>
            </a:r>
            <a:r>
              <a:rPr sz="1200" dirty="0">
                <a:latin typeface="Calibri"/>
                <a:cs typeface="Calibri"/>
              </a:rPr>
              <a:t>Request</a:t>
            </a:r>
            <a:r>
              <a:rPr sz="1200" spc="-10" dirty="0">
                <a:latin typeface="Calibri"/>
                <a:cs typeface="Calibri"/>
              </a:rPr>
              <a:t> </a:t>
            </a:r>
            <a:r>
              <a:rPr sz="1200" spc="-20" dirty="0">
                <a:latin typeface="Calibri"/>
                <a:cs typeface="Calibri"/>
              </a:rPr>
              <a:t>Time</a:t>
            </a:r>
            <a:r>
              <a:rPr sz="1200" spc="-40" dirty="0">
                <a:latin typeface="Calibri"/>
                <a:cs typeface="Calibri"/>
              </a:rPr>
              <a:t> </a:t>
            </a:r>
            <a:r>
              <a:rPr sz="1200" dirty="0">
                <a:latin typeface="Calibri"/>
                <a:cs typeface="Calibri"/>
              </a:rPr>
              <a:t>Out</a:t>
            </a:r>
            <a:r>
              <a:rPr sz="1200" spc="-25" dirty="0">
                <a:latin typeface="Calibri"/>
                <a:cs typeface="Calibri"/>
              </a:rPr>
              <a:t> </a:t>
            </a:r>
            <a:r>
              <a:rPr sz="1200" dirty="0">
                <a:latin typeface="Calibri"/>
                <a:cs typeface="Calibri"/>
              </a:rPr>
              <a:t>,</a:t>
            </a:r>
            <a:r>
              <a:rPr sz="1200" spc="-5" dirty="0">
                <a:latin typeface="Calibri"/>
                <a:cs typeface="Calibri"/>
              </a:rPr>
              <a:t> </a:t>
            </a:r>
            <a:r>
              <a:rPr sz="1200" spc="-30" dirty="0">
                <a:latin typeface="Calibri"/>
                <a:cs typeface="Calibri"/>
              </a:rPr>
              <a:t>Max_tokens</a:t>
            </a:r>
            <a:r>
              <a:rPr sz="1200" spc="-55" dirty="0">
                <a:latin typeface="Calibri"/>
                <a:cs typeface="Calibri"/>
              </a:rPr>
              <a:t> </a:t>
            </a:r>
            <a:r>
              <a:rPr sz="1200" spc="-25" dirty="0">
                <a:latin typeface="Calibri"/>
                <a:cs typeface="Calibri"/>
              </a:rPr>
              <a:t>etc</a:t>
            </a:r>
            <a:endParaRPr sz="1200">
              <a:latin typeface="Calibri"/>
              <a:cs typeface="Calibri"/>
            </a:endParaRPr>
          </a:p>
        </p:txBody>
      </p:sp>
      <p:pic>
        <p:nvPicPr>
          <p:cNvPr id="41" name="object 41"/>
          <p:cNvPicPr/>
          <p:nvPr/>
        </p:nvPicPr>
        <p:blipFill>
          <a:blip r:embed="rId5" cstate="print"/>
          <a:stretch>
            <a:fillRect/>
          </a:stretch>
        </p:blipFill>
        <p:spPr>
          <a:xfrm>
            <a:off x="152603" y="3909059"/>
            <a:ext cx="2574594" cy="1240408"/>
          </a:xfrm>
          <a:prstGeom prst="rect">
            <a:avLst/>
          </a:prstGeom>
        </p:spPr>
      </p:pic>
      <p:sp>
        <p:nvSpPr>
          <p:cNvPr id="42" name="object 42"/>
          <p:cNvSpPr txBox="1"/>
          <p:nvPr/>
        </p:nvSpPr>
        <p:spPr>
          <a:xfrm>
            <a:off x="297586" y="4042994"/>
            <a:ext cx="1884680" cy="945515"/>
          </a:xfrm>
          <a:prstGeom prst="rect">
            <a:avLst/>
          </a:prstGeom>
        </p:spPr>
        <p:txBody>
          <a:bodyPr vert="horz" wrap="square" lIns="0" tIns="12065" rIns="0" bIns="0" rtlCol="0">
            <a:spAutoFit/>
          </a:bodyPr>
          <a:lstStyle/>
          <a:p>
            <a:pPr marL="12700" marR="5080" indent="585470">
              <a:lnSpc>
                <a:spcPct val="100499"/>
              </a:lnSpc>
              <a:spcBef>
                <a:spcPts val="95"/>
              </a:spcBef>
            </a:pPr>
            <a:r>
              <a:rPr sz="1200" b="1" dirty="0">
                <a:latin typeface="Arial"/>
                <a:cs typeface="Arial"/>
              </a:rPr>
              <a:t>Initialize</a:t>
            </a:r>
            <a:r>
              <a:rPr sz="1200" b="1" spc="45" dirty="0">
                <a:latin typeface="Arial"/>
                <a:cs typeface="Arial"/>
              </a:rPr>
              <a:t> </a:t>
            </a:r>
            <a:r>
              <a:rPr sz="1200" b="1" spc="-10" dirty="0">
                <a:latin typeface="Arial"/>
                <a:cs typeface="Arial"/>
              </a:rPr>
              <a:t>Agent </a:t>
            </a:r>
            <a:r>
              <a:rPr sz="1200" spc="-10" dirty="0">
                <a:latin typeface="Calibri"/>
                <a:cs typeface="Calibri"/>
              </a:rPr>
              <a:t>Researcher,</a:t>
            </a:r>
            <a:r>
              <a:rPr sz="1200" spc="-30" dirty="0">
                <a:latin typeface="Calibri"/>
                <a:cs typeface="Calibri"/>
              </a:rPr>
              <a:t> </a:t>
            </a:r>
            <a:r>
              <a:rPr sz="1200" dirty="0">
                <a:latin typeface="Calibri"/>
                <a:cs typeface="Calibri"/>
              </a:rPr>
              <a:t>Fin</a:t>
            </a:r>
            <a:r>
              <a:rPr sz="1200" spc="-40" dirty="0">
                <a:latin typeface="Calibri"/>
                <a:cs typeface="Calibri"/>
              </a:rPr>
              <a:t> </a:t>
            </a:r>
            <a:r>
              <a:rPr sz="1200" dirty="0">
                <a:latin typeface="Calibri"/>
                <a:cs typeface="Calibri"/>
              </a:rPr>
              <a:t>Analyst,</a:t>
            </a:r>
            <a:r>
              <a:rPr sz="1200" spc="-5" dirty="0">
                <a:latin typeface="Calibri"/>
                <a:cs typeface="Calibri"/>
              </a:rPr>
              <a:t> </a:t>
            </a:r>
            <a:r>
              <a:rPr sz="1200" spc="-20" dirty="0">
                <a:latin typeface="Calibri"/>
                <a:cs typeface="Calibri"/>
              </a:rPr>
              <a:t>News </a:t>
            </a:r>
            <a:r>
              <a:rPr sz="1200" dirty="0">
                <a:latin typeface="Calibri"/>
                <a:cs typeface="Calibri"/>
              </a:rPr>
              <a:t>Analyst</a:t>
            </a:r>
            <a:r>
              <a:rPr sz="1200" b="1" dirty="0">
                <a:latin typeface="Arial"/>
                <a:cs typeface="Arial"/>
              </a:rPr>
              <a:t>,</a:t>
            </a:r>
            <a:r>
              <a:rPr sz="1200" b="1" spc="-60" dirty="0">
                <a:latin typeface="Arial"/>
                <a:cs typeface="Arial"/>
              </a:rPr>
              <a:t> </a:t>
            </a:r>
            <a:r>
              <a:rPr sz="1200" spc="-10" dirty="0">
                <a:latin typeface="Calibri"/>
                <a:cs typeface="Calibri"/>
              </a:rPr>
              <a:t>Report</a:t>
            </a:r>
            <a:r>
              <a:rPr sz="1200" spc="-60" dirty="0">
                <a:latin typeface="Calibri"/>
                <a:cs typeface="Calibri"/>
              </a:rPr>
              <a:t> </a:t>
            </a:r>
            <a:r>
              <a:rPr sz="1200" spc="-10" dirty="0">
                <a:latin typeface="Calibri"/>
                <a:cs typeface="Calibri"/>
              </a:rPr>
              <a:t>Writer</a:t>
            </a:r>
            <a:endParaRPr sz="1200">
              <a:latin typeface="Calibri"/>
              <a:cs typeface="Calibri"/>
            </a:endParaRPr>
          </a:p>
          <a:p>
            <a:pPr marL="981710">
              <a:lnSpc>
                <a:spcPts val="1430"/>
              </a:lnSpc>
            </a:pPr>
            <a:r>
              <a:rPr sz="1200" b="1" spc="-20" dirty="0">
                <a:latin typeface="Arial"/>
                <a:cs typeface="Arial"/>
              </a:rPr>
              <a:t>Role</a:t>
            </a:r>
            <a:endParaRPr sz="1200">
              <a:latin typeface="Arial"/>
              <a:cs typeface="Arial"/>
            </a:endParaRPr>
          </a:p>
          <a:p>
            <a:pPr marL="12700">
              <a:lnSpc>
                <a:spcPct val="100000"/>
              </a:lnSpc>
              <a:spcBef>
                <a:spcPts val="35"/>
              </a:spcBef>
            </a:pPr>
            <a:r>
              <a:rPr sz="1200" dirty="0">
                <a:latin typeface="Calibri"/>
                <a:cs typeface="Calibri"/>
              </a:rPr>
              <a:t>Goal</a:t>
            </a:r>
            <a:r>
              <a:rPr sz="1200" spc="-35" dirty="0">
                <a:latin typeface="Calibri"/>
                <a:cs typeface="Calibri"/>
              </a:rPr>
              <a:t> </a:t>
            </a:r>
            <a:r>
              <a:rPr sz="1200" dirty="0">
                <a:latin typeface="Calibri"/>
                <a:cs typeface="Calibri"/>
              </a:rPr>
              <a:t>,</a:t>
            </a:r>
            <a:r>
              <a:rPr sz="1200" spc="-10" dirty="0">
                <a:latin typeface="Calibri"/>
                <a:cs typeface="Calibri"/>
              </a:rPr>
              <a:t> </a:t>
            </a:r>
            <a:r>
              <a:rPr sz="1200" dirty="0">
                <a:latin typeface="Calibri"/>
                <a:cs typeface="Calibri"/>
              </a:rPr>
              <a:t>Back</a:t>
            </a:r>
            <a:r>
              <a:rPr sz="1200" spc="-15" dirty="0">
                <a:latin typeface="Calibri"/>
                <a:cs typeface="Calibri"/>
              </a:rPr>
              <a:t> </a:t>
            </a:r>
            <a:r>
              <a:rPr sz="1200" spc="-10" dirty="0">
                <a:latin typeface="Calibri"/>
                <a:cs typeface="Calibri"/>
              </a:rPr>
              <a:t>story</a:t>
            </a:r>
            <a:r>
              <a:rPr sz="1200" spc="-5" dirty="0">
                <a:latin typeface="Calibri"/>
                <a:cs typeface="Calibri"/>
              </a:rPr>
              <a:t> </a:t>
            </a:r>
            <a:r>
              <a:rPr sz="1200" dirty="0">
                <a:latin typeface="Calibri"/>
                <a:cs typeface="Calibri"/>
              </a:rPr>
              <a:t>,</a:t>
            </a:r>
            <a:r>
              <a:rPr sz="1200" spc="-5" dirty="0">
                <a:latin typeface="Calibri"/>
                <a:cs typeface="Calibri"/>
              </a:rPr>
              <a:t> </a:t>
            </a:r>
            <a:r>
              <a:rPr sz="1200" spc="-20" dirty="0">
                <a:latin typeface="Calibri"/>
                <a:cs typeface="Calibri"/>
              </a:rPr>
              <a:t>Tools</a:t>
            </a:r>
            <a:endParaRPr sz="1200">
              <a:latin typeface="Calibri"/>
              <a:cs typeface="Calibri"/>
            </a:endParaRPr>
          </a:p>
        </p:txBody>
      </p:sp>
      <p:pic>
        <p:nvPicPr>
          <p:cNvPr id="43" name="object 43"/>
          <p:cNvPicPr/>
          <p:nvPr/>
        </p:nvPicPr>
        <p:blipFill>
          <a:blip r:embed="rId6" cstate="print"/>
          <a:stretch>
            <a:fillRect/>
          </a:stretch>
        </p:blipFill>
        <p:spPr>
          <a:xfrm>
            <a:off x="3184905" y="2377439"/>
            <a:ext cx="2234057" cy="1689100"/>
          </a:xfrm>
          <a:prstGeom prst="rect">
            <a:avLst/>
          </a:prstGeom>
        </p:spPr>
      </p:pic>
      <p:sp>
        <p:nvSpPr>
          <p:cNvPr id="44" name="object 44"/>
          <p:cNvSpPr txBox="1"/>
          <p:nvPr/>
        </p:nvSpPr>
        <p:spPr>
          <a:xfrm>
            <a:off x="3352291" y="2461005"/>
            <a:ext cx="1651635" cy="1310640"/>
          </a:xfrm>
          <a:prstGeom prst="rect">
            <a:avLst/>
          </a:prstGeom>
        </p:spPr>
        <p:txBody>
          <a:bodyPr vert="horz" wrap="square" lIns="0" tIns="12700" rIns="0" bIns="0" rtlCol="0">
            <a:spAutoFit/>
          </a:bodyPr>
          <a:lstStyle/>
          <a:p>
            <a:pPr marL="257810" marR="5080" indent="492125">
              <a:lnSpc>
                <a:spcPct val="100000"/>
              </a:lnSpc>
              <a:spcBef>
                <a:spcPts val="100"/>
              </a:spcBef>
            </a:pPr>
            <a:r>
              <a:rPr sz="1200" b="1" spc="-10" dirty="0">
                <a:latin typeface="Arial"/>
                <a:cs typeface="Arial"/>
              </a:rPr>
              <a:t>Tasks </a:t>
            </a:r>
            <a:r>
              <a:rPr sz="1200" b="1" dirty="0">
                <a:latin typeface="Arial"/>
                <a:cs typeface="Arial"/>
              </a:rPr>
              <a:t>Prompt</a:t>
            </a:r>
            <a:r>
              <a:rPr sz="1200" b="1" spc="-50" dirty="0">
                <a:latin typeface="Arial"/>
                <a:cs typeface="Arial"/>
              </a:rPr>
              <a:t> Fine</a:t>
            </a:r>
            <a:r>
              <a:rPr sz="1200" b="1" spc="-35" dirty="0">
                <a:latin typeface="Arial"/>
                <a:cs typeface="Arial"/>
              </a:rPr>
              <a:t> </a:t>
            </a:r>
            <a:r>
              <a:rPr sz="1200" b="1" spc="-50" dirty="0">
                <a:latin typeface="Arial"/>
                <a:cs typeface="Arial"/>
              </a:rPr>
              <a:t>Tuning</a:t>
            </a:r>
            <a:endParaRPr sz="1200">
              <a:latin typeface="Arial"/>
              <a:cs typeface="Arial"/>
            </a:endParaRPr>
          </a:p>
          <a:p>
            <a:pPr marL="186055" indent="-173355">
              <a:lnSpc>
                <a:spcPts val="1420"/>
              </a:lnSpc>
              <a:spcBef>
                <a:spcPts val="35"/>
              </a:spcBef>
              <a:buFont typeface="Arial"/>
              <a:buChar char="•"/>
              <a:tabLst>
                <a:tab pos="186055" algn="l"/>
              </a:tabLst>
            </a:pPr>
            <a:r>
              <a:rPr sz="1200" spc="-10" dirty="0">
                <a:latin typeface="Calibri"/>
                <a:cs typeface="Calibri"/>
              </a:rPr>
              <a:t>Description</a:t>
            </a:r>
            <a:endParaRPr sz="1200">
              <a:latin typeface="Calibri"/>
              <a:cs typeface="Calibri"/>
            </a:endParaRPr>
          </a:p>
          <a:p>
            <a:pPr marL="349250">
              <a:lnSpc>
                <a:spcPts val="1420"/>
              </a:lnSpc>
            </a:pPr>
            <a:r>
              <a:rPr sz="1200" b="1" spc="-25" dirty="0">
                <a:latin typeface="Arial"/>
                <a:cs typeface="Arial"/>
              </a:rPr>
              <a:t>Expected</a:t>
            </a:r>
            <a:r>
              <a:rPr sz="1200" b="1" spc="-10" dirty="0">
                <a:latin typeface="Arial"/>
                <a:cs typeface="Arial"/>
              </a:rPr>
              <a:t> Output</a:t>
            </a:r>
            <a:endParaRPr sz="1200">
              <a:latin typeface="Arial"/>
              <a:cs typeface="Arial"/>
            </a:endParaRPr>
          </a:p>
          <a:p>
            <a:pPr marL="186055" indent="-173355">
              <a:lnSpc>
                <a:spcPct val="100000"/>
              </a:lnSpc>
              <a:spcBef>
                <a:spcPts val="40"/>
              </a:spcBef>
              <a:buFont typeface="Arial"/>
              <a:buChar char="•"/>
              <a:tabLst>
                <a:tab pos="186055" algn="l"/>
              </a:tabLst>
            </a:pPr>
            <a:r>
              <a:rPr sz="1200" spc="-10" dirty="0">
                <a:latin typeface="Calibri"/>
                <a:cs typeface="Calibri"/>
              </a:rPr>
              <a:t>Agent</a:t>
            </a:r>
            <a:endParaRPr sz="1200">
              <a:latin typeface="Calibri"/>
              <a:cs typeface="Calibri"/>
            </a:endParaRPr>
          </a:p>
          <a:p>
            <a:pPr marL="186055" indent="-173355">
              <a:lnSpc>
                <a:spcPct val="100000"/>
              </a:lnSpc>
              <a:buFont typeface="Arial"/>
              <a:buChar char="•"/>
              <a:tabLst>
                <a:tab pos="186055" algn="l"/>
              </a:tabLst>
            </a:pPr>
            <a:r>
              <a:rPr sz="1200" spc="-10" dirty="0">
                <a:latin typeface="Calibri"/>
                <a:cs typeface="Calibri"/>
              </a:rPr>
              <a:t>Dependencies</a:t>
            </a:r>
            <a:endParaRPr sz="1200">
              <a:latin typeface="Calibri"/>
              <a:cs typeface="Calibri"/>
            </a:endParaRPr>
          </a:p>
          <a:p>
            <a:pPr marL="186055" indent="-173355">
              <a:lnSpc>
                <a:spcPct val="100000"/>
              </a:lnSpc>
              <a:buFont typeface="Arial"/>
              <a:buChar char="•"/>
              <a:tabLst>
                <a:tab pos="186055" algn="l"/>
              </a:tabLst>
            </a:pPr>
            <a:r>
              <a:rPr sz="1200" spc="-10" dirty="0">
                <a:latin typeface="Calibri"/>
                <a:cs typeface="Calibri"/>
              </a:rPr>
              <a:t>Context</a:t>
            </a:r>
            <a:endParaRPr sz="1200">
              <a:latin typeface="Calibri"/>
              <a:cs typeface="Calibri"/>
            </a:endParaRPr>
          </a:p>
        </p:txBody>
      </p:sp>
      <p:pic>
        <p:nvPicPr>
          <p:cNvPr id="45" name="object 45"/>
          <p:cNvPicPr/>
          <p:nvPr/>
        </p:nvPicPr>
        <p:blipFill>
          <a:blip r:embed="rId7" cstate="print"/>
          <a:stretch>
            <a:fillRect/>
          </a:stretch>
        </p:blipFill>
        <p:spPr>
          <a:xfrm>
            <a:off x="3164332" y="4876355"/>
            <a:ext cx="2275205" cy="1689100"/>
          </a:xfrm>
          <a:prstGeom prst="rect">
            <a:avLst/>
          </a:prstGeom>
        </p:spPr>
      </p:pic>
      <p:sp>
        <p:nvSpPr>
          <p:cNvPr id="46" name="object 46"/>
          <p:cNvSpPr txBox="1"/>
          <p:nvPr/>
        </p:nvSpPr>
        <p:spPr>
          <a:xfrm>
            <a:off x="3568065" y="4960366"/>
            <a:ext cx="146748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Arial"/>
                <a:cs typeface="Arial"/>
              </a:rPr>
              <a:t>Central</a:t>
            </a:r>
            <a:r>
              <a:rPr sz="1200" b="1" spc="-75" dirty="0">
                <a:latin typeface="Arial"/>
                <a:cs typeface="Arial"/>
              </a:rPr>
              <a:t> </a:t>
            </a:r>
            <a:r>
              <a:rPr sz="1200" b="1" spc="-10" dirty="0">
                <a:latin typeface="Arial"/>
                <a:cs typeface="Arial"/>
              </a:rPr>
              <a:t>orchestrator</a:t>
            </a:r>
            <a:endParaRPr sz="1200">
              <a:latin typeface="Arial"/>
              <a:cs typeface="Arial"/>
            </a:endParaRPr>
          </a:p>
        </p:txBody>
      </p:sp>
      <p:sp>
        <p:nvSpPr>
          <p:cNvPr id="47" name="object 47"/>
          <p:cNvSpPr txBox="1"/>
          <p:nvPr/>
        </p:nvSpPr>
        <p:spPr>
          <a:xfrm>
            <a:off x="3331845" y="5326126"/>
            <a:ext cx="1711325" cy="762000"/>
          </a:xfrm>
          <a:prstGeom prst="rect">
            <a:avLst/>
          </a:prstGeom>
        </p:spPr>
        <p:txBody>
          <a:bodyPr vert="horz" wrap="square" lIns="0" tIns="12700" rIns="0" bIns="0" rtlCol="0">
            <a:spAutoFit/>
          </a:bodyPr>
          <a:lstStyle/>
          <a:p>
            <a:pPr marL="241300">
              <a:lnSpc>
                <a:spcPct val="100000"/>
              </a:lnSpc>
              <a:spcBef>
                <a:spcPts val="100"/>
              </a:spcBef>
            </a:pPr>
            <a:r>
              <a:rPr sz="1200" b="1" dirty="0">
                <a:latin typeface="Arial"/>
                <a:cs typeface="Arial"/>
              </a:rPr>
              <a:t>Crew</a:t>
            </a:r>
            <a:r>
              <a:rPr sz="1200" b="1" spc="35" dirty="0">
                <a:latin typeface="Arial"/>
                <a:cs typeface="Arial"/>
              </a:rPr>
              <a:t> </a:t>
            </a:r>
            <a:r>
              <a:rPr sz="1200" b="1" spc="-35" dirty="0">
                <a:latin typeface="Arial"/>
                <a:cs typeface="Arial"/>
              </a:rPr>
              <a:t>Kick-</a:t>
            </a:r>
            <a:r>
              <a:rPr sz="1200" b="1" dirty="0">
                <a:latin typeface="Arial"/>
                <a:cs typeface="Arial"/>
              </a:rPr>
              <a:t>off</a:t>
            </a:r>
            <a:r>
              <a:rPr sz="1200" b="1" spc="15" dirty="0">
                <a:latin typeface="Arial"/>
                <a:cs typeface="Arial"/>
              </a:rPr>
              <a:t> </a:t>
            </a:r>
            <a:r>
              <a:rPr sz="1200" b="1" spc="-10" dirty="0">
                <a:latin typeface="Arial"/>
                <a:cs typeface="Arial"/>
              </a:rPr>
              <a:t>Inputs</a:t>
            </a:r>
            <a:endParaRPr sz="1200">
              <a:latin typeface="Arial"/>
              <a:cs typeface="Arial"/>
            </a:endParaRPr>
          </a:p>
          <a:p>
            <a:pPr marL="185420" indent="-172720">
              <a:lnSpc>
                <a:spcPct val="100000"/>
              </a:lnSpc>
              <a:spcBef>
                <a:spcPts val="35"/>
              </a:spcBef>
              <a:buFont typeface="Arial"/>
              <a:buChar char="•"/>
              <a:tabLst>
                <a:tab pos="185420" algn="l"/>
              </a:tabLst>
            </a:pPr>
            <a:r>
              <a:rPr sz="1200" spc="-10" dirty="0">
                <a:latin typeface="Calibri"/>
                <a:cs typeface="Calibri"/>
              </a:rPr>
              <a:t>Query</a:t>
            </a:r>
            <a:r>
              <a:rPr sz="1200" spc="-55" dirty="0">
                <a:latin typeface="Calibri"/>
                <a:cs typeface="Calibri"/>
              </a:rPr>
              <a:t> </a:t>
            </a:r>
            <a:r>
              <a:rPr sz="1200" spc="-50" dirty="0">
                <a:latin typeface="Calibri"/>
                <a:cs typeface="Calibri"/>
              </a:rPr>
              <a:t>,</a:t>
            </a:r>
            <a:endParaRPr sz="1200">
              <a:latin typeface="Calibri"/>
              <a:cs typeface="Calibri"/>
            </a:endParaRPr>
          </a:p>
          <a:p>
            <a:pPr marL="185420" indent="-172720">
              <a:lnSpc>
                <a:spcPct val="100000"/>
              </a:lnSpc>
              <a:buFont typeface="Arial"/>
              <a:buChar char="•"/>
              <a:tabLst>
                <a:tab pos="185420" algn="l"/>
              </a:tabLst>
            </a:pPr>
            <a:r>
              <a:rPr sz="1200" spc="-10" dirty="0">
                <a:latin typeface="Calibri"/>
                <a:cs typeface="Calibri"/>
              </a:rPr>
              <a:t>Default</a:t>
            </a:r>
            <a:r>
              <a:rPr sz="1200" spc="-35" dirty="0">
                <a:latin typeface="Calibri"/>
                <a:cs typeface="Calibri"/>
              </a:rPr>
              <a:t> </a:t>
            </a:r>
            <a:r>
              <a:rPr sz="1200" spc="-20" dirty="0">
                <a:latin typeface="Calibri"/>
                <a:cs typeface="Calibri"/>
              </a:rPr>
              <a:t>date</a:t>
            </a:r>
            <a:endParaRPr sz="1200">
              <a:latin typeface="Calibri"/>
              <a:cs typeface="Calibri"/>
            </a:endParaRPr>
          </a:p>
          <a:p>
            <a:pPr marL="186055" indent="-173355">
              <a:lnSpc>
                <a:spcPct val="100000"/>
              </a:lnSpc>
              <a:buFont typeface="Arial"/>
              <a:buChar char="•"/>
              <a:tabLst>
                <a:tab pos="186055" algn="l"/>
              </a:tabLst>
            </a:pPr>
            <a:r>
              <a:rPr sz="1200" dirty="0">
                <a:latin typeface="Calibri"/>
                <a:cs typeface="Calibri"/>
              </a:rPr>
              <a:t>API</a:t>
            </a:r>
            <a:r>
              <a:rPr sz="1200" spc="-40" dirty="0">
                <a:latin typeface="Calibri"/>
                <a:cs typeface="Calibri"/>
              </a:rPr>
              <a:t> </a:t>
            </a:r>
            <a:r>
              <a:rPr sz="1200" spc="-30" dirty="0">
                <a:latin typeface="Calibri"/>
                <a:cs typeface="Calibri"/>
              </a:rPr>
              <a:t>if</a:t>
            </a:r>
            <a:r>
              <a:rPr sz="1200" spc="-35" dirty="0">
                <a:latin typeface="Calibri"/>
                <a:cs typeface="Calibri"/>
              </a:rPr>
              <a:t> </a:t>
            </a:r>
            <a:r>
              <a:rPr sz="1200" spc="-25" dirty="0">
                <a:latin typeface="Calibri"/>
                <a:cs typeface="Calibri"/>
              </a:rPr>
              <a:t>any</a:t>
            </a:r>
            <a:endParaRPr sz="1200">
              <a:latin typeface="Calibri"/>
              <a:cs typeface="Calibri"/>
            </a:endParaRPr>
          </a:p>
        </p:txBody>
      </p:sp>
      <p:sp>
        <p:nvSpPr>
          <p:cNvPr id="48" name="object 48"/>
          <p:cNvSpPr txBox="1"/>
          <p:nvPr/>
        </p:nvSpPr>
        <p:spPr>
          <a:xfrm>
            <a:off x="9249791" y="5180266"/>
            <a:ext cx="1068705" cy="178435"/>
          </a:xfrm>
          <a:prstGeom prst="rect">
            <a:avLst/>
          </a:prstGeom>
        </p:spPr>
        <p:txBody>
          <a:bodyPr vert="horz" wrap="square" lIns="0" tIns="0" rIns="0" bIns="0" rtlCol="0">
            <a:spAutoFit/>
          </a:bodyPr>
          <a:lstStyle/>
          <a:p>
            <a:pPr>
              <a:lnSpc>
                <a:spcPts val="1325"/>
              </a:lnSpc>
            </a:pPr>
            <a:r>
              <a:rPr sz="1400" b="1" spc="-20" dirty="0">
                <a:latin typeface="Arial"/>
                <a:cs typeface="Arial"/>
              </a:rPr>
              <a:t>User</a:t>
            </a:r>
            <a:r>
              <a:rPr sz="1400" b="1" spc="-55" dirty="0">
                <a:latin typeface="Arial"/>
                <a:cs typeface="Arial"/>
              </a:rPr>
              <a:t> </a:t>
            </a:r>
            <a:r>
              <a:rPr sz="1200" b="1" spc="-10" dirty="0">
                <a:latin typeface="Arial"/>
                <a:cs typeface="Arial"/>
              </a:rPr>
              <a:t>Interface</a:t>
            </a:r>
            <a:endParaRPr sz="1200">
              <a:latin typeface="Arial"/>
              <a:cs typeface="Arial"/>
            </a:endParaRPr>
          </a:p>
        </p:txBody>
      </p:sp>
      <p:grpSp>
        <p:nvGrpSpPr>
          <p:cNvPr id="49" name="object 49"/>
          <p:cNvGrpSpPr/>
          <p:nvPr/>
        </p:nvGrpSpPr>
        <p:grpSpPr>
          <a:xfrm>
            <a:off x="8955341" y="4574968"/>
            <a:ext cx="2441575" cy="2287905"/>
            <a:chOff x="8955341" y="4574968"/>
            <a:chExt cx="2441575" cy="2287905"/>
          </a:xfrm>
        </p:grpSpPr>
        <p:pic>
          <p:nvPicPr>
            <p:cNvPr id="50" name="object 50"/>
            <p:cNvPicPr/>
            <p:nvPr/>
          </p:nvPicPr>
          <p:blipFill>
            <a:blip r:embed="rId8" cstate="print"/>
            <a:stretch>
              <a:fillRect/>
            </a:stretch>
          </p:blipFill>
          <p:spPr>
            <a:xfrm>
              <a:off x="8983245" y="4918427"/>
              <a:ext cx="2380935" cy="1907549"/>
            </a:xfrm>
            <a:prstGeom prst="rect">
              <a:avLst/>
            </a:prstGeom>
          </p:spPr>
        </p:pic>
        <p:sp>
          <p:nvSpPr>
            <p:cNvPr id="51" name="object 51"/>
            <p:cNvSpPr/>
            <p:nvPr/>
          </p:nvSpPr>
          <p:spPr>
            <a:xfrm>
              <a:off x="8960104" y="4579730"/>
              <a:ext cx="2432050" cy="2278380"/>
            </a:xfrm>
            <a:custGeom>
              <a:avLst/>
              <a:gdLst/>
              <a:ahLst/>
              <a:cxnLst/>
              <a:rect l="l" t="t" r="r" b="b"/>
              <a:pathLst>
                <a:path w="2432050" h="2278379">
                  <a:moveTo>
                    <a:pt x="2431669" y="2278269"/>
                  </a:moveTo>
                  <a:lnTo>
                    <a:pt x="2431669" y="0"/>
                  </a:lnTo>
                  <a:lnTo>
                    <a:pt x="0" y="0"/>
                  </a:lnTo>
                  <a:lnTo>
                    <a:pt x="0" y="2278269"/>
                  </a:lnTo>
                </a:path>
              </a:pathLst>
            </a:custGeom>
            <a:ln w="9525">
              <a:solidFill>
                <a:srgbClr val="4471C4"/>
              </a:solidFill>
            </a:ln>
          </p:spPr>
          <p:txBody>
            <a:bodyPr wrap="square" lIns="0" tIns="0" rIns="0" bIns="0" rtlCol="0"/>
            <a:lstStyle/>
            <a:p>
              <a:endParaRPr/>
            </a:p>
          </p:txBody>
        </p:sp>
        <p:sp>
          <p:nvSpPr>
            <p:cNvPr id="52" name="object 52"/>
            <p:cNvSpPr/>
            <p:nvPr/>
          </p:nvSpPr>
          <p:spPr>
            <a:xfrm>
              <a:off x="9112631" y="5054854"/>
              <a:ext cx="1149350" cy="347980"/>
            </a:xfrm>
            <a:custGeom>
              <a:avLst/>
              <a:gdLst/>
              <a:ahLst/>
              <a:cxnLst/>
              <a:rect l="l" t="t" r="r" b="b"/>
              <a:pathLst>
                <a:path w="1149350" h="347979">
                  <a:moveTo>
                    <a:pt x="0" y="57912"/>
                  </a:moveTo>
                  <a:lnTo>
                    <a:pt x="4548" y="35415"/>
                  </a:lnTo>
                  <a:lnTo>
                    <a:pt x="16954" y="17002"/>
                  </a:lnTo>
                  <a:lnTo>
                    <a:pt x="35361" y="4566"/>
                  </a:lnTo>
                  <a:lnTo>
                    <a:pt x="57912" y="0"/>
                  </a:lnTo>
                  <a:lnTo>
                    <a:pt x="1090929" y="0"/>
                  </a:lnTo>
                  <a:lnTo>
                    <a:pt x="1113426" y="4566"/>
                  </a:lnTo>
                  <a:lnTo>
                    <a:pt x="1131839" y="17002"/>
                  </a:lnTo>
                  <a:lnTo>
                    <a:pt x="1144275" y="35415"/>
                  </a:lnTo>
                  <a:lnTo>
                    <a:pt x="1148842" y="57912"/>
                  </a:lnTo>
                  <a:lnTo>
                    <a:pt x="1148842" y="289560"/>
                  </a:lnTo>
                  <a:lnTo>
                    <a:pt x="1144275" y="312110"/>
                  </a:lnTo>
                  <a:lnTo>
                    <a:pt x="1131839" y="330517"/>
                  </a:lnTo>
                  <a:lnTo>
                    <a:pt x="1113426" y="342923"/>
                  </a:lnTo>
                  <a:lnTo>
                    <a:pt x="1090929" y="347472"/>
                  </a:lnTo>
                  <a:lnTo>
                    <a:pt x="57912" y="347472"/>
                  </a:lnTo>
                  <a:lnTo>
                    <a:pt x="35361" y="342923"/>
                  </a:lnTo>
                  <a:lnTo>
                    <a:pt x="16954" y="330517"/>
                  </a:lnTo>
                  <a:lnTo>
                    <a:pt x="4548" y="312110"/>
                  </a:lnTo>
                  <a:lnTo>
                    <a:pt x="0" y="289560"/>
                  </a:lnTo>
                  <a:lnTo>
                    <a:pt x="0" y="57912"/>
                  </a:lnTo>
                  <a:close/>
                </a:path>
              </a:pathLst>
            </a:custGeom>
            <a:ln w="12699">
              <a:solidFill>
                <a:srgbClr val="4471C4"/>
              </a:solidFill>
            </a:ln>
          </p:spPr>
          <p:txBody>
            <a:bodyPr wrap="square" lIns="0" tIns="0" rIns="0" bIns="0" rtlCol="0"/>
            <a:lstStyle/>
            <a:p>
              <a:endParaRPr/>
            </a:p>
          </p:txBody>
        </p:sp>
      </p:grpSp>
      <p:sp>
        <p:nvSpPr>
          <p:cNvPr id="53" name="object 53"/>
          <p:cNvSpPr txBox="1"/>
          <p:nvPr/>
        </p:nvSpPr>
        <p:spPr>
          <a:xfrm>
            <a:off x="9295003" y="5117972"/>
            <a:ext cx="784225" cy="193675"/>
          </a:xfrm>
          <a:prstGeom prst="rect">
            <a:avLst/>
          </a:prstGeom>
        </p:spPr>
        <p:txBody>
          <a:bodyPr vert="horz" wrap="square" lIns="0" tIns="12700" rIns="0" bIns="0" rtlCol="0">
            <a:spAutoFit/>
          </a:bodyPr>
          <a:lstStyle/>
          <a:p>
            <a:pPr marL="12700">
              <a:lnSpc>
                <a:spcPct val="100000"/>
              </a:lnSpc>
              <a:spcBef>
                <a:spcPts val="100"/>
              </a:spcBef>
            </a:pPr>
            <a:r>
              <a:rPr sz="1100" b="1" spc="-20" dirty="0">
                <a:solidFill>
                  <a:srgbClr val="FFFFFF"/>
                </a:solidFill>
                <a:latin typeface="Arial"/>
                <a:cs typeface="Arial"/>
              </a:rPr>
              <a:t>User</a:t>
            </a:r>
            <a:r>
              <a:rPr sz="1100" b="1" spc="-35" dirty="0">
                <a:solidFill>
                  <a:srgbClr val="FFFFFF"/>
                </a:solidFill>
                <a:latin typeface="Arial"/>
                <a:cs typeface="Arial"/>
              </a:rPr>
              <a:t> </a:t>
            </a:r>
            <a:r>
              <a:rPr sz="1100" b="1" spc="-10" dirty="0">
                <a:solidFill>
                  <a:srgbClr val="FFFFFF"/>
                </a:solidFill>
                <a:latin typeface="Arial"/>
                <a:cs typeface="Arial"/>
              </a:rPr>
              <a:t>Query</a:t>
            </a:r>
            <a:endParaRPr sz="1100">
              <a:latin typeface="Arial"/>
              <a:cs typeface="Arial"/>
            </a:endParaRPr>
          </a:p>
        </p:txBody>
      </p:sp>
      <p:sp>
        <p:nvSpPr>
          <p:cNvPr id="54" name="object 54"/>
          <p:cNvSpPr/>
          <p:nvPr/>
        </p:nvSpPr>
        <p:spPr>
          <a:xfrm>
            <a:off x="10212958" y="5866701"/>
            <a:ext cx="1103630" cy="347980"/>
          </a:xfrm>
          <a:custGeom>
            <a:avLst/>
            <a:gdLst/>
            <a:ahLst/>
            <a:cxnLst/>
            <a:rect l="l" t="t" r="r" b="b"/>
            <a:pathLst>
              <a:path w="1103629" h="347979">
                <a:moveTo>
                  <a:pt x="0" y="57899"/>
                </a:moveTo>
                <a:lnTo>
                  <a:pt x="4548" y="35361"/>
                </a:lnTo>
                <a:lnTo>
                  <a:pt x="16954" y="16957"/>
                </a:lnTo>
                <a:lnTo>
                  <a:pt x="35361" y="4549"/>
                </a:lnTo>
                <a:lnTo>
                  <a:pt x="57912" y="0"/>
                </a:lnTo>
                <a:lnTo>
                  <a:pt x="1045718" y="0"/>
                </a:lnTo>
                <a:lnTo>
                  <a:pt x="1068268" y="4549"/>
                </a:lnTo>
                <a:lnTo>
                  <a:pt x="1086675" y="16957"/>
                </a:lnTo>
                <a:lnTo>
                  <a:pt x="1099081" y="35361"/>
                </a:lnTo>
                <a:lnTo>
                  <a:pt x="1103630" y="57899"/>
                </a:lnTo>
                <a:lnTo>
                  <a:pt x="1103630" y="289509"/>
                </a:lnTo>
                <a:lnTo>
                  <a:pt x="1099081" y="312046"/>
                </a:lnTo>
                <a:lnTo>
                  <a:pt x="1086675" y="330450"/>
                </a:lnTo>
                <a:lnTo>
                  <a:pt x="1068268" y="342858"/>
                </a:lnTo>
                <a:lnTo>
                  <a:pt x="1045718" y="347408"/>
                </a:lnTo>
                <a:lnTo>
                  <a:pt x="57912" y="347408"/>
                </a:lnTo>
                <a:lnTo>
                  <a:pt x="35361" y="342858"/>
                </a:lnTo>
                <a:lnTo>
                  <a:pt x="16954" y="330450"/>
                </a:lnTo>
                <a:lnTo>
                  <a:pt x="4548" y="312046"/>
                </a:lnTo>
                <a:lnTo>
                  <a:pt x="0" y="289509"/>
                </a:lnTo>
                <a:lnTo>
                  <a:pt x="0" y="57899"/>
                </a:lnTo>
                <a:close/>
              </a:path>
            </a:pathLst>
          </a:custGeom>
          <a:ln w="12699">
            <a:solidFill>
              <a:srgbClr val="4471C4"/>
            </a:solidFill>
          </a:ln>
        </p:spPr>
        <p:txBody>
          <a:bodyPr wrap="square" lIns="0" tIns="0" rIns="0" bIns="0" rtlCol="0"/>
          <a:lstStyle/>
          <a:p>
            <a:endParaRPr/>
          </a:p>
        </p:txBody>
      </p:sp>
      <p:sp>
        <p:nvSpPr>
          <p:cNvPr id="55" name="object 55"/>
          <p:cNvSpPr txBox="1"/>
          <p:nvPr/>
        </p:nvSpPr>
        <p:spPr>
          <a:xfrm>
            <a:off x="10353293" y="5929985"/>
            <a:ext cx="824230" cy="193675"/>
          </a:xfrm>
          <a:prstGeom prst="rect">
            <a:avLst/>
          </a:prstGeom>
        </p:spPr>
        <p:txBody>
          <a:bodyPr vert="horz" wrap="square" lIns="0" tIns="12700" rIns="0" bIns="0" rtlCol="0">
            <a:spAutoFit/>
          </a:bodyPr>
          <a:lstStyle/>
          <a:p>
            <a:pPr marL="12700">
              <a:lnSpc>
                <a:spcPct val="100000"/>
              </a:lnSpc>
              <a:spcBef>
                <a:spcPts val="100"/>
              </a:spcBef>
            </a:pPr>
            <a:r>
              <a:rPr sz="1100" b="1" spc="-10" dirty="0">
                <a:solidFill>
                  <a:srgbClr val="FFFFFF"/>
                </a:solidFill>
                <a:latin typeface="Arial"/>
                <a:cs typeface="Arial"/>
              </a:rPr>
              <a:t>Final</a:t>
            </a:r>
            <a:r>
              <a:rPr sz="1100" b="1" spc="-60" dirty="0">
                <a:solidFill>
                  <a:srgbClr val="FFFFFF"/>
                </a:solidFill>
                <a:latin typeface="Arial"/>
                <a:cs typeface="Arial"/>
              </a:rPr>
              <a:t> </a:t>
            </a:r>
            <a:r>
              <a:rPr sz="1100" b="1" spc="-10" dirty="0">
                <a:solidFill>
                  <a:srgbClr val="FFFFFF"/>
                </a:solidFill>
                <a:latin typeface="Arial"/>
                <a:cs typeface="Arial"/>
              </a:rPr>
              <a:t>Report</a:t>
            </a:r>
            <a:endParaRPr sz="1100">
              <a:latin typeface="Arial"/>
              <a:cs typeface="Arial"/>
            </a:endParaRPr>
          </a:p>
        </p:txBody>
      </p:sp>
      <p:pic>
        <p:nvPicPr>
          <p:cNvPr id="56" name="object 56"/>
          <p:cNvPicPr/>
          <p:nvPr/>
        </p:nvPicPr>
        <p:blipFill>
          <a:blip r:embed="rId9" cstate="print"/>
          <a:stretch>
            <a:fillRect/>
          </a:stretch>
        </p:blipFill>
        <p:spPr>
          <a:xfrm>
            <a:off x="9505315" y="5483352"/>
            <a:ext cx="1163446" cy="360121"/>
          </a:xfrm>
          <a:prstGeom prst="rect">
            <a:avLst/>
          </a:prstGeom>
        </p:spPr>
      </p:pic>
      <p:sp>
        <p:nvSpPr>
          <p:cNvPr id="57" name="object 57"/>
          <p:cNvSpPr txBox="1"/>
          <p:nvPr/>
        </p:nvSpPr>
        <p:spPr>
          <a:xfrm>
            <a:off x="9616567" y="5451754"/>
            <a:ext cx="944244" cy="391795"/>
          </a:xfrm>
          <a:prstGeom prst="rect">
            <a:avLst/>
          </a:prstGeom>
        </p:spPr>
        <p:txBody>
          <a:bodyPr vert="horz" wrap="square" lIns="0" tIns="12700" rIns="0" bIns="0" rtlCol="0">
            <a:spAutoFit/>
          </a:bodyPr>
          <a:lstStyle/>
          <a:p>
            <a:pPr algn="ctr">
              <a:lnSpc>
                <a:spcPct val="100000"/>
              </a:lnSpc>
              <a:spcBef>
                <a:spcPts val="100"/>
              </a:spcBef>
            </a:pPr>
            <a:r>
              <a:rPr sz="1200" b="1" dirty="0">
                <a:solidFill>
                  <a:srgbClr val="FFFFFF"/>
                </a:solidFill>
                <a:latin typeface="Arial"/>
                <a:cs typeface="Arial"/>
              </a:rPr>
              <a:t>Invoke</a:t>
            </a:r>
            <a:r>
              <a:rPr sz="1200" b="1" spc="80" dirty="0">
                <a:solidFill>
                  <a:srgbClr val="FFFFFF"/>
                </a:solidFill>
                <a:latin typeface="Arial"/>
                <a:cs typeface="Arial"/>
              </a:rPr>
              <a:t> </a:t>
            </a:r>
            <a:r>
              <a:rPr sz="1200" b="1" spc="-20" dirty="0">
                <a:solidFill>
                  <a:srgbClr val="FFFFFF"/>
                </a:solidFill>
                <a:latin typeface="Arial"/>
                <a:cs typeface="Arial"/>
              </a:rPr>
              <a:t>Crew</a:t>
            </a:r>
            <a:endParaRPr sz="1200">
              <a:latin typeface="Arial"/>
              <a:cs typeface="Arial"/>
            </a:endParaRPr>
          </a:p>
          <a:p>
            <a:pPr algn="ctr">
              <a:lnSpc>
                <a:spcPct val="100000"/>
              </a:lnSpc>
              <a:spcBef>
                <a:spcPts val="5"/>
              </a:spcBef>
            </a:pPr>
            <a:r>
              <a:rPr sz="1200" b="1" spc="-40" dirty="0">
                <a:solidFill>
                  <a:srgbClr val="FFFFFF"/>
                </a:solidFill>
                <a:latin typeface="Arial"/>
                <a:cs typeface="Arial"/>
              </a:rPr>
              <a:t>Kick-</a:t>
            </a:r>
            <a:r>
              <a:rPr sz="1200" b="1" spc="-25" dirty="0">
                <a:solidFill>
                  <a:srgbClr val="FFFFFF"/>
                </a:solidFill>
                <a:latin typeface="Arial"/>
                <a:cs typeface="Arial"/>
              </a:rPr>
              <a:t>off</a:t>
            </a:r>
            <a:endParaRPr sz="1200">
              <a:latin typeface="Arial"/>
              <a:cs typeface="Arial"/>
            </a:endParaRPr>
          </a:p>
        </p:txBody>
      </p:sp>
      <p:pic>
        <p:nvPicPr>
          <p:cNvPr id="58" name="object 58"/>
          <p:cNvPicPr/>
          <p:nvPr/>
        </p:nvPicPr>
        <p:blipFill>
          <a:blip r:embed="rId10" cstate="print"/>
          <a:stretch>
            <a:fillRect/>
          </a:stretch>
        </p:blipFill>
        <p:spPr>
          <a:xfrm>
            <a:off x="97067" y="1131188"/>
            <a:ext cx="541013" cy="405638"/>
          </a:xfrm>
          <a:prstGeom prst="rect">
            <a:avLst/>
          </a:prstGeom>
        </p:spPr>
      </p:pic>
      <p:sp>
        <p:nvSpPr>
          <p:cNvPr id="59" name="object 59"/>
          <p:cNvSpPr txBox="1"/>
          <p:nvPr/>
        </p:nvSpPr>
        <p:spPr>
          <a:xfrm>
            <a:off x="307035" y="1160145"/>
            <a:ext cx="120650" cy="299720"/>
          </a:xfrm>
          <a:prstGeom prst="rect">
            <a:avLst/>
          </a:prstGeom>
        </p:spPr>
        <p:txBody>
          <a:bodyPr vert="horz" wrap="square" lIns="0" tIns="12700" rIns="0" bIns="0" rtlCol="0">
            <a:spAutoFit/>
          </a:bodyPr>
          <a:lstStyle/>
          <a:p>
            <a:pPr marL="12700">
              <a:lnSpc>
                <a:spcPct val="100000"/>
              </a:lnSpc>
              <a:spcBef>
                <a:spcPts val="100"/>
              </a:spcBef>
            </a:pPr>
            <a:r>
              <a:rPr sz="1800" b="1" spc="-310" dirty="0">
                <a:latin typeface="Arial"/>
                <a:cs typeface="Arial"/>
              </a:rPr>
              <a:t>1</a:t>
            </a:r>
            <a:endParaRPr sz="1800">
              <a:latin typeface="Arial"/>
              <a:cs typeface="Arial"/>
            </a:endParaRPr>
          </a:p>
        </p:txBody>
      </p:sp>
      <p:pic>
        <p:nvPicPr>
          <p:cNvPr id="60" name="object 60"/>
          <p:cNvPicPr/>
          <p:nvPr/>
        </p:nvPicPr>
        <p:blipFill>
          <a:blip r:embed="rId11" cstate="print"/>
          <a:stretch>
            <a:fillRect/>
          </a:stretch>
        </p:blipFill>
        <p:spPr>
          <a:xfrm>
            <a:off x="97072" y="3657219"/>
            <a:ext cx="541005" cy="405638"/>
          </a:xfrm>
          <a:prstGeom prst="rect">
            <a:avLst/>
          </a:prstGeom>
        </p:spPr>
      </p:pic>
      <p:sp>
        <p:nvSpPr>
          <p:cNvPr id="61" name="object 61"/>
          <p:cNvSpPr txBox="1"/>
          <p:nvPr/>
        </p:nvSpPr>
        <p:spPr>
          <a:xfrm>
            <a:off x="307035" y="3686682"/>
            <a:ext cx="120650" cy="299720"/>
          </a:xfrm>
          <a:prstGeom prst="rect">
            <a:avLst/>
          </a:prstGeom>
        </p:spPr>
        <p:txBody>
          <a:bodyPr vert="horz" wrap="square" lIns="0" tIns="12700" rIns="0" bIns="0" rtlCol="0">
            <a:spAutoFit/>
          </a:bodyPr>
          <a:lstStyle/>
          <a:p>
            <a:pPr marL="12700">
              <a:lnSpc>
                <a:spcPct val="100000"/>
              </a:lnSpc>
              <a:spcBef>
                <a:spcPts val="100"/>
              </a:spcBef>
            </a:pPr>
            <a:r>
              <a:rPr sz="1800" b="1" spc="-310" dirty="0">
                <a:latin typeface="Arial"/>
                <a:cs typeface="Arial"/>
              </a:rPr>
              <a:t>2</a:t>
            </a:r>
            <a:endParaRPr sz="1800">
              <a:latin typeface="Arial"/>
              <a:cs typeface="Arial"/>
            </a:endParaRPr>
          </a:p>
        </p:txBody>
      </p:sp>
      <p:pic>
        <p:nvPicPr>
          <p:cNvPr id="62" name="object 62"/>
          <p:cNvPicPr/>
          <p:nvPr/>
        </p:nvPicPr>
        <p:blipFill>
          <a:blip r:embed="rId12" cstate="print"/>
          <a:stretch>
            <a:fillRect/>
          </a:stretch>
        </p:blipFill>
        <p:spPr>
          <a:xfrm>
            <a:off x="97067" y="5321172"/>
            <a:ext cx="541013" cy="405574"/>
          </a:xfrm>
          <a:prstGeom prst="rect">
            <a:avLst/>
          </a:prstGeom>
        </p:spPr>
      </p:pic>
      <p:sp>
        <p:nvSpPr>
          <p:cNvPr id="63" name="object 63"/>
          <p:cNvSpPr txBox="1"/>
          <p:nvPr/>
        </p:nvSpPr>
        <p:spPr>
          <a:xfrm>
            <a:off x="307035" y="5350865"/>
            <a:ext cx="120650" cy="299720"/>
          </a:xfrm>
          <a:prstGeom prst="rect">
            <a:avLst/>
          </a:prstGeom>
        </p:spPr>
        <p:txBody>
          <a:bodyPr vert="horz" wrap="square" lIns="0" tIns="12700" rIns="0" bIns="0" rtlCol="0">
            <a:spAutoFit/>
          </a:bodyPr>
          <a:lstStyle/>
          <a:p>
            <a:pPr marL="12700">
              <a:lnSpc>
                <a:spcPct val="100000"/>
              </a:lnSpc>
              <a:spcBef>
                <a:spcPts val="100"/>
              </a:spcBef>
            </a:pPr>
            <a:r>
              <a:rPr sz="1800" b="1" spc="-310" dirty="0">
                <a:latin typeface="Arial"/>
                <a:cs typeface="Arial"/>
              </a:rPr>
              <a:t>3</a:t>
            </a:r>
            <a:endParaRPr sz="1800">
              <a:latin typeface="Arial"/>
              <a:cs typeface="Arial"/>
            </a:endParaRPr>
          </a:p>
        </p:txBody>
      </p:sp>
      <p:pic>
        <p:nvPicPr>
          <p:cNvPr id="64" name="object 64"/>
          <p:cNvPicPr/>
          <p:nvPr/>
        </p:nvPicPr>
        <p:blipFill>
          <a:blip r:embed="rId13" cstate="print"/>
          <a:stretch>
            <a:fillRect/>
          </a:stretch>
        </p:blipFill>
        <p:spPr>
          <a:xfrm>
            <a:off x="3051178" y="2179954"/>
            <a:ext cx="541007" cy="405638"/>
          </a:xfrm>
          <a:prstGeom prst="rect">
            <a:avLst/>
          </a:prstGeom>
        </p:spPr>
      </p:pic>
      <p:sp>
        <p:nvSpPr>
          <p:cNvPr id="65" name="object 65"/>
          <p:cNvSpPr txBox="1"/>
          <p:nvPr/>
        </p:nvSpPr>
        <p:spPr>
          <a:xfrm>
            <a:off x="3261486" y="2209038"/>
            <a:ext cx="120650" cy="299720"/>
          </a:xfrm>
          <a:prstGeom prst="rect">
            <a:avLst/>
          </a:prstGeom>
        </p:spPr>
        <p:txBody>
          <a:bodyPr vert="horz" wrap="square" lIns="0" tIns="12700" rIns="0" bIns="0" rtlCol="0">
            <a:spAutoFit/>
          </a:bodyPr>
          <a:lstStyle/>
          <a:p>
            <a:pPr marL="12700">
              <a:lnSpc>
                <a:spcPct val="100000"/>
              </a:lnSpc>
              <a:spcBef>
                <a:spcPts val="100"/>
              </a:spcBef>
            </a:pPr>
            <a:r>
              <a:rPr sz="1800" b="1" spc="-310" dirty="0">
                <a:latin typeface="Arial"/>
                <a:cs typeface="Arial"/>
              </a:rPr>
              <a:t>4</a:t>
            </a:r>
            <a:endParaRPr sz="1800">
              <a:latin typeface="Arial"/>
              <a:cs typeface="Arial"/>
            </a:endParaRPr>
          </a:p>
        </p:txBody>
      </p:sp>
      <p:pic>
        <p:nvPicPr>
          <p:cNvPr id="66" name="object 66"/>
          <p:cNvPicPr/>
          <p:nvPr/>
        </p:nvPicPr>
        <p:blipFill>
          <a:blip r:embed="rId14" cstate="print"/>
          <a:stretch>
            <a:fillRect/>
          </a:stretch>
        </p:blipFill>
        <p:spPr>
          <a:xfrm>
            <a:off x="2839973" y="4769992"/>
            <a:ext cx="684529" cy="405130"/>
          </a:xfrm>
          <a:prstGeom prst="rect">
            <a:avLst/>
          </a:prstGeom>
        </p:spPr>
      </p:pic>
      <p:sp>
        <p:nvSpPr>
          <p:cNvPr id="67" name="object 67"/>
          <p:cNvSpPr txBox="1"/>
          <p:nvPr/>
        </p:nvSpPr>
        <p:spPr>
          <a:xfrm>
            <a:off x="3122802" y="4799203"/>
            <a:ext cx="120650" cy="299720"/>
          </a:xfrm>
          <a:prstGeom prst="rect">
            <a:avLst/>
          </a:prstGeom>
        </p:spPr>
        <p:txBody>
          <a:bodyPr vert="horz" wrap="square" lIns="0" tIns="12700" rIns="0" bIns="0" rtlCol="0">
            <a:spAutoFit/>
          </a:bodyPr>
          <a:lstStyle/>
          <a:p>
            <a:pPr marL="12700">
              <a:lnSpc>
                <a:spcPct val="100000"/>
              </a:lnSpc>
              <a:spcBef>
                <a:spcPts val="100"/>
              </a:spcBef>
            </a:pPr>
            <a:r>
              <a:rPr sz="1800" b="1" spc="-310" dirty="0">
                <a:latin typeface="Arial"/>
                <a:cs typeface="Arial"/>
              </a:rPr>
              <a:t>5</a:t>
            </a:r>
            <a:endParaRPr sz="1800">
              <a:latin typeface="Arial"/>
              <a:cs typeface="Arial"/>
            </a:endParaRPr>
          </a:p>
        </p:txBody>
      </p:sp>
      <p:pic>
        <p:nvPicPr>
          <p:cNvPr id="68" name="object 68"/>
          <p:cNvPicPr/>
          <p:nvPr/>
        </p:nvPicPr>
        <p:blipFill>
          <a:blip r:embed="rId15" cstate="print"/>
          <a:stretch>
            <a:fillRect/>
          </a:stretch>
        </p:blipFill>
        <p:spPr>
          <a:xfrm>
            <a:off x="10852408" y="4655692"/>
            <a:ext cx="541010" cy="405638"/>
          </a:xfrm>
          <a:prstGeom prst="rect">
            <a:avLst/>
          </a:prstGeom>
        </p:spPr>
      </p:pic>
      <p:sp>
        <p:nvSpPr>
          <p:cNvPr id="69" name="object 69"/>
          <p:cNvSpPr txBox="1"/>
          <p:nvPr/>
        </p:nvSpPr>
        <p:spPr>
          <a:xfrm>
            <a:off x="11063731" y="4685157"/>
            <a:ext cx="120650" cy="299720"/>
          </a:xfrm>
          <a:prstGeom prst="rect">
            <a:avLst/>
          </a:prstGeom>
        </p:spPr>
        <p:txBody>
          <a:bodyPr vert="horz" wrap="square" lIns="0" tIns="12700" rIns="0" bIns="0" rtlCol="0">
            <a:spAutoFit/>
          </a:bodyPr>
          <a:lstStyle/>
          <a:p>
            <a:pPr marL="12700">
              <a:lnSpc>
                <a:spcPct val="100000"/>
              </a:lnSpc>
              <a:spcBef>
                <a:spcPts val="100"/>
              </a:spcBef>
            </a:pPr>
            <a:r>
              <a:rPr sz="1800" b="1" spc="-310" dirty="0">
                <a:latin typeface="Arial"/>
                <a:cs typeface="Arial"/>
              </a:rPr>
              <a:t>6</a:t>
            </a:r>
            <a:endParaRPr sz="1800">
              <a:latin typeface="Arial"/>
              <a:cs typeface="Arial"/>
            </a:endParaRPr>
          </a:p>
        </p:txBody>
      </p:sp>
      <p:grpSp>
        <p:nvGrpSpPr>
          <p:cNvPr id="70" name="object 70"/>
          <p:cNvGrpSpPr/>
          <p:nvPr/>
        </p:nvGrpSpPr>
        <p:grpSpPr>
          <a:xfrm>
            <a:off x="3028" y="2273"/>
            <a:ext cx="12195810" cy="589280"/>
            <a:chOff x="3028" y="2273"/>
            <a:chExt cx="12195810" cy="589280"/>
          </a:xfrm>
        </p:grpSpPr>
        <p:sp>
          <p:nvSpPr>
            <p:cNvPr id="71" name="object 71"/>
            <p:cNvSpPr/>
            <p:nvPr/>
          </p:nvSpPr>
          <p:spPr>
            <a:xfrm>
              <a:off x="9378" y="8623"/>
              <a:ext cx="12183110" cy="576580"/>
            </a:xfrm>
            <a:custGeom>
              <a:avLst/>
              <a:gdLst/>
              <a:ahLst/>
              <a:cxnLst/>
              <a:rect l="l" t="t" r="r" b="b"/>
              <a:pathLst>
                <a:path w="12183110" h="576580">
                  <a:moveTo>
                    <a:pt x="12182602" y="0"/>
                  </a:moveTo>
                  <a:lnTo>
                    <a:pt x="0" y="0"/>
                  </a:lnTo>
                  <a:lnTo>
                    <a:pt x="0" y="575957"/>
                  </a:lnTo>
                  <a:lnTo>
                    <a:pt x="12182602" y="575957"/>
                  </a:lnTo>
                  <a:lnTo>
                    <a:pt x="12182602" y="0"/>
                  </a:lnTo>
                  <a:close/>
                </a:path>
              </a:pathLst>
            </a:custGeom>
            <a:solidFill>
              <a:srgbClr val="647C9D"/>
            </a:solidFill>
          </p:spPr>
          <p:txBody>
            <a:bodyPr wrap="square" lIns="0" tIns="0" rIns="0" bIns="0" rtlCol="0"/>
            <a:lstStyle/>
            <a:p>
              <a:endParaRPr/>
            </a:p>
          </p:txBody>
        </p:sp>
        <p:sp>
          <p:nvSpPr>
            <p:cNvPr id="72" name="object 72"/>
            <p:cNvSpPr/>
            <p:nvPr/>
          </p:nvSpPr>
          <p:spPr>
            <a:xfrm>
              <a:off x="9378" y="8623"/>
              <a:ext cx="12183110" cy="576580"/>
            </a:xfrm>
            <a:custGeom>
              <a:avLst/>
              <a:gdLst/>
              <a:ahLst/>
              <a:cxnLst/>
              <a:rect l="l" t="t" r="r" b="b"/>
              <a:pathLst>
                <a:path w="12183110" h="576580">
                  <a:moveTo>
                    <a:pt x="0" y="575957"/>
                  </a:moveTo>
                  <a:lnTo>
                    <a:pt x="12182602" y="575957"/>
                  </a:lnTo>
                  <a:lnTo>
                    <a:pt x="12182602" y="0"/>
                  </a:lnTo>
                  <a:lnTo>
                    <a:pt x="0" y="0"/>
                  </a:lnTo>
                  <a:lnTo>
                    <a:pt x="0" y="575957"/>
                  </a:lnTo>
                  <a:close/>
                </a:path>
              </a:pathLst>
            </a:custGeom>
            <a:ln w="12700">
              <a:solidFill>
                <a:srgbClr val="647C9D"/>
              </a:solidFill>
            </a:ln>
          </p:spPr>
          <p:txBody>
            <a:bodyPr wrap="square" lIns="0" tIns="0" rIns="0" bIns="0" rtlCol="0"/>
            <a:lstStyle/>
            <a:p>
              <a:endParaRPr/>
            </a:p>
          </p:txBody>
        </p:sp>
      </p:grpSp>
      <p:sp>
        <p:nvSpPr>
          <p:cNvPr id="73" name="object 73" descr="$PPTXTitle"/>
          <p:cNvSpPr txBox="1">
            <a:spLocks noGrp="1"/>
          </p:cNvSpPr>
          <p:nvPr>
            <p:ph type="title"/>
          </p:nvPr>
        </p:nvSpPr>
        <p:spPr>
          <a:xfrm>
            <a:off x="297586" y="231424"/>
            <a:ext cx="11309272" cy="255385"/>
          </a:xfrm>
          <a:prstGeom prst="rect">
            <a:avLst/>
          </a:prstGeom>
        </p:spPr>
        <p:txBody>
          <a:bodyPr vert="horz" wrap="square" lIns="0" tIns="12700" rIns="0" bIns="0" rtlCol="0">
            <a:noAutofit/>
          </a:bodyPr>
          <a:lstStyle/>
          <a:p>
            <a:pPr marL="12700" algn="ctr">
              <a:lnSpc>
                <a:spcPct val="100000"/>
              </a:lnSpc>
              <a:spcBef>
                <a:spcPts val="100"/>
              </a:spcBef>
            </a:pPr>
            <a:r>
              <a:rPr sz="3200" dirty="0">
                <a:solidFill>
                  <a:schemeClr val="tx1"/>
                </a:solidFill>
                <a:latin typeface="Calibri"/>
                <a:cs typeface="Calibri"/>
              </a:rPr>
              <a:t>Technical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a:xfrm>
            <a:off x="4057499" y="138501"/>
            <a:ext cx="7792161" cy="1090577"/>
          </a:xfrm>
        </p:spPr>
        <p:txBody>
          <a:bodyPr/>
          <a:lstStyle/>
          <a:p>
            <a:pPr fontAlgn="base"/>
            <a:br>
              <a:rPr lang="en-IN" dirty="0"/>
            </a:br>
            <a:br>
              <a:rPr lang="en-IN" dirty="0"/>
            </a:br>
            <a:r>
              <a:rPr lang="en-IN" dirty="0"/>
              <a:t>  Business Case Proposal –</a:t>
            </a:r>
            <a:r>
              <a:rPr lang="en-US" sz="2800" dirty="0">
                <a:solidFill>
                  <a:schemeClr val="accent1"/>
                </a:solidFill>
              </a:rPr>
              <a:t>Personalized Financial Advisor for Mutual Funds / Stocks </a:t>
            </a:r>
            <a:r>
              <a:rPr lang="en-IN" sz="2800" dirty="0">
                <a:solidFill>
                  <a:schemeClr val="accent1"/>
                </a:solidFill>
              </a:rPr>
              <a:t> </a:t>
            </a:r>
            <a:endParaRPr lang="en-US" sz="2800" dirty="0">
              <a:solidFill>
                <a:schemeClr val="accent1"/>
              </a:solidFill>
            </a:endParaRPr>
          </a:p>
        </p:txBody>
      </p:sp>
      <p:sp>
        <p:nvSpPr>
          <p:cNvPr id="3" name="Rounded Rectangle 2">
            <a:extLst>
              <a:ext uri="{FF2B5EF4-FFF2-40B4-BE49-F238E27FC236}">
                <a16:creationId xmlns:a16="http://schemas.microsoft.com/office/drawing/2014/main" id="{AD302E24-8DBE-2AC7-27B4-80AF96401941}"/>
              </a:ext>
            </a:extLst>
          </p:cNvPr>
          <p:cNvSpPr/>
          <p:nvPr/>
        </p:nvSpPr>
        <p:spPr>
          <a:xfrm>
            <a:off x="3544770" y="1409701"/>
            <a:ext cx="8182720" cy="51816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4" name="Rectangle 3">
            <a:extLst>
              <a:ext uri="{FF2B5EF4-FFF2-40B4-BE49-F238E27FC236}">
                <a16:creationId xmlns:a16="http://schemas.microsoft.com/office/drawing/2014/main" id="{B0C83741-63CA-03D3-DB1F-178724DB93C2}"/>
              </a:ext>
            </a:extLst>
          </p:cNvPr>
          <p:cNvSpPr/>
          <p:nvPr/>
        </p:nvSpPr>
        <p:spPr>
          <a:xfrm>
            <a:off x="3700875" y="1526553"/>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411412" y="2082646"/>
            <a:ext cx="2494369" cy="1089575"/>
          </a:xfrm>
          <a:prstGeom prst="rect">
            <a:avLst/>
          </a:prstGeom>
          <a:noFill/>
        </p:spPr>
        <p:txBody>
          <a:bodyPr vert="horz" wrap="none" lIns="90000" tIns="46800" rIns="90000" bIns="46800" rtlCol="0" anchor="t">
            <a:noAutofit/>
          </a:bodyPr>
          <a:lstStyle/>
          <a:p>
            <a:r>
              <a:rPr lang="en-US" sz="800" dirty="0"/>
              <a:t>-</a:t>
            </a:r>
            <a:r>
              <a:rPr lang="en-US" sz="800" b="1" dirty="0"/>
              <a:t>40-50% Reduction </a:t>
            </a:r>
            <a:r>
              <a:rPr lang="en-US" sz="800" dirty="0"/>
              <a:t> in decision-making time</a:t>
            </a:r>
          </a:p>
          <a:p>
            <a:r>
              <a:rPr lang="en-US" sz="800" dirty="0"/>
              <a:t>-</a:t>
            </a:r>
            <a:r>
              <a:rPr lang="en-US" sz="800" b="1" dirty="0"/>
              <a:t>25-35% Cost Savings </a:t>
            </a:r>
            <a:r>
              <a:rPr lang="en-US" sz="800" dirty="0"/>
              <a:t>vs traditional advisory services</a:t>
            </a:r>
          </a:p>
          <a:p>
            <a:r>
              <a:rPr lang="en-US" sz="800" dirty="0"/>
              <a:t>-</a:t>
            </a:r>
            <a:r>
              <a:rPr lang="en-US" sz="800" b="1" dirty="0"/>
              <a:t>60-70% Improvement</a:t>
            </a:r>
            <a:r>
              <a:rPr lang="en-US" sz="800" dirty="0"/>
              <a:t> in recommendation accuracy</a:t>
            </a:r>
          </a:p>
          <a:p>
            <a:r>
              <a:rPr lang="en-US" sz="800" dirty="0"/>
              <a:t>- </a:t>
            </a:r>
            <a:r>
              <a:rPr lang="en-US" sz="800" b="1" dirty="0"/>
              <a:t>80%+ User Satisfaction</a:t>
            </a:r>
            <a:r>
              <a:rPr lang="en-US" sz="800" dirty="0"/>
              <a:t> with personalized advice</a:t>
            </a:r>
          </a:p>
          <a:p>
            <a:r>
              <a:rPr lang="en-US" sz="800" dirty="0"/>
              <a:t>- </a:t>
            </a:r>
            <a:r>
              <a:rPr lang="en-US" sz="800" b="1" dirty="0"/>
              <a:t>3x Faster </a:t>
            </a:r>
            <a:r>
              <a:rPr lang="en-US" sz="800" dirty="0"/>
              <a:t>portfolio analysis and optimization</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64510" y="3574196"/>
            <a:ext cx="2755968" cy="2895604"/>
          </a:xfrm>
          <a:prstGeom prst="rect">
            <a:avLst/>
          </a:prstGeom>
          <a:noFill/>
        </p:spPr>
        <p:txBody>
          <a:bodyPr vert="horz" wrap="square" lIns="90000" tIns="46800" rIns="90000" bIns="46800" rtlCol="0" anchor="t">
            <a:noAutofit/>
          </a:bodyPr>
          <a:lstStyle/>
          <a:p>
            <a:r>
              <a:rPr lang="en-US" sz="1000" b="1" dirty="0"/>
              <a:t>Democratizes Financial Advisory:</a:t>
            </a:r>
            <a:r>
              <a:rPr lang="en-US" sz="1000" dirty="0"/>
              <a:t> Accessible to 10 Cr+ direct investors</a:t>
            </a:r>
          </a:p>
          <a:p>
            <a:r>
              <a:rPr lang="en-US" sz="1000" dirty="0"/>
              <a:t>-</a:t>
            </a:r>
            <a:r>
              <a:rPr lang="en-US" sz="1000" b="1" dirty="0"/>
              <a:t>Reduces Bias:</a:t>
            </a:r>
            <a:r>
              <a:rPr lang="en-US" sz="1000" dirty="0"/>
              <a:t> Data-driven, impartial recommendations</a:t>
            </a:r>
          </a:p>
          <a:p>
            <a:r>
              <a:rPr lang="en-US" sz="1000" dirty="0"/>
              <a:t>-</a:t>
            </a:r>
            <a:r>
              <a:rPr lang="en-US" sz="1000" b="1" dirty="0"/>
              <a:t>Empowers Retail Investors: </a:t>
            </a:r>
            <a:r>
              <a:rPr lang="en-US" sz="1000" dirty="0"/>
              <a:t>No dependency on expensive advisors</a:t>
            </a:r>
          </a:p>
          <a:p>
            <a:r>
              <a:rPr lang="en-US" sz="1000" dirty="0"/>
              <a:t>-</a:t>
            </a:r>
            <a:r>
              <a:rPr lang="en-US" sz="1000" b="1" dirty="0"/>
              <a:t>Scalable Solution: </a:t>
            </a:r>
            <a:r>
              <a:rPr lang="en-US" sz="1000" dirty="0"/>
              <a:t>Serves millions simultaneously</a:t>
            </a:r>
          </a:p>
          <a:p>
            <a:r>
              <a:rPr lang="en-US" sz="1000" dirty="0"/>
              <a:t>- </a:t>
            </a:r>
            <a:r>
              <a:rPr lang="en-US" sz="1000" b="1" dirty="0"/>
              <a:t>Regulatory </a:t>
            </a:r>
            <a:r>
              <a:rPr lang="en-US" sz="1000" b="1" dirty="0" err="1"/>
              <a:t>Compliant:s</a:t>
            </a:r>
            <a:r>
              <a:rPr lang="en-US" sz="1000" dirty="0"/>
              <a:t> Transparent, auditable decision-making</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739304" y="2955651"/>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739304" y="3298169"/>
            <a:ext cx="2366061" cy="759247"/>
          </a:xfrm>
          <a:prstGeom prst="rect">
            <a:avLst/>
          </a:prstGeom>
          <a:noFill/>
        </p:spPr>
        <p:txBody>
          <a:bodyPr vert="horz" wrap="square" lIns="90000" tIns="46800" rIns="90000" bIns="46800" rtlCol="0" anchor="t">
            <a:noAutofit/>
          </a:bodyPr>
          <a:lstStyle/>
          <a:p>
            <a:r>
              <a:rPr lang="en-IN" sz="900" dirty="0"/>
              <a:t>Model Development (Fine-tuning): ₹8-10 Lakhs</a:t>
            </a:r>
          </a:p>
          <a:p>
            <a:r>
              <a:rPr lang="en-IN" sz="900" dirty="0"/>
              <a:t>- Azure Deployment &amp; Infrastructure: ₹5-7 Lakhs/year</a:t>
            </a:r>
          </a:p>
          <a:p>
            <a:r>
              <a:rPr lang="en-IN" sz="900" dirty="0"/>
              <a:t>- API Costs (Yahoo Finance, News): ₹2-3 Lakhs/year</a:t>
            </a:r>
          </a:p>
          <a:p>
            <a:r>
              <a:rPr lang="en-IN" sz="900" dirty="0"/>
              <a:t>- Maintenance &amp; Updates: ₹3-5 Lakhs/year</a:t>
            </a:r>
          </a:p>
          <a:p>
            <a:r>
              <a:rPr lang="en-IN" sz="900" dirty="0"/>
              <a:t>- </a:t>
            </a:r>
            <a:r>
              <a:rPr lang="en-IN" sz="900" b="1" dirty="0"/>
              <a:t>Total Year 1 Cost:</a:t>
            </a:r>
            <a:r>
              <a:rPr lang="en-IN" sz="900" dirty="0"/>
              <a:t> ₹18-25 Lakhs</a:t>
            </a:r>
          </a:p>
        </p:txBody>
      </p:sp>
      <p:sp>
        <p:nvSpPr>
          <p:cNvPr id="50" name="TextBox 49">
            <a:extLst>
              <a:ext uri="{FF2B5EF4-FFF2-40B4-BE49-F238E27FC236}">
                <a16:creationId xmlns:a16="http://schemas.microsoft.com/office/drawing/2014/main" id="{60B391CE-B096-0695-F075-4735456DC2EF}"/>
              </a:ext>
            </a:extLst>
          </p:cNvPr>
          <p:cNvSpPr txBox="1"/>
          <p:nvPr/>
        </p:nvSpPr>
        <p:spPr>
          <a:xfrm>
            <a:off x="8001000" y="2178483"/>
            <a:ext cx="2328550" cy="444712"/>
          </a:xfrm>
          <a:prstGeom prst="rect">
            <a:avLst/>
          </a:prstGeom>
          <a:noFill/>
        </p:spPr>
        <p:txBody>
          <a:bodyPr vert="horz" wrap="square" lIns="90000" tIns="46800" rIns="90000" bIns="46800" rtlCol="0" anchor="t">
            <a:noAutofit/>
          </a:bodyPr>
          <a:lstStyle/>
          <a:p>
            <a:r>
              <a:rPr lang="en-US" sz="900" b="1" dirty="0"/>
              <a:t>Revenue (Rv1):</a:t>
            </a:r>
            <a:r>
              <a:rPr lang="en-US" sz="900" dirty="0"/>
              <a:t> Limited by advisor capacity</a:t>
            </a:r>
          </a:p>
          <a:p>
            <a:r>
              <a:rPr lang="en-US" sz="900" dirty="0"/>
              <a:t>- Estimated Annual Revenue (per enterprise): ₹50 Lakhs - ₹1 Crore</a:t>
            </a:r>
          </a:p>
          <a:p>
            <a:pPr>
              <a:spcBef>
                <a:spcPct val="0"/>
              </a:spcBef>
            </a:pPr>
            <a:endParaRPr lang="en-US" sz="900" dirty="0"/>
          </a:p>
        </p:txBody>
      </p:sp>
      <p:sp>
        <p:nvSpPr>
          <p:cNvPr id="51" name="TextBox 50">
            <a:extLst>
              <a:ext uri="{FF2B5EF4-FFF2-40B4-BE49-F238E27FC236}">
                <a16:creationId xmlns:a16="http://schemas.microsoft.com/office/drawing/2014/main" id="{A1C58A5A-7DB6-9A3C-67D2-C148031904F4}"/>
              </a:ext>
            </a:extLst>
          </p:cNvPr>
          <p:cNvSpPr txBox="1"/>
          <p:nvPr/>
        </p:nvSpPr>
        <p:spPr>
          <a:xfrm>
            <a:off x="3860539" y="4554381"/>
            <a:ext cx="3398252" cy="787011"/>
          </a:xfrm>
          <a:prstGeom prst="rect">
            <a:avLst/>
          </a:prstGeom>
          <a:noFill/>
        </p:spPr>
        <p:txBody>
          <a:bodyPr vert="horz" wrap="square" lIns="90000" tIns="46800" rIns="90000" bIns="46800" rtlCol="0" anchor="ctr">
            <a:spAutoFit/>
          </a:bodyPr>
          <a:lstStyle/>
          <a:p>
            <a:pPr algn="ctr">
              <a:spcBef>
                <a:spcPct val="0"/>
              </a:spcBef>
            </a:pPr>
            <a:r>
              <a:rPr lang="en-US" sz="900" b="1" dirty="0"/>
              <a:t>BREAK EVEN:</a:t>
            </a:r>
            <a:r>
              <a:rPr lang="en-US" sz="900" dirty="0"/>
              <a:t> </a:t>
            </a:r>
          </a:p>
          <a:p>
            <a:pPr algn="ctr">
              <a:spcBef>
                <a:spcPct val="0"/>
              </a:spcBef>
            </a:pPr>
            <a:r>
              <a:rPr lang="en-US" sz="900" dirty="0"/>
              <a:t>Time to recover implementation cost:</a:t>
            </a:r>
            <a:br>
              <a:rPr lang="en-US" sz="900" dirty="0"/>
            </a:br>
            <a:r>
              <a:rPr lang="en-US" sz="900" dirty="0"/>
              <a:t>12–18 months through:</a:t>
            </a:r>
            <a:br>
              <a:rPr lang="en-US" sz="900" dirty="0"/>
            </a:br>
            <a:r>
              <a:rPr lang="en-US" sz="900" dirty="0"/>
              <a:t>Reduced admin staffing costs</a:t>
            </a:r>
            <a:br>
              <a:rPr lang="en-US" sz="900" dirty="0"/>
            </a:br>
            <a:r>
              <a:rPr lang="en-US" sz="900" dirty="0"/>
              <a:t>Faster workflows</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4" y="3287317"/>
            <a:ext cx="2375408" cy="1081521"/>
          </a:xfrm>
          <a:prstGeom prst="rect">
            <a:avLst/>
          </a:prstGeom>
          <a:noFill/>
        </p:spPr>
        <p:txBody>
          <a:bodyPr vert="horz" wrap="square" lIns="90000" tIns="46800" rIns="90000" bIns="46800" rtlCol="0" anchor="t">
            <a:noAutofit/>
          </a:bodyPr>
          <a:lstStyle/>
          <a:p>
            <a:r>
              <a:rPr lang="en-US" sz="900" b="1" dirty="0"/>
              <a:t>Revenue (Rv2):</a:t>
            </a:r>
            <a:r>
              <a:rPr lang="en-IN" sz="900" b="1" dirty="0"/>
              <a:t> </a:t>
            </a:r>
            <a:br>
              <a:rPr lang="en-IN" sz="900" b="1" dirty="0"/>
            </a:br>
            <a:r>
              <a:rPr lang="en-IN" sz="900" b="1" dirty="0"/>
              <a:t>Retail Tier:</a:t>
            </a:r>
            <a:r>
              <a:rPr lang="en-IN" sz="900" dirty="0"/>
              <a:t> ₹99-499/month (10K users = ₹1.2-6 Cr/year)</a:t>
            </a:r>
          </a:p>
          <a:p>
            <a:r>
              <a:rPr lang="en-IN" sz="900" b="1" dirty="0"/>
              <a:t>Enterprise Tier: </a:t>
            </a:r>
            <a:r>
              <a:rPr lang="en-IN" sz="900" dirty="0"/>
              <a:t>₹5-20 Lakhs/year (100 clients = ₹5-20 Cr/year)</a:t>
            </a:r>
          </a:p>
          <a:p>
            <a:r>
              <a:rPr lang="en-IN" sz="900" dirty="0"/>
              <a:t>- Increased user base: 5-10x due to affordability</a:t>
            </a:r>
          </a:p>
          <a:p>
            <a:r>
              <a:rPr lang="en-IN" sz="900" dirty="0"/>
              <a:t>- </a:t>
            </a:r>
            <a:r>
              <a:rPr lang="en-IN" sz="900" b="1" dirty="0"/>
              <a:t>Expected Revenue:</a:t>
            </a:r>
            <a:r>
              <a:rPr lang="en-IN" sz="900" dirty="0"/>
              <a:t> ₹6-26 Crores/year</a:t>
            </a: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5F28D58-EC0D-2841-83FE-19B96684F48D}"/>
              </a:ext>
            </a:extLst>
          </p:cNvPr>
          <p:cNvSpPr txBox="1"/>
          <p:nvPr/>
        </p:nvSpPr>
        <p:spPr>
          <a:xfrm>
            <a:off x="3791039" y="5803060"/>
            <a:ext cx="7936451" cy="784830"/>
          </a:xfrm>
          <a:prstGeom prst="rect">
            <a:avLst/>
          </a:prstGeom>
          <a:noFill/>
        </p:spPr>
        <p:txBody>
          <a:bodyPr wrap="square">
            <a:spAutoFit/>
          </a:bodyPr>
          <a:lstStyle/>
          <a:p>
            <a:pPr>
              <a:spcBef>
                <a:spcPct val="0"/>
              </a:spcBef>
              <a:defRPr/>
            </a:pPr>
            <a:r>
              <a:rPr lang="en-US" sz="900" b="1">
                <a:solidFill>
                  <a:srgbClr val="000000"/>
                </a:solidFill>
                <a:latin typeface="Ubuntu"/>
              </a:rPr>
              <a:t>BREAK EVEN: </a:t>
            </a:r>
            <a:r>
              <a:rPr lang="en-US" sz="900"/>
              <a:t>The solution becomes financially viable within the first year due to:</a:t>
            </a:r>
            <a:br>
              <a:rPr lang="en-US" sz="900"/>
            </a:br>
            <a:r>
              <a:rPr lang="en-US" sz="900"/>
              <a:t>Immediate reduction in administrative burden</a:t>
            </a:r>
            <a:br>
              <a:rPr lang="en-US" sz="900"/>
            </a:br>
            <a:r>
              <a:rPr lang="en-US" sz="900"/>
              <a:t>Increased efficiency and patient handling capacity</a:t>
            </a:r>
            <a:br>
              <a:rPr lang="en-US" sz="900"/>
            </a:br>
            <a:r>
              <a:rPr lang="en-US" sz="900"/>
              <a:t>Scalable AI model with long-term cost benefits</a:t>
            </a:r>
            <a:br>
              <a:rPr lang="en-US" sz="900"/>
            </a:br>
            <a:r>
              <a:rPr lang="en-US" sz="900"/>
              <a:t>This makes the solution highly feasible and ROI-positive for healthcare organizations.</a:t>
            </a:r>
            <a:endParaRPr kumimoji="0" lang="en-US" sz="900" i="0" u="none" strike="noStrike" kern="1200" cap="none" spc="0" normalizeH="0" baseline="0" noProof="0">
              <a:ln>
                <a:noFill/>
              </a:ln>
              <a:solidFill>
                <a:srgbClr val="000000"/>
              </a:solidFill>
              <a:effectLst/>
              <a:uLnTx/>
              <a:uFillTx/>
              <a:latin typeface="Ubuntu"/>
              <a:ea typeface="+mn-ea"/>
              <a:cs typeface="+mn-cs"/>
            </a:endParaRPr>
          </a:p>
        </p:txBody>
      </p:sp>
      <p:sp>
        <p:nvSpPr>
          <p:cNvPr id="119" name="TextBox 118">
            <a:extLst>
              <a:ext uri="{FF2B5EF4-FFF2-40B4-BE49-F238E27FC236}">
                <a16:creationId xmlns:a16="http://schemas.microsoft.com/office/drawing/2014/main" id="{DCB584E6-F3A5-A824-4068-1118526B3E64}"/>
              </a:ext>
            </a:extLst>
          </p:cNvPr>
          <p:cNvSpPr txBox="1"/>
          <p:nvPr/>
        </p:nvSpPr>
        <p:spPr>
          <a:xfrm>
            <a:off x="7972805" y="4559495"/>
            <a:ext cx="3533395" cy="787011"/>
          </a:xfrm>
          <a:prstGeom prst="rect">
            <a:avLst/>
          </a:prstGeom>
          <a:noFill/>
        </p:spPr>
        <p:txBody>
          <a:bodyPr vert="horz" wrap="square" lIns="90000" tIns="46800" rIns="90000" bIns="46800" rtlCol="0" anchor="ctr">
            <a:spAutoFit/>
          </a:bodyPr>
          <a:lstStyle/>
          <a:p>
            <a:pPr algn="ctr">
              <a:spcBef>
                <a:spcPct val="0"/>
              </a:spcBef>
            </a:pPr>
            <a:r>
              <a:rPr lang="en-US" sz="900" b="1"/>
              <a:t>BREAK EVEN:</a:t>
            </a:r>
            <a:br>
              <a:rPr lang="en-US" sz="900"/>
            </a:br>
            <a:r>
              <a:rPr lang="en-US" sz="900"/>
              <a:t>Time to recover via extra revenue:</a:t>
            </a:r>
            <a:br>
              <a:rPr lang="en-US" sz="900"/>
            </a:br>
            <a:r>
              <a:rPr lang="en-US" sz="900"/>
              <a:t> 8–12 months due to:</a:t>
            </a:r>
            <a:br>
              <a:rPr lang="en-US" sz="900"/>
            </a:br>
            <a:r>
              <a:rPr lang="en-US" sz="900"/>
              <a:t>Increased patient throughput</a:t>
            </a:r>
            <a:br>
              <a:rPr lang="en-US" sz="900"/>
            </a:br>
            <a:r>
              <a:rPr lang="en-US" sz="900"/>
              <a:t>Better service quality</a:t>
            </a:r>
          </a:p>
        </p:txBody>
      </p:sp>
      <p:sp>
        <p:nvSpPr>
          <p:cNvPr id="6" name="TextBox 5">
            <a:extLst>
              <a:ext uri="{FF2B5EF4-FFF2-40B4-BE49-F238E27FC236}">
                <a16:creationId xmlns:a16="http://schemas.microsoft.com/office/drawing/2014/main" id="{19ACB973-523E-3AA1-CE0B-872221C60628}"/>
              </a:ext>
            </a:extLst>
          </p:cNvPr>
          <p:cNvSpPr txBox="1"/>
          <p:nvPr/>
        </p:nvSpPr>
        <p:spPr>
          <a:xfrm>
            <a:off x="3782598" y="2049746"/>
            <a:ext cx="2788929" cy="912331"/>
          </a:xfrm>
          <a:prstGeom prst="rect">
            <a:avLst/>
          </a:prstGeom>
          <a:noFill/>
        </p:spPr>
        <p:txBody>
          <a:bodyPr vert="horz" wrap="square" lIns="90000" tIns="46800" rIns="90000" bIns="46800" rtlCol="0" anchor="t">
            <a:noAutofit/>
          </a:bodyPr>
          <a:lstStyle/>
          <a:p>
            <a:r>
              <a:rPr lang="en-US" sz="900" dirty="0"/>
              <a:t>Manual research workload: High operational cost</a:t>
            </a:r>
          </a:p>
          <a:p>
            <a:r>
              <a:rPr lang="en-US" sz="900" dirty="0"/>
              <a:t>Advisory fees: ₹15-20 Lakhs/year per enterprise client</a:t>
            </a:r>
          </a:p>
          <a:p>
            <a:r>
              <a:rPr lang="en-US" sz="900" dirty="0"/>
              <a:t>Delayed decision-making → indirect opportunity loss</a:t>
            </a:r>
          </a:p>
          <a:p>
            <a:r>
              <a:rPr lang="en-US" sz="900" dirty="0"/>
              <a:t>Biased recommendations → suboptimal returns</a:t>
            </a:r>
          </a:p>
        </p:txBody>
      </p: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http://www.w3.org/XML/1998/namespace"/>
    <ds:schemaRef ds:uri="http://schemas.microsoft.com/office/2006/documentManagement/types"/>
    <ds:schemaRef ds:uri="http://purl.org/dc/elements/1.1/"/>
    <ds:schemaRef ds:uri="http://schemas.microsoft.com/office/2006/metadata/properties"/>
    <ds:schemaRef ds:uri="71ec4482-8a5f-419e-a3fb-f1ff39837bb1"/>
    <ds:schemaRef ds:uri="http://schemas.microsoft.com/office/infopath/2007/PartnerControls"/>
    <ds:schemaRef ds:uri="http://purl.org/dc/dcmitype/"/>
    <ds:schemaRef ds:uri="http://schemas.openxmlformats.org/package/2006/metadata/core-properties"/>
    <ds:schemaRef ds:uri="289d593b-f9da-44ad-aeed-35e8c5022e75"/>
    <ds:schemaRef ds:uri="http://purl.org/dc/terms/"/>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92</TotalTime>
  <Words>1204</Words>
  <Application>Microsoft Office PowerPoint</Application>
  <PresentationFormat>Widescreen</PresentationFormat>
  <Paragraphs>175</Paragraphs>
  <Slides>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Aptos</vt:lpstr>
      <vt:lpstr>Arial</vt:lpstr>
      <vt:lpstr>Calibri</vt:lpstr>
      <vt:lpstr>System Font Regular</vt:lpstr>
      <vt:lpstr>Ubuntu</vt:lpstr>
      <vt:lpstr>Ubuntu Light</vt:lpstr>
      <vt:lpstr>Ubuntu Medium</vt:lpstr>
      <vt:lpstr>Capgemini_Bright_2025</vt:lpstr>
      <vt:lpstr>PowerPoint Presentation</vt:lpstr>
      <vt:lpstr>  Technical solution &amp; List Of Work Flow</vt:lpstr>
      <vt:lpstr>Technical Solution</vt:lpstr>
      <vt:lpstr>    Business Case Proposal –Personalized Financial Advisor for Mutual Funds / Stocks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KUMAR, NIRAV</cp:lastModifiedBy>
  <cp:revision>4</cp:revision>
  <dcterms:created xsi:type="dcterms:W3CDTF">2026-02-09T11:16:54Z</dcterms:created>
  <dcterms:modified xsi:type="dcterms:W3CDTF">2026-04-02T17:51:52Z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