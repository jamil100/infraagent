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2C44C9799C9545A5261C0AF70B4333" ma:contentTypeVersion="12" ma:contentTypeDescription="Create a new document." ma:contentTypeScope="" ma:versionID="5e4cadbf8931f3a42467c8a0955d4fc4">
  <xsd:schema xmlns:xsd="http://www.w3.org/2001/XMLSchema" xmlns:xs="http://www.w3.org/2001/XMLSchema" xmlns:p="http://schemas.microsoft.com/office/2006/metadata/properties" xmlns:ns2="71ec4482-8a5f-419e-a3fb-f1ff39837bb1" xmlns:ns3="289d593b-f9da-44ad-aeed-35e8c5022e75" targetNamespace="http://schemas.microsoft.com/office/2006/metadata/properties" ma:root="true" ma:fieldsID="914513dae8da38dff2ffd10bf6795a4a" ns2:_="" ns3:_="">
    <xsd:import namespace="71ec4482-8a5f-419e-a3fb-f1ff39837bb1"/>
    <xsd:import namespace="289d593b-f9da-44ad-aeed-35e8c5022e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ec4482-8a5f-419e-a3fb-f1ff39837b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d593b-f9da-44ad-aeed-35e8c5022e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1e7f45-79c5-438a-9c31-31bb88d8ed8a}" ma:internalName="TaxCatchAll" ma:showField="CatchAllData" ma:web="289d593b-f9da-44ad-aeed-35e8c5022e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ec4482-8a5f-419e-a3fb-f1ff39837bb1">
      <Terms xmlns="http://schemas.microsoft.com/office/infopath/2007/PartnerControls"/>
    </lcf76f155ced4ddcb4097134ff3c332f>
    <TaxCatchAll xmlns="289d593b-f9da-44ad-aeed-35e8c5022e75" xsi:nil="true"/>
  </documentManagement>
</p:properties>
</file>

<file path=customXml/itemProps1.xml><?xml version="1.0" encoding="utf-8"?>
<ds:datastoreItem xmlns:ds="http://schemas.openxmlformats.org/officeDocument/2006/customXml" ds:itemID="{826B8BB5-9E1A-46A5-92B6-F5EF4C905993}"/>
</file>

<file path=customXml/itemProps2.xml><?xml version="1.0" encoding="utf-8"?>
<ds:datastoreItem xmlns:ds="http://schemas.openxmlformats.org/officeDocument/2006/customXml" ds:itemID="{CC382FEC-8215-4DEF-928F-DB1288C1CA87}"/>
</file>

<file path=customXml/itemProps3.xml><?xml version="1.0" encoding="utf-8"?>
<ds:datastoreItem xmlns:ds="http://schemas.openxmlformats.org/officeDocument/2006/customXml" ds:itemID="{E48B52BF-5B08-4B47-AD14-A3615750EBE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2026-04-07T13:46:36Z</dcterms:created>
  <dcterms:modified xsi:type="dcterms:W3CDTF">2026-04-07T13:46:41Z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0x010100D72C44C9799C9545A5261C0AF70B4333</vt:lpwstr>
  </property>
</Properties>
</file>