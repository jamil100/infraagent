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0"/>
  </p:notesMasterIdLst>
  <p:sldIdLst>
    <p:sldId id="263" r:id="rId5"/>
    <p:sldId id="2145706670" r:id="rId6"/>
    <p:sldId id="2145706672" r:id="rId7"/>
    <p:sldId id="2145706673" r:id="rId8"/>
    <p:sldId id="2145706671" r:id="rId9"/>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0"/>
            <p14:sldId id="2145706672"/>
            <p14:sldId id="2145706673"/>
            <p14:sldId id="2145706671"/>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19F75-83C2-41AB-8B43-E5F3CF511370}" v="1" dt="2026-04-01T13:41:59.629"/>
    <p1510:client id="{6063A4EA-C855-4565-AEA5-A445BA7AF9C6}" v="119" dt="2026-04-01T07:19:36.524"/>
    <p1510:client id="{96F12568-D070-487D-94FE-FD0285D8F516}" v="1" dt="2026-04-01T13:51:22.737"/>
    <p1510:client id="{A44DE0FF-91F6-2661-DE49-D48D4FBCAC2B}" v="1" dt="2026-04-01T14:01:55.060"/>
    <p1510:client id="{B8429895-AA81-5380-AB05-030C58654A9A}" v="348" dt="2026-04-02T02:09:47.545"/>
    <p1510:client id="{C0A5F136-F3B4-75F9-197F-534BC5A264DA}" v="4" dt="2026-04-01T06:52:33.914"/>
    <p1510:client id="{D061F3CB-D4B3-4447-BDE7-B8A613FEF43D}" v="557" dt="2026-04-01T09:56:12.891"/>
    <p1510:client id="{FB9C471B-E225-47BE-8B4F-A5FB939A4BE8}" v="4" dt="2026-04-01T11:02:48.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41" autoAdjust="0"/>
  </p:normalViewPr>
  <p:slideViewPr>
    <p:cSldViewPr snapToGrid="0">
      <p:cViewPr varScale="1">
        <p:scale>
          <a:sx n="60" d="100"/>
          <a:sy n="60" d="100"/>
        </p:scale>
        <p:origin x="1116"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Żółtańska, Anna" userId="S::anna.zoltanska@capgemini.com::0cf66583-95c1-425a-8a53-f8f83b295eb2" providerId="AD" clId="Web-{6694DEC7-94EB-34E7-BC64-FE133BF75A3A}"/>
    <pc:docChg chg="addSld delSld modSection">
      <pc:chgData name="Żółtańska, Anna" userId="S::anna.zoltanska@capgemini.com::0cf66583-95c1-425a-8a53-f8f83b295eb2" providerId="AD" clId="Web-{6694DEC7-94EB-34E7-BC64-FE133BF75A3A}" dt="2026-03-31T21:05:59.393" v="1"/>
      <pc:docMkLst>
        <pc:docMk/>
      </pc:docMkLst>
    </pc:docChg>
  </pc:docChgLst>
  <pc:docChgLst>
    <pc:chgData name="Chandra, Sourabh" userId="S::sourabh.chandra@capgemini.com::f16cfae7-e790-4803-86ca-50cd6bce3d8a" providerId="AD" clId="Web-{4180C7CF-4F56-D736-F553-6AAA59635976}"/>
    <pc:docChg chg="modSld">
      <pc:chgData name="Chandra, Sourabh" userId="S::sourabh.chandra@capgemini.com::f16cfae7-e790-4803-86ca-50cd6bce3d8a" providerId="AD" clId="Web-{4180C7CF-4F56-D736-F553-6AAA59635976}" dt="2026-03-31T07:15:17.977" v="1" actId="14100"/>
      <pc:docMkLst>
        <pc:docMk/>
      </pc:docMkLst>
    </pc:docChg>
  </pc:docChgLst>
  <pc:docChgLst>
    <pc:chgData name="Patel, Nirzari" userId="S::nirzari.patel@capgemini.com::8d7b70b7-4442-47bc-b454-0bd8bb90161e" providerId="AD" clId="Web-{A385DE4B-1804-0C36-A9EE-A323CB0F522B}"/>
    <pc:docChg chg="modSld">
      <pc:chgData name="Patel, Nirzari" userId="S::nirzari.patel@capgemini.com::8d7b70b7-4442-47bc-b454-0bd8bb90161e" providerId="AD" clId="Web-{A385DE4B-1804-0C36-A9EE-A323CB0F522B}" dt="2026-04-01T18:22:33.236" v="0" actId="14100"/>
      <pc:docMkLst>
        <pc:docMk/>
      </pc:docMkLst>
      <pc:sldChg chg="modSp">
        <pc:chgData name="Patel, Nirzari" userId="S::nirzari.patel@capgemini.com::8d7b70b7-4442-47bc-b454-0bd8bb90161e" providerId="AD" clId="Web-{A385DE4B-1804-0C36-A9EE-A323CB0F522B}" dt="2026-04-01T18:22:33.236" v="0" actId="14100"/>
        <pc:sldMkLst>
          <pc:docMk/>
          <pc:sldMk cId="3826729619" sldId="2145706669"/>
        </pc:sldMkLst>
        <pc:graphicFrameChg chg="mod">
          <ac:chgData name="Patel, Nirzari" userId="S::nirzari.patel@capgemini.com::8d7b70b7-4442-47bc-b454-0bd8bb90161e" providerId="AD" clId="Web-{A385DE4B-1804-0C36-A9EE-A323CB0F522B}" dt="2026-04-01T18:22:33.236" v="0" actId="14100"/>
          <ac:graphicFrameMkLst>
            <pc:docMk/>
            <pc:sldMk cId="3826729619" sldId="2145706669"/>
            <ac:graphicFrameMk id="30" creationId="{1D7CC38F-E1BD-455E-7366-62DE0FBBAEC7}"/>
          </ac:graphicFrameMkLst>
        </pc:graphicFrameChg>
      </pc:sldChg>
    </pc:docChg>
  </pc:docChgLst>
  <pc:docChgLst>
    <pc:chgData name="Kour, Suneha Deep" userId="S::suneha-deep.a.kour@capgemini.com::a68617f1-3c2b-4910-b4e2-265115aa864d" providerId="AD" clId="Web-{1DF2479A-DA89-0573-4A30-4BBD8BD14F81}"/>
    <pc:docChg chg="modSld">
      <pc:chgData name="Kour, Suneha Deep" userId="S::suneha-deep.a.kour@capgemini.com::a68617f1-3c2b-4910-b4e2-265115aa864d" providerId="AD" clId="Web-{1DF2479A-DA89-0573-4A30-4BBD8BD14F81}" dt="2026-03-27T12:41:45.327" v="0" actId="1076"/>
      <pc:docMkLst>
        <pc:docMk/>
      </pc:docMkLst>
    </pc:docChg>
  </pc:docChgLst>
  <pc:docChgLst>
    <pc:chgData name="Chaudhari, Vaibhav" userId="S::vaibhav.chaudhari@capgemini.com::ee17349f-8a9f-4b9c-885d-7e9e910b2e76" providerId="AD" clId="Web-{EB8C4C67-2F70-E396-347B-E7AB5B131B54}"/>
    <pc:docChg chg="modSld">
      <pc:chgData name="Chaudhari, Vaibhav" userId="S::vaibhav.chaudhari@capgemini.com::ee17349f-8a9f-4b9c-885d-7e9e910b2e76" providerId="AD" clId="Web-{EB8C4C67-2F70-E396-347B-E7AB5B131B54}" dt="2026-03-31T09:22:29.886" v="0"/>
      <pc:docMkLst>
        <pc:docMk/>
      </pc:docMkLst>
    </pc:docChg>
  </pc:docChgLst>
  <pc:docChgLst>
    <pc:chgData name="Aagamuri, Sridhar" userId="9fde5a48-d01f-42fc-bb55-ac26b65c8155" providerId="ADAL" clId="{8F229043-0105-4B06-BC15-14E10FBA1231}"/>
    <pc:docChg chg="sldOrd">
      <pc:chgData name="Aagamuri, Sridhar" userId="9fde5a48-d01f-42fc-bb55-ac26b65c8155" providerId="ADAL" clId="{8F229043-0105-4B06-BC15-14E10FBA1231}" dt="2026-04-01T13:41:59.629" v="0" actId="20578"/>
      <pc:docMkLst>
        <pc:docMk/>
      </pc:docMkLst>
      <pc:sldChg chg="ord">
        <pc:chgData name="Aagamuri, Sridhar" userId="9fde5a48-d01f-42fc-bb55-ac26b65c8155" providerId="ADAL" clId="{8F229043-0105-4B06-BC15-14E10FBA1231}" dt="2026-04-01T13:41:59.629" v="0" actId="20578"/>
        <pc:sldMkLst>
          <pc:docMk/>
          <pc:sldMk cId="3826729619" sldId="2145706669"/>
        </pc:sldMkLst>
      </pc:sldChg>
    </pc:docChg>
  </pc:docChgLst>
  <pc:docChgLst>
    <pc:chgData name="Abrahamson, Heidi" userId="S::heidi.abrahamson@capgemini.com::d5134ecf-5730-4ca3-aec3-f91238c55104" providerId="AD" clId="Web-{1D29E857-DD65-6322-CA2B-1786668F3018}"/>
    <pc:docChg chg="modSld">
      <pc:chgData name="Abrahamson, Heidi" userId="S::heidi.abrahamson@capgemini.com::d5134ecf-5730-4ca3-aec3-f91238c55104" providerId="AD" clId="Web-{1D29E857-DD65-6322-CA2B-1786668F3018}" dt="2026-03-31T19:42:18.641" v="0" actId="1076"/>
      <pc:docMkLst>
        <pc:docMk/>
      </pc:docMkLst>
      <pc:sldChg chg="modSp">
        <pc:chgData name="Abrahamson, Heidi" userId="S::heidi.abrahamson@capgemini.com::d5134ecf-5730-4ca3-aec3-f91238c55104" providerId="AD" clId="Web-{1D29E857-DD65-6322-CA2B-1786668F3018}" dt="2026-03-31T19:42:18.641" v="0" actId="1076"/>
        <pc:sldMkLst>
          <pc:docMk/>
          <pc:sldMk cId="3657648834" sldId="2145706673"/>
        </pc:sldMkLst>
        <pc:picChg chg="mod">
          <ac:chgData name="Abrahamson, Heidi" userId="S::heidi.abrahamson@capgemini.com::d5134ecf-5730-4ca3-aec3-f91238c55104" providerId="AD" clId="Web-{1D29E857-DD65-6322-CA2B-1786668F3018}" dt="2026-03-31T19:42:18.641" v="0" actId="1076"/>
          <ac:picMkLst>
            <pc:docMk/>
            <pc:sldMk cId="3657648834" sldId="2145706673"/>
            <ac:picMk id="2" creationId="{58A5796B-1A3D-1D3E-C5D5-176BB95728C2}"/>
          </ac:picMkLst>
        </pc:picChg>
      </pc:sldChg>
    </pc:docChg>
  </pc:docChgLst>
  <pc:docChgLst>
    <pc:chgData name="Urban, Greg" userId="S::greg.urban@capgemini.com::ce644b4b-6b70-41f2-a1b8-48056440ce31" providerId="AD" clId="Web-{07912A88-2038-9B32-DF6C-D1088A6AB82F}"/>
    <pc:docChg chg="modSld sldOrd">
      <pc:chgData name="Urban, Greg" userId="S::greg.urban@capgemini.com::ce644b4b-6b70-41f2-a1b8-48056440ce31" providerId="AD" clId="Web-{07912A88-2038-9B32-DF6C-D1088A6AB82F}" dt="2026-03-27T05:51:16.222" v="2" actId="1076"/>
      <pc:docMkLst>
        <pc:docMk/>
      </pc:docMkLst>
      <pc:sldChg chg="ord">
        <pc:chgData name="Urban, Greg" userId="S::greg.urban@capgemini.com::ce644b4b-6b70-41f2-a1b8-48056440ce31" providerId="AD" clId="Web-{07912A88-2038-9B32-DF6C-D1088A6AB82F}" dt="2026-03-27T05:11:21.619" v="0"/>
        <pc:sldMkLst>
          <pc:docMk/>
          <pc:sldMk cId="2417810418" sldId="2145706670"/>
        </pc:sldMkLst>
      </pc:sldChg>
      <pc:sldChg chg="ord">
        <pc:chgData name="Urban, Greg" userId="S::greg.urban@capgemini.com::ce644b4b-6b70-41f2-a1b8-48056440ce31" providerId="AD" clId="Web-{07912A88-2038-9B32-DF6C-D1088A6AB82F}" dt="2026-03-27T05:49:43.843" v="1"/>
        <pc:sldMkLst>
          <pc:docMk/>
          <pc:sldMk cId="2946189433" sldId="2145706672"/>
        </pc:sldMkLst>
      </pc:sldChg>
    </pc:docChg>
  </pc:docChgLst>
  <pc:docChgLst>
    <pc:chgData name="Khandelwal, Shubham" userId="S::shubham.e.khandelwal@capgemini.com::4c75daa0-10b1-42b0-bdaf-3852e6f4c147" providerId="AD" clId="Web-{4FD5A6B8-7DFC-5A34-9A18-FE6FD401704D}"/>
    <pc:docChg chg="modSld">
      <pc:chgData name="Khandelwal, Shubham" userId="S::shubham.e.khandelwal@capgemini.com::4c75daa0-10b1-42b0-bdaf-3852e6f4c147" providerId="AD" clId="Web-{4FD5A6B8-7DFC-5A34-9A18-FE6FD401704D}" dt="2026-04-01T01:42:23.649" v="1" actId="1076"/>
      <pc:docMkLst>
        <pc:docMk/>
      </pc:docMkLst>
      <pc:sldChg chg="modSp">
        <pc:chgData name="Khandelwal, Shubham" userId="S::shubham.e.khandelwal@capgemini.com::4c75daa0-10b1-42b0-bdaf-3852e6f4c147" providerId="AD" clId="Web-{4FD5A6B8-7DFC-5A34-9A18-FE6FD401704D}" dt="2026-04-01T01:42:23.649" v="1" actId="1076"/>
        <pc:sldMkLst>
          <pc:docMk/>
          <pc:sldMk cId="2417810418" sldId="2145706670"/>
        </pc:sldMkLst>
        <pc:spChg chg="mod">
          <ac:chgData name="Khandelwal, Shubham" userId="S::shubham.e.khandelwal@capgemini.com::4c75daa0-10b1-42b0-bdaf-3852e6f4c147" providerId="AD" clId="Web-{4FD5A6B8-7DFC-5A34-9A18-FE6FD401704D}" dt="2026-04-01T01:42:23.649" v="1" actId="1076"/>
          <ac:spMkLst>
            <pc:docMk/>
            <pc:sldMk cId="2417810418" sldId="2145706670"/>
            <ac:spMk id="294" creationId="{3AF47DBB-9AE3-EDCE-5F6C-49CCE20BD17D}"/>
          </ac:spMkLst>
        </pc:spChg>
      </pc:sldChg>
    </pc:docChg>
  </pc:docChgLst>
  <pc:docChgLst>
    <pc:chgData name="D, Rahul" userId="S::rahul.c.d@capgemini.com::21eee703-1ee3-46e5-94d3-86484d7eae04" providerId="AD" clId="Web-{A44DE0FF-91F6-2661-DE49-D48D4FBCAC2B}"/>
    <pc:docChg chg="modSld">
      <pc:chgData name="D, Rahul" userId="S::rahul.c.d@capgemini.com::21eee703-1ee3-46e5-94d3-86484d7eae04" providerId="AD" clId="Web-{A44DE0FF-91F6-2661-DE49-D48D4FBCAC2B}" dt="2026-04-01T14:01:55.060" v="0" actId="14100"/>
      <pc:docMkLst>
        <pc:docMk/>
      </pc:docMkLst>
      <pc:sldChg chg="modSp">
        <pc:chgData name="D, Rahul" userId="S::rahul.c.d@capgemini.com::21eee703-1ee3-46e5-94d3-86484d7eae04" providerId="AD" clId="Web-{A44DE0FF-91F6-2661-DE49-D48D4FBCAC2B}" dt="2026-04-01T14:01:55.060" v="0" actId="14100"/>
        <pc:sldMkLst>
          <pc:docMk/>
          <pc:sldMk cId="3657648834" sldId="2145706673"/>
        </pc:sldMkLst>
        <pc:picChg chg="mod">
          <ac:chgData name="D, Rahul" userId="S::rahul.c.d@capgemini.com::21eee703-1ee3-46e5-94d3-86484d7eae04" providerId="AD" clId="Web-{A44DE0FF-91F6-2661-DE49-D48D4FBCAC2B}" dt="2026-04-01T14:01:55.060" v="0" actId="14100"/>
          <ac:picMkLst>
            <pc:docMk/>
            <pc:sldMk cId="3657648834" sldId="2145706673"/>
            <ac:picMk id="2" creationId="{58A5796B-1A3D-1D3E-C5D5-176BB95728C2}"/>
          </ac:picMkLst>
        </pc:picChg>
      </pc:sldChg>
    </pc:docChg>
  </pc:docChgLst>
  <pc:docChgLst>
    <pc:chgData name="ZAHR, Narjiss" userId="S::narjiss.zahr@capgemini.com::3f760fbf-dfd2-4a7b-a5f6-cfe993e15615" providerId="AD" clId="Web-{5834F15B-830D-F7E1-12FB-A7A67E0DA9F5}"/>
    <pc:docChg chg="modSld">
      <pc:chgData name="ZAHR, Narjiss" userId="S::narjiss.zahr@capgemini.com::3f760fbf-dfd2-4a7b-a5f6-cfe993e15615" providerId="AD" clId="Web-{5834F15B-830D-F7E1-12FB-A7A67E0DA9F5}" dt="2026-03-25T13:24:11.606" v="2" actId="20577"/>
      <pc:docMkLst>
        <pc:docMk/>
      </pc:docMkLst>
      <pc:sldChg chg="modSp">
        <pc:chgData name="ZAHR, Narjiss" userId="S::narjiss.zahr@capgemini.com::3f760fbf-dfd2-4a7b-a5f6-cfe993e15615" providerId="AD" clId="Web-{5834F15B-830D-F7E1-12FB-A7A67E0DA9F5}" dt="2026-03-25T13:24:11.606" v="2" actId="20577"/>
        <pc:sldMkLst>
          <pc:docMk/>
          <pc:sldMk cId="175612282" sldId="2145706671"/>
        </pc:sldMkLst>
        <pc:spChg chg="mod">
          <ac:chgData name="ZAHR, Narjiss" userId="S::narjiss.zahr@capgemini.com::3f760fbf-dfd2-4a7b-a5f6-cfe993e15615" providerId="AD" clId="Web-{5834F15B-830D-F7E1-12FB-A7A67E0DA9F5}" dt="2026-03-25T13:24:11.606" v="2" actId="20577"/>
          <ac:spMkLst>
            <pc:docMk/>
            <pc:sldMk cId="175612282" sldId="2145706671"/>
            <ac:spMk id="2" creationId="{F118180A-08A9-77BB-892B-EAD50ADCB617}"/>
          </ac:spMkLst>
        </pc:spChg>
      </pc:sldChg>
    </pc:docChg>
  </pc:docChgLst>
  <pc:docChgLst>
    <pc:chgData name="Parida, Ranjeet Kumar" userId="cd9f44ea-821a-4506-bc70-d3739dc24525" providerId="ADAL" clId="{1B734633-98AD-4061-BBC5-44203250A44F}"/>
    <pc:docChg chg="undo custSel modSld">
      <pc:chgData name="Parida, Ranjeet Kumar" userId="cd9f44ea-821a-4506-bc70-d3739dc24525" providerId="ADAL" clId="{1B734633-98AD-4061-BBC5-44203250A44F}" dt="2026-04-01T07:19:36.524" v="117"/>
      <pc:docMkLst>
        <pc:docMk/>
      </pc:docMkLst>
      <pc:sldChg chg="addSp delSp modSp mod">
        <pc:chgData name="Parida, Ranjeet Kumar" userId="cd9f44ea-821a-4506-bc70-d3739dc24525" providerId="ADAL" clId="{1B734633-98AD-4061-BBC5-44203250A44F}" dt="2026-04-01T07:17:38.825" v="115" actId="20577"/>
        <pc:sldMkLst>
          <pc:docMk/>
          <pc:sldMk cId="4141162053" sldId="263"/>
        </pc:sldMkLst>
        <pc:spChg chg="add del mod">
          <ac:chgData name="Parida, Ranjeet Kumar" userId="cd9f44ea-821a-4506-bc70-d3739dc24525" providerId="ADAL" clId="{1B734633-98AD-4061-BBC5-44203250A44F}" dt="2026-04-01T07:17:12.820" v="112" actId="478"/>
          <ac:spMkLst>
            <pc:docMk/>
            <pc:sldMk cId="4141162053" sldId="263"/>
            <ac:spMk id="2" creationId="{2CD9997E-8B43-011A-424A-BC7D4889C250}"/>
          </ac:spMkLst>
        </pc:spChg>
        <pc:spChg chg="add del mod">
          <ac:chgData name="Parida, Ranjeet Kumar" userId="cd9f44ea-821a-4506-bc70-d3739dc24525" providerId="ADAL" clId="{1B734633-98AD-4061-BBC5-44203250A44F}" dt="2026-04-01T07:17:06.889" v="110" actId="478"/>
          <ac:spMkLst>
            <pc:docMk/>
            <pc:sldMk cId="4141162053" sldId="263"/>
            <ac:spMk id="3" creationId="{5DA01A9C-F6DC-1DB0-CB25-63ECBCD1D95A}"/>
          </ac:spMkLst>
        </pc:spChg>
        <pc:spChg chg="add del mod">
          <ac:chgData name="Parida, Ranjeet Kumar" userId="cd9f44ea-821a-4506-bc70-d3739dc24525" providerId="ADAL" clId="{1B734633-98AD-4061-BBC5-44203250A44F}" dt="2026-04-01T07:03:25.204" v="54" actId="478"/>
          <ac:spMkLst>
            <pc:docMk/>
            <pc:sldMk cId="4141162053" sldId="263"/>
            <ac:spMk id="4" creationId="{8F9EDC71-8B52-188D-2C56-27831FDC78A0}"/>
          </ac:spMkLst>
        </pc:spChg>
        <pc:spChg chg="add del mod">
          <ac:chgData name="Parida, Ranjeet Kumar" userId="cd9f44ea-821a-4506-bc70-d3739dc24525" providerId="ADAL" clId="{1B734633-98AD-4061-BBC5-44203250A44F}" dt="2026-04-01T07:17:09.950" v="111" actId="478"/>
          <ac:spMkLst>
            <pc:docMk/>
            <pc:sldMk cId="4141162053" sldId="263"/>
            <ac:spMk id="6" creationId="{904EE591-BC36-67FA-0BF1-A374D4B1C37A}"/>
          </ac:spMkLst>
        </pc:spChg>
        <pc:spChg chg="mod">
          <ac:chgData name="Parida, Ranjeet Kumar" userId="cd9f44ea-821a-4506-bc70-d3739dc24525" providerId="ADAL" clId="{1B734633-98AD-4061-BBC5-44203250A44F}" dt="2026-04-01T06:59:58.808" v="49" actId="207"/>
          <ac:spMkLst>
            <pc:docMk/>
            <pc:sldMk cId="4141162053" sldId="263"/>
            <ac:spMk id="7" creationId="{3EF55D29-D549-A161-BAC6-AF540E6AF3A6}"/>
          </ac:spMkLst>
        </pc:spChg>
        <pc:spChg chg="mod">
          <ac:chgData name="Parida, Ranjeet Kumar" userId="cd9f44ea-821a-4506-bc70-d3739dc24525" providerId="ADAL" clId="{1B734633-98AD-4061-BBC5-44203250A44F}" dt="2026-04-01T07:17:38.825" v="115" actId="20577"/>
          <ac:spMkLst>
            <pc:docMk/>
            <pc:sldMk cId="4141162053" sldId="263"/>
            <ac:spMk id="14" creationId="{D34C0E58-2B38-D9D4-F6DD-CA95D28EBBB5}"/>
          </ac:spMkLst>
        </pc:spChg>
        <pc:graphicFrameChg chg="add del mod modGraphic">
          <ac:chgData name="Parida, Ranjeet Kumar" userId="cd9f44ea-821a-4506-bc70-d3739dc24525" providerId="ADAL" clId="{1B734633-98AD-4061-BBC5-44203250A44F}" dt="2026-04-01T07:04:54.607" v="76" actId="478"/>
          <ac:graphicFrameMkLst>
            <pc:docMk/>
            <pc:sldMk cId="4141162053" sldId="263"/>
            <ac:graphicFrameMk id="5" creationId="{EA8EFBFA-E125-B845-C144-91C0D148E3F2}"/>
          </ac:graphicFrameMkLst>
        </pc:graphicFrameChg>
      </pc:sldChg>
      <pc:sldChg chg="addSp delSp modSp mod">
        <pc:chgData name="Parida, Ranjeet Kumar" userId="cd9f44ea-821a-4506-bc70-d3739dc24525" providerId="ADAL" clId="{1B734633-98AD-4061-BBC5-44203250A44F}" dt="2026-04-01T07:19:36.524" v="117"/>
        <pc:sldMkLst>
          <pc:docMk/>
          <pc:sldMk cId="175612282" sldId="2145706671"/>
        </pc:sldMkLst>
        <pc:spChg chg="add mod">
          <ac:chgData name="Parida, Ranjeet Kumar" userId="cd9f44ea-821a-4506-bc70-d3739dc24525" providerId="ADAL" clId="{1B734633-98AD-4061-BBC5-44203250A44F}" dt="2026-04-01T07:19:36.524" v="117"/>
          <ac:spMkLst>
            <pc:docMk/>
            <pc:sldMk cId="175612282" sldId="2145706671"/>
            <ac:spMk id="6" creationId="{19ACB973-523E-3AA1-CE0B-872221C60628}"/>
          </ac:spMkLst>
        </pc:spChg>
        <pc:spChg chg="del mod">
          <ac:chgData name="Parida, Ranjeet Kumar" userId="cd9f44ea-821a-4506-bc70-d3739dc24525" providerId="ADAL" clId="{1B734633-98AD-4061-BBC5-44203250A44F}" dt="2026-04-01T07:17:58.518" v="116" actId="478"/>
          <ac:spMkLst>
            <pc:docMk/>
            <pc:sldMk cId="175612282" sldId="2145706671"/>
            <ac:spMk id="13" creationId="{5372F71A-9E26-9BCA-1983-79414CAC2982}"/>
          </ac:spMkLst>
        </pc:spChg>
        <pc:graphicFrameChg chg="add del mod modGraphic">
          <ac:chgData name="Parida, Ranjeet Kumar" userId="cd9f44ea-821a-4506-bc70-d3739dc24525" providerId="ADAL" clId="{1B734633-98AD-4061-BBC5-44203250A44F}" dt="2026-04-01T07:10:33.520" v="104" actId="478"/>
          <ac:graphicFrameMkLst>
            <pc:docMk/>
            <pc:sldMk cId="175612282" sldId="2145706671"/>
            <ac:graphicFrameMk id="6" creationId="{EBE6ACAD-BDCA-8A7D-4D68-8DEF1F84B01B}"/>
          </ac:graphicFrameMkLst>
        </pc:graphicFrameChg>
      </pc:sldChg>
    </pc:docChg>
  </pc:docChgLst>
  <pc:docChgLst>
    <pc:chgData name="De, Abhisek" userId="S::abhisek.de@capgemini.com::ca965ac4-d83d-498d-b201-e69592eb718a" providerId="AD" clId="Web-{37B35541-6D0A-A342-3AE4-079FAF9D9D59}"/>
    <pc:docChg chg="sldOrd">
      <pc:chgData name="De, Abhisek" userId="S::abhisek.de@capgemini.com::ca965ac4-d83d-498d-b201-e69592eb718a" providerId="AD" clId="Web-{37B35541-6D0A-A342-3AE4-079FAF9D9D59}" dt="2026-03-26T21:32:28.345" v="1"/>
      <pc:docMkLst>
        <pc:docMk/>
      </pc:docMkLst>
      <pc:sldChg chg="ord">
        <pc:chgData name="De, Abhisek" userId="S::abhisek.de@capgemini.com::ca965ac4-d83d-498d-b201-e69592eb718a" providerId="AD" clId="Web-{37B35541-6D0A-A342-3AE4-079FAF9D9D59}" dt="2026-03-26T21:32:28.345" v="1"/>
        <pc:sldMkLst>
          <pc:docMk/>
          <pc:sldMk cId="2946189433" sldId="2145706672"/>
        </pc:sldMkLst>
      </pc:sldChg>
    </pc:docChg>
  </pc:docChgLst>
  <pc:docChgLst>
    <pc:chgData name="Razeeth, Abu" userId="86cc5fa2-dd20-472e-8333-56d40b28e2a5" providerId="ADAL" clId="{F0D31F0C-BC84-414B-AFC5-2DF59819AF11}"/>
    <pc:docChg chg="sldOrd">
      <pc:chgData name="Razeeth, Abu" userId="86cc5fa2-dd20-472e-8333-56d40b28e2a5" providerId="ADAL" clId="{F0D31F0C-BC84-414B-AFC5-2DF59819AF11}" dt="2026-04-01T13:51:22.737" v="0" actId="20578"/>
      <pc:docMkLst>
        <pc:docMk/>
      </pc:docMkLst>
      <pc:sldChg chg="ord">
        <pc:chgData name="Razeeth, Abu" userId="86cc5fa2-dd20-472e-8333-56d40b28e2a5" providerId="ADAL" clId="{F0D31F0C-BC84-414B-AFC5-2DF59819AF11}" dt="2026-04-01T13:51:22.737" v="0" actId="20578"/>
        <pc:sldMkLst>
          <pc:docMk/>
          <pc:sldMk cId="3992483486" sldId="2145706676"/>
        </pc:sldMkLst>
      </pc:sldChg>
    </pc:docChg>
  </pc:docChgLst>
  <pc:docChgLst>
    <pc:chgData name="Vinjamuri, Pradyumna" userId="f87e063d-1778-47ce-aad4-684b7717d402" providerId="ADAL" clId="{92084C66-64E2-43E4-B618-49F40CA81C95}"/>
    <pc:docChg chg="undo custSel modSld">
      <pc:chgData name="Vinjamuri, Pradyumna" userId="f87e063d-1778-47ce-aad4-684b7717d402" providerId="ADAL" clId="{92084C66-64E2-43E4-B618-49F40CA81C95}" dt="2026-04-02T06:17:30.660" v="197" actId="20577"/>
      <pc:docMkLst>
        <pc:docMk/>
      </pc:docMkLst>
      <pc:sldChg chg="addSp delSp modSp mod">
        <pc:chgData name="Vinjamuri, Pradyumna" userId="f87e063d-1778-47ce-aad4-684b7717d402" providerId="ADAL" clId="{92084C66-64E2-43E4-B618-49F40CA81C95}" dt="2026-04-02T06:17:14.307" v="196" actId="313"/>
        <pc:sldMkLst>
          <pc:docMk/>
          <pc:sldMk cId="4141162053" sldId="263"/>
        </pc:sldMkLst>
        <pc:spChg chg="add del mod">
          <ac:chgData name="Vinjamuri, Pradyumna" userId="f87e063d-1778-47ce-aad4-684b7717d402" providerId="ADAL" clId="{92084C66-64E2-43E4-B618-49F40CA81C95}" dt="2026-04-02T05:17:12.395" v="132" actId="478"/>
          <ac:spMkLst>
            <pc:docMk/>
            <pc:sldMk cId="4141162053" sldId="263"/>
            <ac:spMk id="2" creationId="{4F6E76C1-F971-5A88-0BAA-E1FF9952B071}"/>
          </ac:spMkLst>
        </pc:spChg>
        <pc:spChg chg="add mod">
          <ac:chgData name="Vinjamuri, Pradyumna" userId="f87e063d-1778-47ce-aad4-684b7717d402" providerId="ADAL" clId="{92084C66-64E2-43E4-B618-49F40CA81C95}" dt="2026-04-02T06:17:14.307" v="196" actId="313"/>
          <ac:spMkLst>
            <pc:docMk/>
            <pc:sldMk cId="4141162053" sldId="263"/>
            <ac:spMk id="11" creationId="{2E2A7E85-5B30-AC69-D874-151F92D5E7E5}"/>
          </ac:spMkLst>
        </pc:spChg>
        <pc:spChg chg="del mod">
          <ac:chgData name="Vinjamuri, Pradyumna" userId="f87e063d-1778-47ce-aad4-684b7717d402" providerId="ADAL" clId="{92084C66-64E2-43E4-B618-49F40CA81C95}" dt="2026-04-02T06:11:21.155" v="167" actId="478"/>
          <ac:spMkLst>
            <pc:docMk/>
            <pc:sldMk cId="4141162053" sldId="263"/>
            <ac:spMk id="28" creationId="{7B068F88-BA31-177A-C2B5-1585FE35BD48}"/>
          </ac:spMkLst>
        </pc:spChg>
        <pc:spChg chg="del mod">
          <ac:chgData name="Vinjamuri, Pradyumna" userId="f87e063d-1778-47ce-aad4-684b7717d402" providerId="ADAL" clId="{92084C66-64E2-43E4-B618-49F40CA81C95}" dt="2026-04-02T05:17:04.793" v="123" actId="478"/>
          <ac:spMkLst>
            <pc:docMk/>
            <pc:sldMk cId="4141162053" sldId="263"/>
            <ac:spMk id="29" creationId="{0CAC0EBB-B542-A534-D976-2952B8491909}"/>
          </ac:spMkLst>
        </pc:spChg>
        <pc:picChg chg="add del">
          <ac:chgData name="Vinjamuri, Pradyumna" userId="f87e063d-1778-47ce-aad4-684b7717d402" providerId="ADAL" clId="{92084C66-64E2-43E4-B618-49F40CA81C95}" dt="2026-04-02T05:17:18.764" v="134" actId="478"/>
          <ac:picMkLst>
            <pc:docMk/>
            <pc:sldMk cId="4141162053" sldId="263"/>
            <ac:picMk id="5" creationId="{D8E35918-7526-0241-0B1F-237AB1952FF4}"/>
          </ac:picMkLst>
        </pc:picChg>
        <pc:picChg chg="add del">
          <ac:chgData name="Vinjamuri, Pradyumna" userId="f87e063d-1778-47ce-aad4-684b7717d402" providerId="ADAL" clId="{92084C66-64E2-43E4-B618-49F40CA81C95}" dt="2026-04-02T05:17:29.809" v="136" actId="478"/>
          <ac:picMkLst>
            <pc:docMk/>
            <pc:sldMk cId="4141162053" sldId="263"/>
            <ac:picMk id="10" creationId="{24242C88-C179-133F-6228-AE469AE0532D}"/>
          </ac:picMkLst>
        </pc:picChg>
      </pc:sldChg>
      <pc:sldChg chg="addSp delSp modSp mod">
        <pc:chgData name="Vinjamuri, Pradyumna" userId="f87e063d-1778-47ce-aad4-684b7717d402" providerId="ADAL" clId="{92084C66-64E2-43E4-B618-49F40CA81C95}" dt="2026-04-02T06:17:02.248" v="194" actId="313"/>
        <pc:sldMkLst>
          <pc:docMk/>
          <pc:sldMk cId="2417810418" sldId="2145706670"/>
        </pc:sldMkLst>
        <pc:spChg chg="add mod">
          <ac:chgData name="Vinjamuri, Pradyumna" userId="f87e063d-1778-47ce-aad4-684b7717d402" providerId="ADAL" clId="{92084C66-64E2-43E4-B618-49F40CA81C95}" dt="2026-04-02T06:17:02.248" v="194" actId="313"/>
          <ac:spMkLst>
            <pc:docMk/>
            <pc:sldMk cId="2417810418" sldId="2145706670"/>
            <ac:spMk id="2" creationId="{C6BF72CB-2DB4-41E0-F66C-7370A3ADC99B}"/>
          </ac:spMkLst>
        </pc:spChg>
        <pc:spChg chg="add del mod">
          <ac:chgData name="Vinjamuri, Pradyumna" userId="f87e063d-1778-47ce-aad4-684b7717d402" providerId="ADAL" clId="{92084C66-64E2-43E4-B618-49F40CA81C95}" dt="2026-04-02T05:15:53.762" v="51" actId="478"/>
          <ac:spMkLst>
            <pc:docMk/>
            <pc:sldMk cId="2417810418" sldId="2145706670"/>
            <ac:spMk id="3" creationId="{F87683AC-FB35-8D97-87E7-ED5A93FE663B}"/>
          </ac:spMkLst>
        </pc:spChg>
        <pc:spChg chg="add mod">
          <ac:chgData name="Vinjamuri, Pradyumna" userId="f87e063d-1778-47ce-aad4-684b7717d402" providerId="ADAL" clId="{92084C66-64E2-43E4-B618-49F40CA81C95}" dt="2026-04-02T05:22:46.724" v="162"/>
          <ac:spMkLst>
            <pc:docMk/>
            <pc:sldMk cId="2417810418" sldId="2145706670"/>
            <ac:spMk id="4" creationId="{00000000-0000-0000-0000-000000000000}"/>
          </ac:spMkLst>
        </pc:spChg>
        <pc:spChg chg="del">
          <ac:chgData name="Vinjamuri, Pradyumna" userId="f87e063d-1778-47ce-aad4-684b7717d402" providerId="ADAL" clId="{92084C66-64E2-43E4-B618-49F40CA81C95}" dt="2026-04-02T05:21:46.939" v="155" actId="478"/>
          <ac:spMkLst>
            <pc:docMk/>
            <pc:sldMk cId="2417810418" sldId="2145706670"/>
            <ac:spMk id="29" creationId="{9B9D99A8-A1D6-D16C-4546-3991A45A95D3}"/>
          </ac:spMkLst>
        </pc:spChg>
        <pc:spChg chg="mod">
          <ac:chgData name="Vinjamuri, Pradyumna" userId="f87e063d-1778-47ce-aad4-684b7717d402" providerId="ADAL" clId="{92084C66-64E2-43E4-B618-49F40CA81C95}" dt="2026-04-02T05:22:58.183" v="163" actId="14100"/>
          <ac:spMkLst>
            <pc:docMk/>
            <pc:sldMk cId="2417810418" sldId="2145706670"/>
            <ac:spMk id="321" creationId="{00000000-0000-0000-0000-000000000000}"/>
          </ac:spMkLst>
        </pc:spChg>
        <pc:spChg chg="del">
          <ac:chgData name="Vinjamuri, Pradyumna" userId="f87e063d-1778-47ce-aad4-684b7717d402" providerId="ADAL" clId="{92084C66-64E2-43E4-B618-49F40CA81C95}" dt="2026-04-02T05:22:37.292" v="160" actId="21"/>
          <ac:spMkLst>
            <pc:docMk/>
            <pc:sldMk cId="2417810418" sldId="2145706670"/>
            <ac:spMk id="322" creationId="{00000000-0000-0000-0000-000000000000}"/>
          </ac:spMkLst>
        </pc:spChg>
        <pc:spChg chg="mod">
          <ac:chgData name="Vinjamuri, Pradyumna" userId="f87e063d-1778-47ce-aad4-684b7717d402" providerId="ADAL" clId="{92084C66-64E2-43E4-B618-49F40CA81C95}" dt="2026-04-02T05:23:25.812" v="164" actId="255"/>
          <ac:spMkLst>
            <pc:docMk/>
            <pc:sldMk cId="2417810418" sldId="2145706670"/>
            <ac:spMk id="323"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24"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25"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26"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27"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28"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29"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30"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31" creationId="{00000000-0000-0000-0000-000000000000}"/>
          </ac:spMkLst>
        </pc:spChg>
        <pc:spChg chg="mod">
          <ac:chgData name="Vinjamuri, Pradyumna" userId="f87e063d-1778-47ce-aad4-684b7717d402" providerId="ADAL" clId="{92084C66-64E2-43E4-B618-49F40CA81C95}" dt="2026-04-02T05:22:17.101" v="158" actId="1076"/>
          <ac:spMkLst>
            <pc:docMk/>
            <pc:sldMk cId="2417810418" sldId="2145706670"/>
            <ac:spMk id="332" creationId="{00000000-0000-0000-0000-000000000000}"/>
          </ac:spMkLst>
        </pc:spChg>
        <pc:spChg chg="mod">
          <ac:chgData name="Vinjamuri, Pradyumna" userId="f87e063d-1778-47ce-aad4-684b7717d402" providerId="ADAL" clId="{92084C66-64E2-43E4-B618-49F40CA81C95}" dt="2026-04-02T05:21:12.126" v="152" actId="1076"/>
          <ac:spMkLst>
            <pc:docMk/>
            <pc:sldMk cId="2417810418" sldId="2145706670"/>
            <ac:spMk id="333" creationId="{00000000-0000-0000-0000-000000000000}"/>
          </ac:spMkLst>
        </pc:spChg>
      </pc:sldChg>
      <pc:sldChg chg="addSp modSp mod">
        <pc:chgData name="Vinjamuri, Pradyumna" userId="f87e063d-1778-47ce-aad4-684b7717d402" providerId="ADAL" clId="{92084C66-64E2-43E4-B618-49F40CA81C95}" dt="2026-04-02T06:17:30.660" v="197" actId="20577"/>
        <pc:sldMkLst>
          <pc:docMk/>
          <pc:sldMk cId="175612282" sldId="2145706671"/>
        </pc:sldMkLst>
        <pc:spChg chg="mod">
          <ac:chgData name="Vinjamuri, Pradyumna" userId="f87e063d-1778-47ce-aad4-684b7717d402" providerId="ADAL" clId="{92084C66-64E2-43E4-B618-49F40CA81C95}" dt="2026-04-02T04:52:12.782" v="24" actId="122"/>
          <ac:spMkLst>
            <pc:docMk/>
            <pc:sldMk cId="175612282" sldId="2145706671"/>
            <ac:spMk id="2" creationId="{F118180A-08A9-77BB-892B-EAD50ADCB617}"/>
          </ac:spMkLst>
        </pc:spChg>
        <pc:spChg chg="add mod">
          <ac:chgData name="Vinjamuri, Pradyumna" userId="f87e063d-1778-47ce-aad4-684b7717d402" providerId="ADAL" clId="{92084C66-64E2-43E4-B618-49F40CA81C95}" dt="2026-04-02T06:16:47.920" v="192" actId="313"/>
          <ac:spMkLst>
            <pc:docMk/>
            <pc:sldMk cId="175612282" sldId="2145706671"/>
            <ac:spMk id="3" creationId="{FCE55338-22F0-6C2B-622B-B081BE32154A}"/>
          </ac:spMkLst>
        </pc:spChg>
        <pc:spChg chg="mod">
          <ac:chgData name="Vinjamuri, Pradyumna" userId="f87e063d-1778-47ce-aad4-684b7717d402" providerId="ADAL" clId="{92084C66-64E2-43E4-B618-49F40CA81C95}" dt="2026-04-02T05:18:11.553" v="142" actId="14100"/>
          <ac:spMkLst>
            <pc:docMk/>
            <pc:sldMk cId="175612282" sldId="2145706671"/>
            <ac:spMk id="120" creationId="{00000000-0000-0000-0000-000000000000}"/>
          </ac:spMkLst>
        </pc:spChg>
        <pc:spChg chg="mod">
          <ac:chgData name="Vinjamuri, Pradyumna" userId="f87e063d-1778-47ce-aad4-684b7717d402" providerId="ADAL" clId="{92084C66-64E2-43E4-B618-49F40CA81C95}" dt="2026-04-02T06:17:30.660" v="197" actId="20577"/>
          <ac:spMkLst>
            <pc:docMk/>
            <pc:sldMk cId="175612282" sldId="2145706671"/>
            <ac:spMk id="122" creationId="{00000000-0000-0000-0000-000000000000}"/>
          </ac:spMkLst>
        </pc:spChg>
        <pc:spChg chg="mod">
          <ac:chgData name="Vinjamuri, Pradyumna" userId="f87e063d-1778-47ce-aad4-684b7717d402" providerId="ADAL" clId="{92084C66-64E2-43E4-B618-49F40CA81C95}" dt="2026-04-02T05:20:37.558" v="149" actId="1076"/>
          <ac:spMkLst>
            <pc:docMk/>
            <pc:sldMk cId="175612282" sldId="2145706671"/>
            <ac:spMk id="123" creationId="{00000000-0000-0000-0000-000000000000}"/>
          </ac:spMkLst>
        </pc:spChg>
      </pc:sldChg>
      <pc:sldChg chg="addSp modSp mod">
        <pc:chgData name="Vinjamuri, Pradyumna" userId="f87e063d-1778-47ce-aad4-684b7717d402" providerId="ADAL" clId="{92084C66-64E2-43E4-B618-49F40CA81C95}" dt="2026-04-02T06:17:09.046" v="195" actId="313"/>
        <pc:sldMkLst>
          <pc:docMk/>
          <pc:sldMk cId="2946189433" sldId="2145706672"/>
        </pc:sldMkLst>
        <pc:spChg chg="mod">
          <ac:chgData name="Vinjamuri, Pradyumna" userId="f87e063d-1778-47ce-aad4-684b7717d402" providerId="ADAL" clId="{92084C66-64E2-43E4-B618-49F40CA81C95}" dt="2026-04-02T05:11:28.008" v="27" actId="1076"/>
          <ac:spMkLst>
            <pc:docMk/>
            <pc:sldMk cId="2946189433" sldId="2145706672"/>
            <ac:spMk id="3" creationId="{B444B612-394F-EF2B-A1CE-A63FFD554AF0}"/>
          </ac:spMkLst>
        </pc:spChg>
        <pc:spChg chg="add mod">
          <ac:chgData name="Vinjamuri, Pradyumna" userId="f87e063d-1778-47ce-aad4-684b7717d402" providerId="ADAL" clId="{92084C66-64E2-43E4-B618-49F40CA81C95}" dt="2026-04-02T06:17:09.046" v="195" actId="313"/>
          <ac:spMkLst>
            <pc:docMk/>
            <pc:sldMk cId="2946189433" sldId="2145706672"/>
            <ac:spMk id="6" creationId="{F2426EA1-260D-655A-0AB8-2380F3A87B30}"/>
          </ac:spMkLst>
        </pc:spChg>
        <pc:spChg chg="mod">
          <ac:chgData name="Vinjamuri, Pradyumna" userId="f87e063d-1778-47ce-aad4-684b7717d402" providerId="ADAL" clId="{92084C66-64E2-43E4-B618-49F40CA81C95}" dt="2026-04-02T05:11:43.548" v="31" actId="14100"/>
          <ac:spMkLst>
            <pc:docMk/>
            <pc:sldMk cId="2946189433" sldId="2145706672"/>
            <ac:spMk id="113" creationId="{00000000-0000-0000-0000-000000000000}"/>
          </ac:spMkLst>
        </pc:spChg>
        <pc:spChg chg="mod">
          <ac:chgData name="Vinjamuri, Pradyumna" userId="f87e063d-1778-47ce-aad4-684b7717d402" providerId="ADAL" clId="{92084C66-64E2-43E4-B618-49F40CA81C95}" dt="2026-04-02T05:23:46.757" v="166" actId="1076"/>
          <ac:spMkLst>
            <pc:docMk/>
            <pc:sldMk cId="2946189433" sldId="2145706672"/>
            <ac:spMk id="120" creationId="{00000000-0000-0000-0000-000000000000}"/>
          </ac:spMkLst>
        </pc:spChg>
      </pc:sldChg>
      <pc:sldChg chg="addSp modSp mod">
        <pc:chgData name="Vinjamuri, Pradyumna" userId="f87e063d-1778-47ce-aad4-684b7717d402" providerId="ADAL" clId="{92084C66-64E2-43E4-B618-49F40CA81C95}" dt="2026-04-02T06:16:55.700" v="193" actId="313"/>
        <pc:sldMkLst>
          <pc:docMk/>
          <pc:sldMk cId="3657648834" sldId="2145706673"/>
        </pc:sldMkLst>
        <pc:spChg chg="add mod">
          <ac:chgData name="Vinjamuri, Pradyumna" userId="f87e063d-1778-47ce-aad4-684b7717d402" providerId="ADAL" clId="{92084C66-64E2-43E4-B618-49F40CA81C95}" dt="2026-04-02T06:16:55.700" v="193" actId="313"/>
          <ac:spMkLst>
            <pc:docMk/>
            <pc:sldMk cId="3657648834" sldId="2145706673"/>
            <ac:spMk id="3" creationId="{9782D5EA-42B4-43C4-186C-60C9864F8758}"/>
          </ac:spMkLst>
        </pc:spChg>
        <pc:spChg chg="mod">
          <ac:chgData name="Vinjamuri, Pradyumna" userId="f87e063d-1778-47ce-aad4-684b7717d402" providerId="ADAL" clId="{92084C66-64E2-43E4-B618-49F40CA81C95}" dt="2026-04-02T04:50:59.418" v="11" actId="14100"/>
          <ac:spMkLst>
            <pc:docMk/>
            <pc:sldMk cId="3657648834" sldId="2145706673"/>
            <ac:spMk id="22" creationId="{00000000-0000-0000-0000-000000000000}"/>
          </ac:spMkLst>
        </pc:spChg>
      </pc:sldChg>
    </pc:docChg>
  </pc:docChgLst>
  <pc:docChgLst>
    <pc:chgData name="Urban, Greg" userId="S::greg.urban@capgemini.com::ce644b4b-6b70-41f2-a1b8-48056440ce31" providerId="AD" clId="Web-{1AD9478E-4331-468B-C546-47925E0CB73C}"/>
    <pc:docChg chg="sldOrd">
      <pc:chgData name="Urban, Greg" userId="S::greg.urban@capgemini.com::ce644b4b-6b70-41f2-a1b8-48056440ce31" providerId="AD" clId="Web-{1AD9478E-4331-468B-C546-47925E0CB73C}" dt="2026-03-27T06:01:04.053" v="1"/>
      <pc:docMkLst>
        <pc:docMk/>
      </pc:docMkLst>
      <pc:sldChg chg="ord">
        <pc:chgData name="Urban, Greg" userId="S::greg.urban@capgemini.com::ce644b4b-6b70-41f2-a1b8-48056440ce31" providerId="AD" clId="Web-{1AD9478E-4331-468B-C546-47925E0CB73C}" dt="2026-03-27T06:01:04.053" v="1"/>
        <pc:sldMkLst>
          <pc:docMk/>
          <pc:sldMk cId="175612282" sldId="2145706671"/>
        </pc:sldMkLst>
      </pc:sldChg>
      <pc:sldChg chg="ord">
        <pc:chgData name="Urban, Greg" userId="S::greg.urban@capgemini.com::ce644b4b-6b70-41f2-a1b8-48056440ce31" providerId="AD" clId="Web-{1AD9478E-4331-468B-C546-47925E0CB73C}" dt="2026-03-27T06:01:02.693" v="0"/>
        <pc:sldMkLst>
          <pc:docMk/>
          <pc:sldMk cId="3657648834" sldId="2145706673"/>
        </pc:sldMkLst>
      </pc:sldChg>
    </pc:docChg>
  </pc:docChgLst>
  <pc:docChgLst>
    <pc:chgData name="Madi, Ismael" userId="7aaf63c9-1d10-4f4f-9322-1e5ac794515c" providerId="ADAL" clId="{AA21B253-B895-428F-8A40-643A5B56B0AF}"/>
    <pc:docChg chg="custSel modSld">
      <pc:chgData name="Madi, Ismael" userId="7aaf63c9-1d10-4f4f-9322-1e5ac794515c" providerId="ADAL" clId="{AA21B253-B895-428F-8A40-643A5B56B0AF}" dt="2026-04-01T09:56:12.891" v="558" actId="20577"/>
      <pc:docMkLst>
        <pc:docMk/>
      </pc:docMkLst>
      <pc:sldChg chg="modSp mod">
        <pc:chgData name="Madi, Ismael" userId="7aaf63c9-1d10-4f4f-9322-1e5ac794515c" providerId="ADAL" clId="{AA21B253-B895-428F-8A40-643A5B56B0AF}" dt="2026-04-01T09:26:37.717" v="5" actId="20577"/>
        <pc:sldMkLst>
          <pc:docMk/>
          <pc:sldMk cId="631914023" sldId="257"/>
        </pc:sldMkLst>
        <pc:spChg chg="mod">
          <ac:chgData name="Madi, Ismael" userId="7aaf63c9-1d10-4f4f-9322-1e5ac794515c" providerId="ADAL" clId="{AA21B253-B895-428F-8A40-643A5B56B0AF}" dt="2026-04-01T09:26:37.717" v="5" actId="20577"/>
          <ac:spMkLst>
            <pc:docMk/>
            <pc:sldMk cId="631914023" sldId="257"/>
            <ac:spMk id="12" creationId="{16D49C09-B70F-92E3-1B81-68D6400AAEBD}"/>
          </ac:spMkLst>
        </pc:spChg>
      </pc:sldChg>
      <pc:sldChg chg="addSp delSp modSp mod">
        <pc:chgData name="Madi, Ismael" userId="7aaf63c9-1d10-4f4f-9322-1e5ac794515c" providerId="ADAL" clId="{AA21B253-B895-428F-8A40-643A5B56B0AF}" dt="2026-04-01T09:56:12.891" v="558" actId="20577"/>
        <pc:sldMkLst>
          <pc:docMk/>
          <pc:sldMk cId="4141162053" sldId="263"/>
        </pc:sldMkLst>
        <pc:spChg chg="add del mod">
          <ac:chgData name="Madi, Ismael" userId="7aaf63c9-1d10-4f4f-9322-1e5ac794515c" providerId="ADAL" clId="{AA21B253-B895-428F-8A40-643A5B56B0AF}" dt="2026-04-01T09:29:37.270" v="11"/>
          <ac:spMkLst>
            <pc:docMk/>
            <pc:sldMk cId="4141162053" sldId="263"/>
            <ac:spMk id="2" creationId="{C7A315F1-1245-C8BF-8B42-D2A1B25DBB28}"/>
          </ac:spMkLst>
        </pc:spChg>
        <pc:spChg chg="add mod">
          <ac:chgData name="Madi, Ismael" userId="7aaf63c9-1d10-4f4f-9322-1e5ac794515c" providerId="ADAL" clId="{AA21B253-B895-428F-8A40-643A5B56B0AF}" dt="2026-04-01T09:44:03.345" v="33" actId="20577"/>
          <ac:spMkLst>
            <pc:docMk/>
            <pc:sldMk cId="4141162053" sldId="263"/>
            <ac:spMk id="3" creationId="{24922FAE-5875-4458-D774-D48AED43DDDB}"/>
          </ac:spMkLst>
        </pc:spChg>
        <pc:spChg chg="add del mod">
          <ac:chgData name="Madi, Ismael" userId="7aaf63c9-1d10-4f4f-9322-1e5ac794515c" providerId="ADAL" clId="{AA21B253-B895-428F-8A40-643A5B56B0AF}" dt="2026-04-01T09:39:03.044" v="22"/>
          <ac:spMkLst>
            <pc:docMk/>
            <pc:sldMk cId="4141162053" sldId="263"/>
            <ac:spMk id="4" creationId="{D5651986-BD01-C479-5E3D-9355406C8847}"/>
          </ac:spMkLst>
        </pc:spChg>
        <pc:spChg chg="add del">
          <ac:chgData name="Madi, Ismael" userId="7aaf63c9-1d10-4f4f-9322-1e5ac794515c" providerId="ADAL" clId="{AA21B253-B895-428F-8A40-643A5B56B0AF}" dt="2026-04-01T09:39:58.564" v="24" actId="21"/>
          <ac:spMkLst>
            <pc:docMk/>
            <pc:sldMk cId="4141162053" sldId="263"/>
            <ac:spMk id="5" creationId="{F36C77AB-4239-4921-7E63-A8583AC5CD56}"/>
          </ac:spMkLst>
        </pc:spChg>
        <pc:spChg chg="add mod">
          <ac:chgData name="Madi, Ismael" userId="7aaf63c9-1d10-4f4f-9322-1e5ac794515c" providerId="ADAL" clId="{AA21B253-B895-428F-8A40-643A5B56B0AF}" dt="2026-04-01T09:53:41.487" v="520" actId="1076"/>
          <ac:spMkLst>
            <pc:docMk/>
            <pc:sldMk cId="4141162053" sldId="263"/>
            <ac:spMk id="6" creationId="{67CB6521-14F4-C31A-4CF6-5FF8C0B24811}"/>
          </ac:spMkLst>
        </pc:spChg>
        <pc:spChg chg="add mod">
          <ac:chgData name="Madi, Ismael" userId="7aaf63c9-1d10-4f4f-9322-1e5ac794515c" providerId="ADAL" clId="{AA21B253-B895-428F-8A40-643A5B56B0AF}" dt="2026-04-01T09:56:12.891" v="558" actId="20577"/>
          <ac:spMkLst>
            <pc:docMk/>
            <pc:sldMk cId="4141162053" sldId="263"/>
            <ac:spMk id="8" creationId="{CB07AE31-E2C9-1EF9-EBD4-F9A34BAB7ECE}"/>
          </ac:spMkLst>
        </pc:spChg>
        <pc:spChg chg="mod">
          <ac:chgData name="Madi, Ismael" userId="7aaf63c9-1d10-4f4f-9322-1e5ac794515c" providerId="ADAL" clId="{AA21B253-B895-428F-8A40-643A5B56B0AF}" dt="2026-04-01T09:27:44.299" v="8" actId="20577"/>
          <ac:spMkLst>
            <pc:docMk/>
            <pc:sldMk cId="4141162053" sldId="263"/>
            <ac:spMk id="17" creationId="{67809C81-A2BB-0053-E829-1A7A06436F06}"/>
          </ac:spMkLst>
        </pc:spChg>
        <pc:spChg chg="mod">
          <ac:chgData name="Madi, Ismael" userId="7aaf63c9-1d10-4f4f-9322-1e5ac794515c" providerId="ADAL" clId="{AA21B253-B895-428F-8A40-643A5B56B0AF}" dt="2026-04-01T09:27:20.067" v="7" actId="14100"/>
          <ac:spMkLst>
            <pc:docMk/>
            <pc:sldMk cId="4141162053" sldId="263"/>
            <ac:spMk id="20" creationId="{75F2B3CD-0104-AC57-AF27-E39485AE5646}"/>
          </ac:spMkLst>
        </pc:spChg>
      </pc:sldChg>
    </pc:docChg>
  </pc:docChgLst>
  <pc:docChgLst>
    <pc:chgData name="Christdoss, Ebenezer Spurgeon" userId="62a72f3c-b20d-4bac-aa4b-a0ee8957d074" providerId="ADAL" clId="{E9EAE87F-8D22-46FD-94AC-D8F52C36A399}"/>
    <pc:docChg chg="sldOrd">
      <pc:chgData name="Christdoss, Ebenezer Spurgeon" userId="62a72f3c-b20d-4bac-aa4b-a0ee8957d074" providerId="ADAL" clId="{E9EAE87F-8D22-46FD-94AC-D8F52C36A399}" dt="2026-03-31T12:45:13.914" v="0" actId="20578"/>
      <pc:docMkLst>
        <pc:docMk/>
      </pc:docMkLst>
      <pc:sldChg chg="ord">
        <pc:chgData name="Christdoss, Ebenezer Spurgeon" userId="62a72f3c-b20d-4bac-aa4b-a0ee8957d074" providerId="ADAL" clId="{E9EAE87F-8D22-46FD-94AC-D8F52C36A399}" dt="2026-03-31T12:45:13.914" v="0" actId="20578"/>
        <pc:sldMkLst>
          <pc:docMk/>
          <pc:sldMk cId="2417810418" sldId="2145706670"/>
        </pc:sldMkLst>
      </pc:sldChg>
    </pc:docChg>
  </pc:docChgLst>
  <pc:docChgLst>
    <pc:chgData name="Khandelwal, Shubham" userId="S::shubham.e.khandelwal@capgemini.com::4c75daa0-10b1-42b0-bdaf-3852e6f4c147" providerId="AD" clId="Web-{D29F038B-7848-167C-BCA3-5B13C9C5CFF0}"/>
    <pc:docChg chg="sldOrd">
      <pc:chgData name="Khandelwal, Shubham" userId="S::shubham.e.khandelwal@capgemini.com::4c75daa0-10b1-42b0-bdaf-3852e6f4c147" providerId="AD" clId="Web-{D29F038B-7848-167C-BCA3-5B13C9C5CFF0}" dt="2026-03-26T12:08:13.462" v="0"/>
      <pc:docMkLst>
        <pc:docMk/>
      </pc:docMkLst>
      <pc:sldChg chg="ord">
        <pc:chgData name="Khandelwal, Shubham" userId="S::shubham.e.khandelwal@capgemini.com::4c75daa0-10b1-42b0-bdaf-3852e6f4c147" providerId="AD" clId="Web-{D29F038B-7848-167C-BCA3-5B13C9C5CFF0}" dt="2026-03-26T12:08:13.462" v="0"/>
        <pc:sldMkLst>
          <pc:docMk/>
          <pc:sldMk cId="3657648834" sldId="2145706673"/>
        </pc:sldMkLst>
      </pc:sldChg>
    </pc:docChg>
  </pc:docChgLst>
  <pc:docChgLst>
    <pc:chgData name="Khandelwal, Shubham" userId="S::shubham.e.khandelwal@capgemini.com::4c75daa0-10b1-42b0-bdaf-3852e6f4c147" providerId="AD" clId="Web-{C0A5F136-F3B4-75F9-197F-534BC5A264DA}"/>
    <pc:docChg chg="modSld">
      <pc:chgData name="Khandelwal, Shubham" userId="S::shubham.e.khandelwal@capgemini.com::4c75daa0-10b1-42b0-bdaf-3852e6f4c147" providerId="AD" clId="Web-{C0A5F136-F3B4-75F9-197F-534BC5A264DA}" dt="2026-04-01T06:52:33.914" v="2" actId="20577"/>
      <pc:docMkLst>
        <pc:docMk/>
      </pc:docMkLst>
      <pc:sldChg chg="modSp">
        <pc:chgData name="Khandelwal, Shubham" userId="S::shubham.e.khandelwal@capgemini.com::4c75daa0-10b1-42b0-bdaf-3852e6f4c147" providerId="AD" clId="Web-{C0A5F136-F3B4-75F9-197F-534BC5A264DA}" dt="2026-04-01T06:52:33.914" v="2" actId="20577"/>
        <pc:sldMkLst>
          <pc:docMk/>
          <pc:sldMk cId="2417810418" sldId="2145706670"/>
        </pc:sldMkLst>
        <pc:spChg chg="mod">
          <ac:chgData name="Khandelwal, Shubham" userId="S::shubham.e.khandelwal@capgemini.com::4c75daa0-10b1-42b0-bdaf-3852e6f4c147" providerId="AD" clId="Web-{C0A5F136-F3B4-75F9-197F-534BC5A264DA}" dt="2026-04-01T06:52:33.914" v="2" actId="20577"/>
          <ac:spMkLst>
            <pc:docMk/>
            <pc:sldMk cId="2417810418" sldId="2145706670"/>
            <ac:spMk id="294" creationId="{3AF47DBB-9AE3-EDCE-5F6C-49CCE20BD17D}"/>
          </ac:spMkLst>
        </pc:spChg>
      </pc:sldChg>
    </pc:docChg>
  </pc:docChgLst>
  <pc:docChgLst>
    <pc:chgData name="Lumbreras, Caroline Torres" userId="S::caroline.lumbreras@capgemini.com::2b8ad064-5d3a-440a-bd88-baf0b02e3c57" providerId="AD" clId="Web-{D2E95662-6C84-6515-F16B-866A1711165B}"/>
    <pc:docChg chg="sldOrd">
      <pc:chgData name="Lumbreras, Caroline Torres" userId="S::caroline.lumbreras@capgemini.com::2b8ad064-5d3a-440a-bd88-baf0b02e3c57" providerId="AD" clId="Web-{D2E95662-6C84-6515-F16B-866A1711165B}" dt="2026-03-31T18:30:38.657" v="0"/>
      <pc:docMkLst>
        <pc:docMk/>
      </pc:docMkLst>
      <pc:sldChg chg="ord">
        <pc:chgData name="Lumbreras, Caroline Torres" userId="S::caroline.lumbreras@capgemini.com::2b8ad064-5d3a-440a-bd88-baf0b02e3c57" providerId="AD" clId="Web-{D2E95662-6C84-6515-F16B-866A1711165B}" dt="2026-03-31T18:30:38.657" v="0"/>
        <pc:sldMkLst>
          <pc:docMk/>
          <pc:sldMk cId="175612282" sldId="2145706671"/>
        </pc:sldMkLst>
      </pc:sldChg>
    </pc:docChg>
  </pc:docChgLst>
  <pc:docChgLst>
    <pc:chgData name="LILI, Nasreddine" userId="S::nasreddine.lili@capgemini.com::dee71088-2519-4909-ac2d-bb52691a61ab" providerId="AD" clId="Web-{7BB49CA4-1BBC-B4C2-3334-4137F0AF90F8}"/>
    <pc:docChg chg="modSld">
      <pc:chgData name="LILI, Nasreddine" userId="S::nasreddine.lili@capgemini.com::dee71088-2519-4909-ac2d-bb52691a61ab" providerId="AD" clId="Web-{7BB49CA4-1BBC-B4C2-3334-4137F0AF90F8}" dt="2026-03-26T10:36:10.408" v="0" actId="1076"/>
      <pc:docMkLst>
        <pc:docMk/>
      </pc:docMkLst>
    </pc:docChg>
  </pc:docChgLst>
  <pc:docChgLst>
    <pc:chgData name="Vinjamuri, Pradyumna" userId="S::vinjamuri.svpradyumna@capgemini.com::f87e063d-1778-47ce-aad4-684b7717d402" providerId="AD" clId="Web-{B8429895-AA81-5380-AB05-030C58654A9A}"/>
    <pc:docChg chg="modSld">
      <pc:chgData name="Vinjamuri, Pradyumna" userId="S::vinjamuri.svpradyumna@capgemini.com::f87e063d-1778-47ce-aad4-684b7717d402" providerId="AD" clId="Web-{B8429895-AA81-5380-AB05-030C58654A9A}" dt="2026-04-02T02:09:47.545" v="227" actId="20577"/>
      <pc:docMkLst>
        <pc:docMk/>
      </pc:docMkLst>
      <pc:sldChg chg="modSp">
        <pc:chgData name="Vinjamuri, Pradyumna" userId="S::vinjamuri.svpradyumna@capgemini.com::f87e063d-1778-47ce-aad4-684b7717d402" providerId="AD" clId="Web-{B8429895-AA81-5380-AB05-030C58654A9A}" dt="2026-04-02T02:07:30.526" v="173" actId="1076"/>
        <pc:sldMkLst>
          <pc:docMk/>
          <pc:sldMk cId="4141162053" sldId="263"/>
        </pc:sldMkLst>
        <pc:spChg chg="mod">
          <ac:chgData name="Vinjamuri, Pradyumna" userId="S::vinjamuri.svpradyumna@capgemini.com::f87e063d-1778-47ce-aad4-684b7717d402" providerId="AD" clId="Web-{B8429895-AA81-5380-AB05-030C58654A9A}" dt="2026-04-02T02:06:08.317" v="163" actId="1076"/>
          <ac:spMkLst>
            <pc:docMk/>
            <pc:sldMk cId="4141162053" sldId="263"/>
            <ac:spMk id="6" creationId="{67CB6521-14F4-C31A-4CF6-5FF8C0B24811}"/>
          </ac:spMkLst>
        </pc:spChg>
        <pc:spChg chg="mod">
          <ac:chgData name="Vinjamuri, Pradyumna" userId="S::vinjamuri.svpradyumna@capgemini.com::f87e063d-1778-47ce-aad4-684b7717d402" providerId="AD" clId="Web-{B8429895-AA81-5380-AB05-030C58654A9A}" dt="2026-04-02T02:05:40.092" v="159" actId="1076"/>
          <ac:spMkLst>
            <pc:docMk/>
            <pc:sldMk cId="4141162053" sldId="263"/>
            <ac:spMk id="7" creationId="{3EF55D29-D549-A161-BAC6-AF540E6AF3A6}"/>
          </ac:spMkLst>
        </pc:spChg>
        <pc:spChg chg="mod">
          <ac:chgData name="Vinjamuri, Pradyumna" userId="S::vinjamuri.svpradyumna@capgemini.com::f87e063d-1778-47ce-aad4-684b7717d402" providerId="AD" clId="Web-{B8429895-AA81-5380-AB05-030C58654A9A}" dt="2026-04-02T02:05:51.536" v="160" actId="1076"/>
          <ac:spMkLst>
            <pc:docMk/>
            <pc:sldMk cId="4141162053" sldId="263"/>
            <ac:spMk id="8" creationId="{CB07AE31-E2C9-1EF9-EBD4-F9A34BAB7ECE}"/>
          </ac:spMkLst>
        </pc:spChg>
        <pc:spChg chg="mod">
          <ac:chgData name="Vinjamuri, Pradyumna" userId="S::vinjamuri.svpradyumna@capgemini.com::f87e063d-1778-47ce-aad4-684b7717d402" providerId="AD" clId="Web-{B8429895-AA81-5380-AB05-030C58654A9A}" dt="2026-04-02T02:05:23.732" v="157" actId="20577"/>
          <ac:spMkLst>
            <pc:docMk/>
            <pc:sldMk cId="4141162053" sldId="263"/>
            <ac:spMk id="14" creationId="{D34C0E58-2B38-D9D4-F6DD-CA95D28EBBB5}"/>
          </ac:spMkLst>
        </pc:spChg>
        <pc:spChg chg="mod">
          <ac:chgData name="Vinjamuri, Pradyumna" userId="S::vinjamuri.svpradyumna@capgemini.com::f87e063d-1778-47ce-aad4-684b7717d402" providerId="AD" clId="Web-{B8429895-AA81-5380-AB05-030C58654A9A}" dt="2026-04-02T02:04:42.934" v="148" actId="1076"/>
          <ac:spMkLst>
            <pc:docMk/>
            <pc:sldMk cId="4141162053" sldId="263"/>
            <ac:spMk id="32" creationId="{C2303EE9-3969-ACA1-BD43-C4EA3992EAB8}"/>
          </ac:spMkLst>
        </pc:spChg>
        <pc:spChg chg="mod">
          <ac:chgData name="Vinjamuri, Pradyumna" userId="S::vinjamuri.svpradyumna@capgemini.com::f87e063d-1778-47ce-aad4-684b7717d402" providerId="AD" clId="Web-{B8429895-AA81-5380-AB05-030C58654A9A}" dt="2026-04-02T02:04:49.856" v="149" actId="1076"/>
          <ac:spMkLst>
            <pc:docMk/>
            <pc:sldMk cId="4141162053" sldId="263"/>
            <ac:spMk id="33" creationId="{630DAF87-00F5-ECF5-8767-99FD7B4932D2}"/>
          </ac:spMkLst>
        </pc:spChg>
        <pc:spChg chg="mod">
          <ac:chgData name="Vinjamuri, Pradyumna" userId="S::vinjamuri.svpradyumna@capgemini.com::f87e063d-1778-47ce-aad4-684b7717d402" providerId="AD" clId="Web-{B8429895-AA81-5380-AB05-030C58654A9A}" dt="2026-04-02T02:05:20.638" v="156" actId="20577"/>
          <ac:spMkLst>
            <pc:docMk/>
            <pc:sldMk cId="4141162053" sldId="263"/>
            <ac:spMk id="63" creationId="{00000000-0000-0000-0000-000000000000}"/>
          </ac:spMkLst>
        </pc:spChg>
        <pc:spChg chg="mod">
          <ac:chgData name="Vinjamuri, Pradyumna" userId="S::vinjamuri.svpradyumna@capgemini.com::f87e063d-1778-47ce-aad4-684b7717d402" providerId="AD" clId="Web-{B8429895-AA81-5380-AB05-030C58654A9A}" dt="2026-04-02T02:07:30.526" v="173" actId="1076"/>
          <ac:spMkLst>
            <pc:docMk/>
            <pc:sldMk cId="4141162053" sldId="263"/>
            <ac:spMk id="64" creationId="{00000000-0000-0000-0000-000000000000}"/>
          </ac:spMkLst>
        </pc:spChg>
        <pc:spChg chg="mod">
          <ac:chgData name="Vinjamuri, Pradyumna" userId="S::vinjamuri.svpradyumna@capgemini.com::f87e063d-1778-47ce-aad4-684b7717d402" providerId="AD" clId="Web-{B8429895-AA81-5380-AB05-030C58654A9A}" dt="2026-04-02T02:07:04.260" v="169" actId="1076"/>
          <ac:spMkLst>
            <pc:docMk/>
            <pc:sldMk cId="4141162053" sldId="263"/>
            <ac:spMk id="65" creationId="{00000000-0000-0000-0000-000000000000}"/>
          </ac:spMkLst>
        </pc:spChg>
        <pc:spChg chg="mod">
          <ac:chgData name="Vinjamuri, Pradyumna" userId="S::vinjamuri.svpradyumna@capgemini.com::f87e063d-1778-47ce-aad4-684b7717d402" providerId="AD" clId="Web-{B8429895-AA81-5380-AB05-030C58654A9A}" dt="2026-04-02T02:04:34.621" v="147" actId="1076"/>
          <ac:spMkLst>
            <pc:docMk/>
            <pc:sldMk cId="4141162053" sldId="263"/>
            <ac:spMk id="67" creationId="{00000000-0000-0000-0000-000000000000}"/>
          </ac:spMkLst>
        </pc:spChg>
        <pc:spChg chg="mod">
          <ac:chgData name="Vinjamuri, Pradyumna" userId="S::vinjamuri.svpradyumna@capgemini.com::f87e063d-1778-47ce-aad4-684b7717d402" providerId="AD" clId="Web-{B8429895-AA81-5380-AB05-030C58654A9A}" dt="2026-04-02T02:06:58.900" v="168" actId="1076"/>
          <ac:spMkLst>
            <pc:docMk/>
            <pc:sldMk cId="4141162053" sldId="263"/>
            <ac:spMk id="68" creationId="{00000000-0000-0000-0000-000000000000}"/>
          </ac:spMkLst>
        </pc:spChg>
        <pc:spChg chg="mod">
          <ac:chgData name="Vinjamuri, Pradyumna" userId="S::vinjamuri.svpradyumna@capgemini.com::f87e063d-1778-47ce-aad4-684b7717d402" providerId="AD" clId="Web-{B8429895-AA81-5380-AB05-030C58654A9A}" dt="2026-04-02T02:06:21.852" v="164" actId="1076"/>
          <ac:spMkLst>
            <pc:docMk/>
            <pc:sldMk cId="4141162053" sldId="263"/>
            <ac:spMk id="69" creationId="{00000000-0000-0000-0000-000000000000}"/>
          </ac:spMkLst>
        </pc:spChg>
        <pc:spChg chg="mod">
          <ac:chgData name="Vinjamuri, Pradyumna" userId="S::vinjamuri.svpradyumna@capgemini.com::f87e063d-1778-47ce-aad4-684b7717d402" providerId="AD" clId="Web-{B8429895-AA81-5380-AB05-030C58654A9A}" dt="2026-04-02T02:07:24.448" v="172" actId="1076"/>
          <ac:spMkLst>
            <pc:docMk/>
            <pc:sldMk cId="4141162053" sldId="263"/>
            <ac:spMk id="71" creationId="{00000000-0000-0000-0000-000000000000}"/>
          </ac:spMkLst>
        </pc:spChg>
      </pc:sldChg>
      <pc:sldChg chg="delSp modSp">
        <pc:chgData name="Vinjamuri, Pradyumna" userId="S::vinjamuri.svpradyumna@capgemini.com::f87e063d-1778-47ce-aad4-684b7717d402" providerId="AD" clId="Web-{B8429895-AA81-5380-AB05-030C58654A9A}" dt="2026-04-02T02:03:50.822" v="145" actId="1076"/>
        <pc:sldMkLst>
          <pc:docMk/>
          <pc:sldMk cId="2417810418" sldId="2145706670"/>
        </pc:sldMkLst>
        <pc:spChg chg="del mod">
          <ac:chgData name="Vinjamuri, Pradyumna" userId="S::vinjamuri.svpradyumna@capgemini.com::f87e063d-1778-47ce-aad4-684b7717d402" providerId="AD" clId="Web-{B8429895-AA81-5380-AB05-030C58654A9A}" dt="2026-04-02T02:02:41.568" v="130"/>
          <ac:spMkLst>
            <pc:docMk/>
            <pc:sldMk cId="2417810418" sldId="2145706670"/>
            <ac:spMk id="3" creationId="{F6ADC974-9B03-5641-B9BB-BCF915AC4BCF}"/>
          </ac:spMkLst>
        </pc:spChg>
        <pc:spChg chg="mod">
          <ac:chgData name="Vinjamuri, Pradyumna" userId="S::vinjamuri.svpradyumna@capgemini.com::f87e063d-1778-47ce-aad4-684b7717d402" providerId="AD" clId="Web-{B8429895-AA81-5380-AB05-030C58654A9A}" dt="2026-04-02T02:02:58.569" v="136" actId="20577"/>
          <ac:spMkLst>
            <pc:docMk/>
            <pc:sldMk cId="2417810418" sldId="2145706670"/>
            <ac:spMk id="6" creationId="{5F506E72-5E11-CB94-E4BD-17EAA9778A6F}"/>
          </ac:spMkLst>
        </pc:spChg>
        <pc:spChg chg="mod">
          <ac:chgData name="Vinjamuri, Pradyumna" userId="S::vinjamuri.svpradyumna@capgemini.com::f87e063d-1778-47ce-aad4-684b7717d402" providerId="AD" clId="Web-{B8429895-AA81-5380-AB05-030C58654A9A}" dt="2026-04-02T02:03:02.975" v="137" actId="20577"/>
          <ac:spMkLst>
            <pc:docMk/>
            <pc:sldMk cId="2417810418" sldId="2145706670"/>
            <ac:spMk id="9" creationId="{49968A44-E3F2-9062-0365-91995BEF1E62}"/>
          </ac:spMkLst>
        </pc:spChg>
        <pc:spChg chg="mod">
          <ac:chgData name="Vinjamuri, Pradyumna" userId="S::vinjamuri.svpradyumna@capgemini.com::f87e063d-1778-47ce-aad4-684b7717d402" providerId="AD" clId="Web-{B8429895-AA81-5380-AB05-030C58654A9A}" dt="2026-04-02T02:02:51.006" v="132" actId="20577"/>
          <ac:spMkLst>
            <pc:docMk/>
            <pc:sldMk cId="2417810418" sldId="2145706670"/>
            <ac:spMk id="88" creationId="{DD84A230-D8F4-42A3-2819-913EB988CE32}"/>
          </ac:spMkLst>
        </pc:spChg>
        <pc:spChg chg="del">
          <ac:chgData name="Vinjamuri, Pradyumna" userId="S::vinjamuri.svpradyumna@capgemini.com::f87e063d-1778-47ce-aad4-684b7717d402" providerId="AD" clId="Web-{B8429895-AA81-5380-AB05-030C58654A9A}" dt="2026-04-02T02:01:53.611" v="103"/>
          <ac:spMkLst>
            <pc:docMk/>
            <pc:sldMk cId="2417810418" sldId="2145706670"/>
            <ac:spMk id="90" creationId="{8383368F-9D19-7C92-1AB4-FC6E17538BEB}"/>
          </ac:spMkLst>
        </pc:spChg>
        <pc:spChg chg="del">
          <ac:chgData name="Vinjamuri, Pradyumna" userId="S::vinjamuri.svpradyumna@capgemini.com::f87e063d-1778-47ce-aad4-684b7717d402" providerId="AD" clId="Web-{B8429895-AA81-5380-AB05-030C58654A9A}" dt="2026-04-02T02:02:00.955" v="104"/>
          <ac:spMkLst>
            <pc:docMk/>
            <pc:sldMk cId="2417810418" sldId="2145706670"/>
            <ac:spMk id="91" creationId="{A0E4B5E9-D452-53CA-6093-042B49C7DA08}"/>
          </ac:spMkLst>
        </pc:spChg>
        <pc:spChg chg="topLvl">
          <ac:chgData name="Vinjamuri, Pradyumna" userId="S::vinjamuri.svpradyumna@capgemini.com::f87e063d-1778-47ce-aad4-684b7717d402" providerId="AD" clId="Web-{B8429895-AA81-5380-AB05-030C58654A9A}" dt="2026-04-02T02:02:03.409" v="105"/>
          <ac:spMkLst>
            <pc:docMk/>
            <pc:sldMk cId="2417810418" sldId="2145706670"/>
            <ac:spMk id="93" creationId="{810D9868-DAB9-D817-FF71-A9A80025C879}"/>
          </ac:spMkLst>
        </pc:spChg>
        <pc:spChg chg="del topLvl">
          <ac:chgData name="Vinjamuri, Pradyumna" userId="S::vinjamuri.svpradyumna@capgemini.com::f87e063d-1778-47ce-aad4-684b7717d402" providerId="AD" clId="Web-{B8429895-AA81-5380-AB05-030C58654A9A}" dt="2026-04-02T02:02:03.409" v="105"/>
          <ac:spMkLst>
            <pc:docMk/>
            <pc:sldMk cId="2417810418" sldId="2145706670"/>
            <ac:spMk id="94" creationId="{B8F97791-C184-4791-82FC-77332029794D}"/>
          </ac:spMkLst>
        </pc:spChg>
        <pc:spChg chg="del mod">
          <ac:chgData name="Vinjamuri, Pradyumna" userId="S::vinjamuri.svpradyumna@capgemini.com::f87e063d-1778-47ce-aad4-684b7717d402" providerId="AD" clId="Web-{B8429895-AA81-5380-AB05-030C58654A9A}" dt="2026-04-02T02:02:14.925" v="111"/>
          <ac:spMkLst>
            <pc:docMk/>
            <pc:sldMk cId="2417810418" sldId="2145706670"/>
            <ac:spMk id="294" creationId="{3AF47DBB-9AE3-EDCE-5F6C-49CCE20BD17D}"/>
          </ac:spMkLst>
        </pc:spChg>
        <pc:spChg chg="del">
          <ac:chgData name="Vinjamuri, Pradyumna" userId="S::vinjamuri.svpradyumna@capgemini.com::f87e063d-1778-47ce-aad4-684b7717d402" providerId="AD" clId="Web-{B8429895-AA81-5380-AB05-030C58654A9A}" dt="2026-04-02T02:02:42.646" v="131"/>
          <ac:spMkLst>
            <pc:docMk/>
            <pc:sldMk cId="2417810418" sldId="2145706670"/>
            <ac:spMk id="307" creationId="{FA0A83E2-C489-BAC7-750A-B74EF553808A}"/>
          </ac:spMkLst>
        </pc:spChg>
        <pc:spChg chg="del">
          <ac:chgData name="Vinjamuri, Pradyumna" userId="S::vinjamuri.svpradyumna@capgemini.com::f87e063d-1778-47ce-aad4-684b7717d402" providerId="AD" clId="Web-{B8429895-AA81-5380-AB05-030C58654A9A}" dt="2026-04-02T02:02:21.426" v="112"/>
          <ac:spMkLst>
            <pc:docMk/>
            <pc:sldMk cId="2417810418" sldId="2145706670"/>
            <ac:spMk id="318" creationId="{F60B7213-2166-6F0B-76E7-2DF36EB64A0F}"/>
          </ac:spMkLst>
        </pc:spChg>
        <pc:spChg chg="del mod">
          <ac:chgData name="Vinjamuri, Pradyumna" userId="S::vinjamuri.svpradyumna@capgemini.com::f87e063d-1778-47ce-aad4-684b7717d402" providerId="AD" clId="Web-{B8429895-AA81-5380-AB05-030C58654A9A}" dt="2026-04-02T02:02:32.895" v="121"/>
          <ac:spMkLst>
            <pc:docMk/>
            <pc:sldMk cId="2417810418" sldId="2145706670"/>
            <ac:spMk id="319" creationId="{5F8145C2-4D94-A79B-8270-62629083FBED}"/>
          </ac:spMkLst>
        </pc:spChg>
        <pc:spChg chg="mod">
          <ac:chgData name="Vinjamuri, Pradyumna" userId="S::vinjamuri.svpradyumna@capgemini.com::f87e063d-1778-47ce-aad4-684b7717d402" providerId="AD" clId="Web-{B8429895-AA81-5380-AB05-030C58654A9A}" dt="2026-04-02T02:03:16.804" v="138" actId="14100"/>
          <ac:spMkLst>
            <pc:docMk/>
            <pc:sldMk cId="2417810418" sldId="2145706670"/>
            <ac:spMk id="324" creationId="{00000000-0000-0000-0000-000000000000}"/>
          </ac:spMkLst>
        </pc:spChg>
        <pc:spChg chg="mod">
          <ac:chgData name="Vinjamuri, Pradyumna" userId="S::vinjamuri.svpradyumna@capgemini.com::f87e063d-1778-47ce-aad4-684b7717d402" providerId="AD" clId="Web-{B8429895-AA81-5380-AB05-030C58654A9A}" dt="2026-04-02T02:03:21.179" v="139" actId="14100"/>
          <ac:spMkLst>
            <pc:docMk/>
            <pc:sldMk cId="2417810418" sldId="2145706670"/>
            <ac:spMk id="326" creationId="{00000000-0000-0000-0000-000000000000}"/>
          </ac:spMkLst>
        </pc:spChg>
        <pc:spChg chg="mod">
          <ac:chgData name="Vinjamuri, Pradyumna" userId="S::vinjamuri.svpradyumna@capgemini.com::f87e063d-1778-47ce-aad4-684b7717d402" providerId="AD" clId="Web-{B8429895-AA81-5380-AB05-030C58654A9A}" dt="2026-04-02T02:03:28.664" v="141" actId="1076"/>
          <ac:spMkLst>
            <pc:docMk/>
            <pc:sldMk cId="2417810418" sldId="2145706670"/>
            <ac:spMk id="328" creationId="{00000000-0000-0000-0000-000000000000}"/>
          </ac:spMkLst>
        </pc:spChg>
        <pc:spChg chg="mod">
          <ac:chgData name="Vinjamuri, Pradyumna" userId="S::vinjamuri.svpradyumna@capgemini.com::f87e063d-1778-47ce-aad4-684b7717d402" providerId="AD" clId="Web-{B8429895-AA81-5380-AB05-030C58654A9A}" dt="2026-04-02T02:03:39.024" v="143" actId="1076"/>
          <ac:spMkLst>
            <pc:docMk/>
            <pc:sldMk cId="2417810418" sldId="2145706670"/>
            <ac:spMk id="330" creationId="{00000000-0000-0000-0000-000000000000}"/>
          </ac:spMkLst>
        </pc:spChg>
        <pc:spChg chg="mod">
          <ac:chgData name="Vinjamuri, Pradyumna" userId="S::vinjamuri.svpradyumna@capgemini.com::f87e063d-1778-47ce-aad4-684b7717d402" providerId="AD" clId="Web-{B8429895-AA81-5380-AB05-030C58654A9A}" dt="2026-04-02T02:03:50.822" v="145" actId="1076"/>
          <ac:spMkLst>
            <pc:docMk/>
            <pc:sldMk cId="2417810418" sldId="2145706670"/>
            <ac:spMk id="332" creationId="{00000000-0000-0000-0000-000000000000}"/>
          </ac:spMkLst>
        </pc:spChg>
        <pc:grpChg chg="del">
          <ac:chgData name="Vinjamuri, Pradyumna" userId="S::vinjamuri.svpradyumna@capgemini.com::f87e063d-1778-47ce-aad4-684b7717d402" providerId="AD" clId="Web-{B8429895-AA81-5380-AB05-030C58654A9A}" dt="2026-04-02T02:02:03.409" v="105"/>
          <ac:grpSpMkLst>
            <pc:docMk/>
            <pc:sldMk cId="2417810418" sldId="2145706670"/>
            <ac:grpSpMk id="92" creationId="{E5AF0875-B8BD-D867-0930-CF478D412DC8}"/>
          </ac:grpSpMkLst>
        </pc:grpChg>
      </pc:sldChg>
      <pc:sldChg chg="delSp modSp">
        <pc:chgData name="Vinjamuri, Pradyumna" userId="S::vinjamuri.svpradyumna@capgemini.com::f87e063d-1778-47ce-aad4-684b7717d402" providerId="AD" clId="Web-{B8429895-AA81-5380-AB05-030C58654A9A}" dt="2026-04-02T02:09:47.545" v="227" actId="20577"/>
        <pc:sldMkLst>
          <pc:docMk/>
          <pc:sldMk cId="175612282" sldId="2145706671"/>
        </pc:sldMkLst>
        <pc:spChg chg="mod">
          <ac:chgData name="Vinjamuri, Pradyumna" userId="S::vinjamuri.svpradyumna@capgemini.com::f87e063d-1778-47ce-aad4-684b7717d402" providerId="AD" clId="Web-{B8429895-AA81-5380-AB05-030C58654A9A}" dt="2026-04-02T02:09:47.545" v="227" actId="20577"/>
          <ac:spMkLst>
            <pc:docMk/>
            <pc:sldMk cId="175612282" sldId="2145706671"/>
            <ac:spMk id="2" creationId="{F118180A-08A9-77BB-892B-EAD50ADCB617}"/>
          </ac:spMkLst>
        </pc:spChg>
        <pc:spChg chg="del">
          <ac:chgData name="Vinjamuri, Pradyumna" userId="S::vinjamuri.svpradyumna@capgemini.com::f87e063d-1778-47ce-aad4-684b7717d402" providerId="AD" clId="Web-{B8429895-AA81-5380-AB05-030C58654A9A}" dt="2026-04-02T02:08:10.481" v="209"/>
          <ac:spMkLst>
            <pc:docMk/>
            <pc:sldMk cId="175612282" sldId="2145706671"/>
            <ac:spMk id="3" creationId="{AD302E24-8DBE-2AC7-27B4-80AF96401941}"/>
          </ac:spMkLst>
        </pc:spChg>
        <pc:spChg chg="del">
          <ac:chgData name="Vinjamuri, Pradyumna" userId="S::vinjamuri.svpradyumna@capgemini.com::f87e063d-1778-47ce-aad4-684b7717d402" providerId="AD" clId="Web-{B8429895-AA81-5380-AB05-030C58654A9A}" dt="2026-04-02T02:08:20.621" v="211"/>
          <ac:spMkLst>
            <pc:docMk/>
            <pc:sldMk cId="175612282" sldId="2145706671"/>
            <ac:spMk id="26" creationId="{8250910B-988C-35EF-A589-E15DA6F2B02A}"/>
          </ac:spMkLst>
        </pc:spChg>
        <pc:spChg chg="del">
          <ac:chgData name="Vinjamuri, Pradyumna" userId="S::vinjamuri.svpradyumna@capgemini.com::f87e063d-1778-47ce-aad4-684b7717d402" providerId="AD" clId="Web-{B8429895-AA81-5380-AB05-030C58654A9A}" dt="2026-04-02T02:08:17.137" v="210"/>
          <ac:spMkLst>
            <pc:docMk/>
            <pc:sldMk cId="175612282" sldId="2145706671"/>
            <ac:spMk id="28" creationId="{E94BEA51-E831-F2BE-7F5D-7EA3C416EDC0}"/>
          </ac:spMkLst>
        </pc:spChg>
        <pc:spChg chg="mod">
          <ac:chgData name="Vinjamuri, Pradyumna" userId="S::vinjamuri.svpradyumna@capgemini.com::f87e063d-1778-47ce-aad4-684b7717d402" providerId="AD" clId="Web-{B8429895-AA81-5380-AB05-030C58654A9A}" dt="2026-04-02T02:08:07.762" v="208" actId="20577"/>
          <ac:spMkLst>
            <pc:docMk/>
            <pc:sldMk cId="175612282" sldId="2145706671"/>
            <ac:spMk id="62" creationId="{45F28D58-EC0D-2841-83FE-19B96684F48D}"/>
          </ac:spMkLst>
        </pc:spChg>
        <pc:spChg chg="mod">
          <ac:chgData name="Vinjamuri, Pradyumna" userId="S::vinjamuri.svpradyumna@capgemini.com::f87e063d-1778-47ce-aad4-684b7717d402" providerId="AD" clId="Web-{B8429895-AA81-5380-AB05-030C58654A9A}" dt="2026-04-02T02:08:30.762" v="214" actId="14100"/>
          <ac:spMkLst>
            <pc:docMk/>
            <pc:sldMk cId="175612282" sldId="2145706671"/>
            <ac:spMk id="120" creationId="{00000000-0000-0000-0000-000000000000}"/>
          </ac:spMkLst>
        </pc:spChg>
        <pc:spChg chg="mod">
          <ac:chgData name="Vinjamuri, Pradyumna" userId="S::vinjamuri.svpradyumna@capgemini.com::f87e063d-1778-47ce-aad4-684b7717d402" providerId="AD" clId="Web-{B8429895-AA81-5380-AB05-030C58654A9A}" dt="2026-04-02T02:09:01.779" v="220" actId="1076"/>
          <ac:spMkLst>
            <pc:docMk/>
            <pc:sldMk cId="175612282" sldId="2145706671"/>
            <ac:spMk id="122" creationId="{00000000-0000-0000-0000-000000000000}"/>
          </ac:spMkLst>
        </pc:spChg>
        <pc:spChg chg="mod">
          <ac:chgData name="Vinjamuri, Pradyumna" userId="S::vinjamuri.svpradyumna@capgemini.com::f87e063d-1778-47ce-aad4-684b7717d402" providerId="AD" clId="Web-{B8429895-AA81-5380-AB05-030C58654A9A}" dt="2026-04-02T02:08:57.716" v="219" actId="20577"/>
          <ac:spMkLst>
            <pc:docMk/>
            <pc:sldMk cId="175612282" sldId="2145706671"/>
            <ac:spMk id="123" creationId="{00000000-0000-0000-0000-000000000000}"/>
          </ac:spMkLst>
        </pc:spChg>
      </pc:sldChg>
      <pc:sldChg chg="delSp modSp">
        <pc:chgData name="Vinjamuri, Pradyumna" userId="S::vinjamuri.svpradyumna@capgemini.com::f87e063d-1778-47ce-aad4-684b7717d402" providerId="AD" clId="Web-{B8429895-AA81-5380-AB05-030C58654A9A}" dt="2026-04-02T02:01:38.126" v="102"/>
        <pc:sldMkLst>
          <pc:docMk/>
          <pc:sldMk cId="2946189433" sldId="2145706672"/>
        </pc:sldMkLst>
        <pc:spChg chg="del mod">
          <ac:chgData name="Vinjamuri, Pradyumna" userId="S::vinjamuri.svpradyumna@capgemini.com::f87e063d-1778-47ce-aad4-684b7717d402" providerId="AD" clId="Web-{B8429895-AA81-5380-AB05-030C58654A9A}" dt="2026-04-02T02:01:38.126" v="102"/>
          <ac:spMkLst>
            <pc:docMk/>
            <pc:sldMk cId="2946189433" sldId="2145706672"/>
            <ac:spMk id="6" creationId="{38255EAA-115B-7CE6-9C4F-C36E1330BDA8}"/>
          </ac:spMkLst>
        </pc:spChg>
        <pc:spChg chg="del">
          <ac:chgData name="Vinjamuri, Pradyumna" userId="S::vinjamuri.svpradyumna@capgemini.com::f87e063d-1778-47ce-aad4-684b7717d402" providerId="AD" clId="Web-{B8429895-AA81-5380-AB05-030C58654A9A}" dt="2026-04-02T02:00:56.434" v="59"/>
          <ac:spMkLst>
            <pc:docMk/>
            <pc:sldMk cId="2946189433" sldId="2145706672"/>
            <ac:spMk id="51" creationId="{8EBED987-0E4E-C44E-2094-79D1F441E0FB}"/>
          </ac:spMkLst>
        </pc:spChg>
        <pc:spChg chg="mod">
          <ac:chgData name="Vinjamuri, Pradyumna" userId="S::vinjamuri.svpradyumna@capgemini.com::f87e063d-1778-47ce-aad4-684b7717d402" providerId="AD" clId="Web-{B8429895-AA81-5380-AB05-030C58654A9A}" dt="2026-04-02T02:01:12.108" v="66" actId="20577"/>
          <ac:spMkLst>
            <pc:docMk/>
            <pc:sldMk cId="2946189433" sldId="2145706672"/>
            <ac:spMk id="56" creationId="{D6AC4776-3617-E60A-AC7A-BCA89FCE0662}"/>
          </ac:spMkLst>
        </pc:spChg>
        <pc:spChg chg="del mod">
          <ac:chgData name="Vinjamuri, Pradyumna" userId="S::vinjamuri.svpradyumna@capgemini.com::f87e063d-1778-47ce-aad4-684b7717d402" providerId="AD" clId="Web-{B8429895-AA81-5380-AB05-030C58654A9A}" dt="2026-04-02T02:01:21.265" v="81"/>
          <ac:spMkLst>
            <pc:docMk/>
            <pc:sldMk cId="2946189433" sldId="2145706672"/>
            <ac:spMk id="75" creationId="{DFEBACFE-B7C3-C9A9-301A-3376EA02BA5B}"/>
          </ac:spMkLst>
        </pc:spChg>
        <pc:spChg chg="mod">
          <ac:chgData name="Vinjamuri, Pradyumna" userId="S::vinjamuri.svpradyumna@capgemini.com::f87e063d-1778-47ce-aad4-684b7717d402" providerId="AD" clId="Web-{B8429895-AA81-5380-AB05-030C58654A9A}" dt="2026-04-02T02:00:36.511" v="57" actId="1076"/>
          <ac:spMkLst>
            <pc:docMk/>
            <pc:sldMk cId="2946189433" sldId="2145706672"/>
            <ac:spMk id="116" creationId="{00000000-0000-0000-0000-000000000000}"/>
          </ac:spMkLst>
        </pc:spChg>
        <pc:spChg chg="mod">
          <ac:chgData name="Vinjamuri, Pradyumna" userId="S::vinjamuri.svpradyumna@capgemini.com::f87e063d-1778-47ce-aad4-684b7717d402" providerId="AD" clId="Web-{B8429895-AA81-5380-AB05-030C58654A9A}" dt="2026-04-02T02:00:23.759" v="54" actId="1076"/>
          <ac:spMkLst>
            <pc:docMk/>
            <pc:sldMk cId="2946189433" sldId="2145706672"/>
            <ac:spMk id="117" creationId="{00000000-0000-0000-0000-000000000000}"/>
          </ac:spMkLst>
        </pc:spChg>
        <pc:spChg chg="mod">
          <ac:chgData name="Vinjamuri, Pradyumna" userId="S::vinjamuri.svpradyumna@capgemini.com::f87e063d-1778-47ce-aad4-684b7717d402" providerId="AD" clId="Web-{B8429895-AA81-5380-AB05-030C58654A9A}" dt="2026-04-02T02:00:40.417" v="58" actId="1076"/>
          <ac:spMkLst>
            <pc:docMk/>
            <pc:sldMk cId="2946189433" sldId="2145706672"/>
            <ac:spMk id="118" creationId="{00000000-0000-0000-0000-000000000000}"/>
          </ac:spMkLst>
        </pc:spChg>
        <pc:spChg chg="mod">
          <ac:chgData name="Vinjamuri, Pradyumna" userId="S::vinjamuri.svpradyumna@capgemini.com::f87e063d-1778-47ce-aad4-684b7717d402" providerId="AD" clId="Web-{B8429895-AA81-5380-AB05-030C58654A9A}" dt="2026-04-02T02:00:27.994" v="55" actId="1076"/>
          <ac:spMkLst>
            <pc:docMk/>
            <pc:sldMk cId="2946189433" sldId="2145706672"/>
            <ac:spMk id="119" creationId="{00000000-0000-0000-0000-000000000000}"/>
          </ac:spMkLst>
        </pc:spChg>
        <pc:cxnChg chg="mod">
          <ac:chgData name="Vinjamuri, Pradyumna" userId="S::vinjamuri.svpradyumna@capgemini.com::f87e063d-1778-47ce-aad4-684b7717d402" providerId="AD" clId="Web-{B8429895-AA81-5380-AB05-030C58654A9A}" dt="2026-04-02T02:00:56.434" v="59"/>
          <ac:cxnSpMkLst>
            <pc:docMk/>
            <pc:sldMk cId="2946189433" sldId="2145706672"/>
            <ac:cxnSpMk id="50" creationId="{BC7F38E1-169F-954F-A9ED-6C6756523002}"/>
          </ac:cxnSpMkLst>
        </pc:cxnChg>
      </pc:sldChg>
      <pc:sldChg chg="modSp">
        <pc:chgData name="Vinjamuri, Pradyumna" userId="S::vinjamuri.svpradyumna@capgemini.com::f87e063d-1778-47ce-aad4-684b7717d402" providerId="AD" clId="Web-{B8429895-AA81-5380-AB05-030C58654A9A}" dt="2026-04-02T02:09:41.545" v="225" actId="20577"/>
        <pc:sldMkLst>
          <pc:docMk/>
          <pc:sldMk cId="3657648834" sldId="2145706673"/>
        </pc:sldMkLst>
        <pc:spChg chg="mod">
          <ac:chgData name="Vinjamuri, Pradyumna" userId="S::vinjamuri.svpradyumna@capgemini.com::f87e063d-1778-47ce-aad4-684b7717d402" providerId="AD" clId="Web-{B8429895-AA81-5380-AB05-030C58654A9A}" dt="2026-04-02T02:09:41.545" v="225" actId="20577"/>
          <ac:spMkLst>
            <pc:docMk/>
            <pc:sldMk cId="3657648834" sldId="2145706673"/>
            <ac:spMk id="5" creationId="{DFA8D951-D978-7E73-98AC-60005C9C2E14}"/>
          </ac:spMkLst>
        </pc:spChg>
        <pc:spChg chg="mod">
          <ac:chgData name="Vinjamuri, Pradyumna" userId="S::vinjamuri.svpradyumna@capgemini.com::f87e063d-1778-47ce-aad4-684b7717d402" providerId="AD" clId="Web-{B8429895-AA81-5380-AB05-030C58654A9A}" dt="2026-04-02T01:58:02.026" v="21" actId="14100"/>
          <ac:spMkLst>
            <pc:docMk/>
            <pc:sldMk cId="3657648834" sldId="2145706673"/>
            <ac:spMk id="24" creationId="{00000000-0000-0000-0000-000000000000}"/>
          </ac:spMkLst>
        </pc:spChg>
        <pc:spChg chg="mod">
          <ac:chgData name="Vinjamuri, Pradyumna" userId="S::vinjamuri.svpradyumna@capgemini.com::f87e063d-1778-47ce-aad4-684b7717d402" providerId="AD" clId="Web-{B8429895-AA81-5380-AB05-030C58654A9A}" dt="2026-04-02T01:58:17.670" v="24" actId="1076"/>
          <ac:spMkLst>
            <pc:docMk/>
            <pc:sldMk cId="3657648834" sldId="2145706673"/>
            <ac:spMk id="25" creationId="{00000000-0000-0000-0000-000000000000}"/>
          </ac:spMkLst>
        </pc:spChg>
        <pc:spChg chg="mod">
          <ac:chgData name="Vinjamuri, Pradyumna" userId="S::vinjamuri.svpradyumna@capgemini.com::f87e063d-1778-47ce-aad4-684b7717d402" providerId="AD" clId="Web-{B8429895-AA81-5380-AB05-030C58654A9A}" dt="2026-04-02T01:58:33.655" v="29" actId="14100"/>
          <ac:spMkLst>
            <pc:docMk/>
            <pc:sldMk cId="3657648834" sldId="2145706673"/>
            <ac:spMk id="26" creationId="{00000000-0000-0000-0000-000000000000}"/>
          </ac:spMkLst>
        </pc:spChg>
        <pc:spChg chg="mod">
          <ac:chgData name="Vinjamuri, Pradyumna" userId="S::vinjamuri.svpradyumna@capgemini.com::f87e063d-1778-47ce-aad4-684b7717d402" providerId="AD" clId="Web-{B8429895-AA81-5380-AB05-030C58654A9A}" dt="2026-04-02T01:58:46.030" v="32" actId="1076"/>
          <ac:spMkLst>
            <pc:docMk/>
            <pc:sldMk cId="3657648834" sldId="2145706673"/>
            <ac:spMk id="27" creationId="{00000000-0000-0000-0000-000000000000}"/>
          </ac:spMkLst>
        </pc:spChg>
        <pc:spChg chg="mod">
          <ac:chgData name="Vinjamuri, Pradyumna" userId="S::vinjamuri.svpradyumna@capgemini.com::f87e063d-1778-47ce-aad4-684b7717d402" providerId="AD" clId="Web-{B8429895-AA81-5380-AB05-030C58654A9A}" dt="2026-04-02T01:59:05.973" v="38" actId="1076"/>
          <ac:spMkLst>
            <pc:docMk/>
            <pc:sldMk cId="3657648834" sldId="2145706673"/>
            <ac:spMk id="28" creationId="{00000000-0000-0000-0000-000000000000}"/>
          </ac:spMkLst>
        </pc:spChg>
        <pc:spChg chg="mod">
          <ac:chgData name="Vinjamuri, Pradyumna" userId="S::vinjamuri.svpradyumna@capgemini.com::f87e063d-1778-47ce-aad4-684b7717d402" providerId="AD" clId="Web-{B8429895-AA81-5380-AB05-030C58654A9A}" dt="2026-04-02T01:58:05.089" v="22" actId="1076"/>
          <ac:spMkLst>
            <pc:docMk/>
            <pc:sldMk cId="3657648834" sldId="2145706673"/>
            <ac:spMk id="29" creationId="{00000000-0000-0000-0000-000000000000}"/>
          </ac:spMkLst>
        </pc:spChg>
        <pc:spChg chg="mod">
          <ac:chgData name="Vinjamuri, Pradyumna" userId="S::vinjamuri.svpradyumna@capgemini.com::f87e063d-1778-47ce-aad4-684b7717d402" providerId="AD" clId="Web-{B8429895-AA81-5380-AB05-030C58654A9A}" dt="2026-04-02T01:58:19.186" v="25" actId="1076"/>
          <ac:spMkLst>
            <pc:docMk/>
            <pc:sldMk cId="3657648834" sldId="2145706673"/>
            <ac:spMk id="30" creationId="{00000000-0000-0000-0000-000000000000}"/>
          </ac:spMkLst>
        </pc:spChg>
        <pc:spChg chg="mod">
          <ac:chgData name="Vinjamuri, Pradyumna" userId="S::vinjamuri.svpradyumna@capgemini.com::f87e063d-1778-47ce-aad4-684b7717d402" providerId="AD" clId="Web-{B8429895-AA81-5380-AB05-030C58654A9A}" dt="2026-04-02T01:58:37.920" v="30" actId="1076"/>
          <ac:spMkLst>
            <pc:docMk/>
            <pc:sldMk cId="3657648834" sldId="2145706673"/>
            <ac:spMk id="31" creationId="{00000000-0000-0000-0000-000000000000}"/>
          </ac:spMkLst>
        </pc:spChg>
        <pc:spChg chg="mod">
          <ac:chgData name="Vinjamuri, Pradyumna" userId="S::vinjamuri.svpradyumna@capgemini.com::f87e063d-1778-47ce-aad4-684b7717d402" providerId="AD" clId="Web-{B8429895-AA81-5380-AB05-030C58654A9A}" dt="2026-04-02T01:59:02.676" v="37" actId="1076"/>
          <ac:spMkLst>
            <pc:docMk/>
            <pc:sldMk cId="3657648834" sldId="2145706673"/>
            <ac:spMk id="32" creationId="{00000000-0000-0000-0000-000000000000}"/>
          </ac:spMkLst>
        </pc:spChg>
        <pc:spChg chg="mod">
          <ac:chgData name="Vinjamuri, Pradyumna" userId="S::vinjamuri.svpradyumna@capgemini.com::f87e063d-1778-47ce-aad4-684b7717d402" providerId="AD" clId="Web-{B8429895-AA81-5380-AB05-030C58654A9A}" dt="2026-04-02T01:59:41.552" v="51" actId="20577"/>
          <ac:spMkLst>
            <pc:docMk/>
            <pc:sldMk cId="3657648834" sldId="2145706673"/>
            <ac:spMk id="33" creationId="{00000000-0000-0000-0000-000000000000}"/>
          </ac:spMkLst>
        </pc:spChg>
      </pc:sldChg>
    </pc:docChg>
  </pc:docChgLst>
  <pc:docChgLst>
    <pc:chgData name="Rakesh, Gumma" userId="S::gumma.rakesh@capgemini.com::4465a19c-ad9d-4434-9963-c0945f0822d5" providerId="AD" clId="Web-{44E56E48-0238-5528-DF6D-15360CD251C3}"/>
    <pc:docChg chg="modSld">
      <pc:chgData name="Rakesh, Gumma" userId="S::gumma.rakesh@capgemini.com::4465a19c-ad9d-4434-9963-c0945f0822d5" providerId="AD" clId="Web-{44E56E48-0238-5528-DF6D-15360CD251C3}" dt="2026-03-27T05:09:23.910" v="0" actId="1076"/>
      <pc:docMkLst>
        <pc:docMk/>
      </pc:docMkLst>
      <pc:sldChg chg="modSp">
        <pc:chgData name="Rakesh, Gumma" userId="S::gumma.rakesh@capgemini.com::4465a19c-ad9d-4434-9963-c0945f0822d5" providerId="AD" clId="Web-{44E56E48-0238-5528-DF6D-15360CD251C3}" dt="2026-03-27T05:09:23.910" v="0" actId="1076"/>
        <pc:sldMkLst>
          <pc:docMk/>
          <pc:sldMk cId="4141162053" sldId="263"/>
        </pc:sldMkLst>
        <pc:cxnChg chg="mod">
          <ac:chgData name="Rakesh, Gumma" userId="S::gumma.rakesh@capgemini.com::4465a19c-ad9d-4434-9963-c0945f0822d5" providerId="AD" clId="Web-{44E56E48-0238-5528-DF6D-15360CD251C3}" dt="2026-03-27T05:09:23.910" v="0" actId="1076"/>
          <ac:cxnSpMkLst>
            <pc:docMk/>
            <pc:sldMk cId="4141162053" sldId="263"/>
            <ac:cxnSpMk id="56" creationId="{E1B55769-E7F5-AEBF-1338-E94DBF7FBCB1}"/>
          </ac:cxnSpMkLst>
        </pc:cxnChg>
      </pc:sldChg>
    </pc:docChg>
  </pc:docChgLst>
  <pc:docChgLst>
    <pc:chgData name="Rahut, Shashwata" userId="7ece1b93-1114-4754-9e3d-473586b98df5" providerId="ADAL" clId="{3073DB97-EA10-4063-8983-C756B771A14B}"/>
    <pc:docChg chg="modSld sldOrd">
      <pc:chgData name="Rahut, Shashwata" userId="7ece1b93-1114-4754-9e3d-473586b98df5" providerId="ADAL" clId="{3073DB97-EA10-4063-8983-C756B771A14B}" dt="2026-04-01T11:02:46.781" v="2" actId="20578"/>
      <pc:docMkLst>
        <pc:docMk/>
      </pc:docMkLst>
      <pc:sldChg chg="ord">
        <pc:chgData name="Rahut, Shashwata" userId="7ece1b93-1114-4754-9e3d-473586b98df5" providerId="ADAL" clId="{3073DB97-EA10-4063-8983-C756B771A14B}" dt="2026-04-01T09:29:52.190" v="0" actId="20578"/>
        <pc:sldMkLst>
          <pc:docMk/>
          <pc:sldMk cId="2417810418" sldId="2145706670"/>
        </pc:sldMkLst>
      </pc:sldChg>
      <pc:sldChg chg="modSp">
        <pc:chgData name="Rahut, Shashwata" userId="7ece1b93-1114-4754-9e3d-473586b98df5" providerId="ADAL" clId="{3073DB97-EA10-4063-8983-C756B771A14B}" dt="2026-04-01T11:02:46.781" v="2" actId="20578"/>
        <pc:sldMkLst>
          <pc:docMk/>
          <pc:sldMk cId="2946189433" sldId="2145706672"/>
        </pc:sldMkLst>
        <pc:spChg chg="mod">
          <ac:chgData name="Rahut, Shashwata" userId="7ece1b93-1114-4754-9e3d-473586b98df5" providerId="ADAL" clId="{3073DB97-EA10-4063-8983-C756B771A14B}" dt="2026-04-01T11:02:46.781" v="2" actId="20578"/>
          <ac:spMkLst>
            <pc:docMk/>
            <pc:sldMk cId="2946189433" sldId="2145706672"/>
            <ac:spMk id="7" creationId="{A3EEC7B5-0FCD-0ADC-1F43-07FE4ED31A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04/02/2026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25.svg"/><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svg"/><Relationship Id="rId10" Type="http://schemas.openxmlformats.org/officeDocument/2006/relationships/image" Target="../media/image23.svg"/><Relationship Id="rId4" Type="http://schemas.openxmlformats.org/officeDocument/2006/relationships/image" Target="../media/image17.png"/><Relationship Id="rId9" Type="http://schemas.openxmlformats.org/officeDocument/2006/relationships/image" Target="../media/image22.sv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jpeg"/><Relationship Id="rId4" Type="http://schemas.openxmlformats.org/officeDocument/2006/relationships/image" Target="../media/image28.jpeg"/></Relationships>
</file>

<file path=ppt/slides/_rels/slide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23890" y="771088"/>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400" dirty="0">
              <a:solidFill>
                <a:schemeClr val="tx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 </a:t>
            </a: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7" y="4025333"/>
            <a:ext cx="7075417"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35328" y="3562267"/>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580925" y="3562012"/>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3" name="TextBox 2">
            <a:extLst>
              <a:ext uri="{FF2B5EF4-FFF2-40B4-BE49-F238E27FC236}">
                <a16:creationId xmlns:a16="http://schemas.microsoft.com/office/drawing/2014/main" id="{24922FAE-5875-4458-D774-D48AED43DDDB}"/>
              </a:ext>
            </a:extLst>
          </p:cNvPr>
          <p:cNvSpPr txBox="1"/>
          <p:nvPr/>
        </p:nvSpPr>
        <p:spPr>
          <a:xfrm>
            <a:off x="273990" y="1823027"/>
            <a:ext cx="3203220" cy="1140954"/>
          </a:xfrm>
          <a:prstGeom prst="rect">
            <a:avLst/>
          </a:prstGeom>
          <a:noFill/>
        </p:spPr>
        <p:txBody>
          <a:bodyPr vert="horz" wrap="square" lIns="90000" tIns="46800" rIns="90000" bIns="46800" rtlCol="0" anchor="ctr">
            <a:spAutoFit/>
          </a:bodyPr>
          <a:lstStyle/>
          <a:p>
            <a:r>
              <a:rPr sz="2000" b="1">
                <a:solidFill>
                  <a:srgbClr val="10243D"/>
                </a:solidFill>
              </a:rPr>
              <a:t>Employee Experience Orchestrator (EE ORCh)</a:t>
            </a:r>
          </a:p>
        </p:txBody>
      </p:sp>
      <p:sp>
        <p:nvSpPr>
          <p:cNvPr id="6" name="TextBox 5">
            <a:extLst>
              <a:ext uri="{FF2B5EF4-FFF2-40B4-BE49-F238E27FC236}">
                <a16:creationId xmlns:a16="http://schemas.microsoft.com/office/drawing/2014/main" id="{67CB6521-14F4-C31A-4CF6-5FF8C0B24811}"/>
              </a:ext>
            </a:extLst>
          </p:cNvPr>
          <p:cNvSpPr txBox="1"/>
          <p:nvPr/>
        </p:nvSpPr>
        <p:spPr>
          <a:xfrm>
            <a:off x="3824157" y="1266107"/>
            <a:ext cx="2438397" cy="1633397"/>
          </a:xfrm>
          <a:prstGeom prst="rect">
            <a:avLst/>
          </a:prstGeom>
          <a:noFill/>
        </p:spPr>
        <p:txBody>
          <a:bodyPr vert="horz" wrap="square" lIns="90000" tIns="46800" rIns="90000" bIns="46800" rtlCol="0" anchor="ctr">
            <a:spAutoFit/>
          </a:bodyPr>
          <a:lstStyle/>
          <a:p>
            <a:r>
              <a:rPr sz="1200">
                <a:solidFill>
                  <a:srgbClr val="323C46"/>
                </a:solidFill>
              </a:rPr>
              <a:t>Teams-first AI agent that turns employee requests into actions across IT/HR/Facilities. </a:t>
            </a:r>
          </a:p>
        </p:txBody>
      </p:sp>
      <p:sp>
        <p:nvSpPr>
          <p:cNvPr id="8" name="TextBox 7">
            <a:extLst>
              <a:ext uri="{FF2B5EF4-FFF2-40B4-BE49-F238E27FC236}">
                <a16:creationId xmlns:a16="http://schemas.microsoft.com/office/drawing/2014/main" id="{CB07AE31-E2C9-1EF9-EBD4-F9A34BAB7ECE}"/>
              </a:ext>
            </a:extLst>
          </p:cNvPr>
          <p:cNvSpPr txBox="1"/>
          <p:nvPr/>
        </p:nvSpPr>
        <p:spPr>
          <a:xfrm>
            <a:off x="6217862" y="532380"/>
            <a:ext cx="3125162" cy="1848840"/>
          </a:xfrm>
          <a:prstGeom prst="rect">
            <a:avLst/>
          </a:prstGeom>
          <a:noFill/>
        </p:spPr>
        <p:txBody>
          <a:bodyPr vert="horz" wrap="square" lIns="90000" tIns="46800" rIns="90000" bIns="46800" rtlCol="0" anchor="ctr">
            <a:spAutoFit/>
          </a:bodyPr>
          <a:lstStyle/>
          <a:p>
            <a:r>
              <a:rPr sz="1200">
                <a:solidFill>
                  <a:srgbClr val="323C46"/>
                </a:solidFill>
              </a:rPr>
              <a:t>Plan → Act → Verify: a 2-minute pending window to Cancel, idempotent ticket create/merge in ServiceNow, Status/ETA cards with Refresh and Close, and live KPIs (MTTR, Deflection, CSAT).</a:t>
            </a:r>
          </a:p>
        </p:txBody>
      </p:sp>
      <p:sp>
        <p:nvSpPr>
          <p:cNvPr id="63" name="TextBox 62"/>
          <p:cNvSpPr txBox="1"/>
          <p:nvPr/>
        </p:nvSpPr>
        <p:spPr>
          <a:xfrm>
            <a:off x="9541956" y="4408112"/>
            <a:ext cx="2613216" cy="938719"/>
          </a:xfrm>
          <a:prstGeom prst="rect">
            <a:avLst/>
          </a:prstGeom>
          <a:noFill/>
        </p:spPr>
        <p:txBody>
          <a:bodyPr wrap="none" lIns="91440" tIns="45720" rIns="91440" bIns="45720" anchor="t">
            <a:spAutoFit/>
          </a:bodyPr>
          <a:lstStyle/>
          <a:p>
            <a:pPr>
              <a:defRPr sz="1100">
                <a:solidFill>
                  <a:srgbClr val="1E1E1E"/>
                </a:solidFill>
              </a:defRPr>
            </a:pPr>
            <a:r>
              <a:t>Reduce portal hopping and employee</a:t>
            </a:r>
            <a:endParaRPr lang="en-US"/>
          </a:p>
          <a:p>
            <a:pPr>
              <a:defRPr sz="1100">
                <a:solidFill>
                  <a:srgbClr val="1E1E1E"/>
                </a:solidFill>
              </a:defRPr>
            </a:pPr>
            <a:r>
              <a:rPr lang="en-US" dirty="0"/>
              <a:t> </a:t>
            </a:r>
            <a:r>
              <a:t>frustration</a:t>
            </a:r>
          </a:p>
          <a:p>
            <a:pPr>
              <a:defRPr sz="1100">
                <a:solidFill>
                  <a:srgbClr val="1E1E1E"/>
                </a:solidFill>
              </a:defRPr>
            </a:pPr>
            <a:r>
              <a:t>Prevent mistaken/duplicate tickets</a:t>
            </a:r>
          </a:p>
          <a:p>
            <a:pPr>
              <a:defRPr sz="1100">
                <a:solidFill>
                  <a:srgbClr val="1E1E1E"/>
                </a:solidFill>
              </a:defRPr>
            </a:pPr>
            <a:r>
              <a:t>Shorten turnaround time and improve</a:t>
            </a:r>
            <a:endParaRPr lang="en-US"/>
          </a:p>
          <a:p>
            <a:pPr>
              <a:defRPr sz="1100">
                <a:solidFill>
                  <a:srgbClr val="1E1E1E"/>
                </a:solidFill>
              </a:defRPr>
            </a:pPr>
            <a:r>
              <a:rPr lang="en-US" dirty="0"/>
              <a:t> </a:t>
            </a:r>
            <a:r>
              <a:t>satisfaction</a:t>
            </a:r>
          </a:p>
        </p:txBody>
      </p:sp>
      <p:sp>
        <p:nvSpPr>
          <p:cNvPr id="64" name="TextBox 63"/>
          <p:cNvSpPr txBox="1"/>
          <p:nvPr/>
        </p:nvSpPr>
        <p:spPr>
          <a:xfrm>
            <a:off x="7492340" y="4959870"/>
            <a:ext cx="2743200" cy="914400"/>
          </a:xfrm>
          <a:prstGeom prst="rect">
            <a:avLst/>
          </a:prstGeom>
          <a:noFill/>
        </p:spPr>
        <p:txBody>
          <a:bodyPr wrap="none">
            <a:spAutoFit/>
          </a:bodyPr>
          <a:lstStyle/>
          <a:p>
            <a:pPr>
              <a:defRPr sz="1100">
                <a:solidFill>
                  <a:srgbClr val="1E1E1E"/>
                </a:solidFill>
              </a:defRPr>
            </a:pPr>
            <a:r>
              <a:t>Employees (request &amp; track)</a:t>
            </a:r>
          </a:p>
          <a:p>
            <a:pPr>
              <a:defRPr sz="1100">
                <a:solidFill>
                  <a:srgbClr val="1E1E1E"/>
                </a:solidFill>
              </a:defRPr>
            </a:pPr>
            <a:r>
              <a:t>IT Service Desk / HR / Facilities</a:t>
            </a:r>
          </a:p>
          <a:p>
            <a:pPr>
              <a:defRPr sz="1100">
                <a:solidFill>
                  <a:srgbClr val="1E1E1E"/>
                </a:solidFill>
              </a:defRPr>
            </a:pPr>
            <a:r>
              <a:t>Support leads (report KPIs)</a:t>
            </a:r>
          </a:p>
        </p:txBody>
      </p:sp>
      <p:sp>
        <p:nvSpPr>
          <p:cNvPr id="65" name="TextBox 64"/>
          <p:cNvSpPr txBox="1"/>
          <p:nvPr/>
        </p:nvSpPr>
        <p:spPr>
          <a:xfrm>
            <a:off x="374632" y="4887984"/>
            <a:ext cx="2743200" cy="914400"/>
          </a:xfrm>
          <a:prstGeom prst="rect">
            <a:avLst/>
          </a:prstGeom>
          <a:noFill/>
        </p:spPr>
        <p:txBody>
          <a:bodyPr wrap="none">
            <a:spAutoFit/>
          </a:bodyPr>
          <a:lstStyle/>
          <a:p>
            <a:pPr>
              <a:defRPr sz="1100">
                <a:solidFill>
                  <a:srgbClr val="1E1E1E"/>
                </a:solidFill>
              </a:defRPr>
            </a:pPr>
            <a:r>
              <a:t>Teams bot + Adaptive Cards</a:t>
            </a:r>
          </a:p>
          <a:p>
            <a:pPr>
              <a:defRPr sz="1100">
                <a:solidFill>
                  <a:srgbClr val="1E1E1E"/>
                </a:solidFill>
              </a:defRPr>
            </a:pPr>
            <a:r>
              <a:t>2‑min Pending window → Cancel</a:t>
            </a:r>
          </a:p>
          <a:p>
            <a:pPr>
              <a:defRPr sz="1100">
                <a:solidFill>
                  <a:srgbClr val="1E1E1E"/>
                </a:solidFill>
              </a:defRPr>
            </a:pPr>
            <a:r>
              <a:t>ServiceNow create/merge + Status/Close</a:t>
            </a:r>
          </a:p>
        </p:txBody>
      </p:sp>
      <p:sp>
        <p:nvSpPr>
          <p:cNvPr id="66" name="TextBox 65"/>
          <p:cNvSpPr txBox="1"/>
          <p:nvPr/>
        </p:nvSpPr>
        <p:spPr>
          <a:xfrm>
            <a:off x="9839717" y="956103"/>
            <a:ext cx="2651760" cy="914400"/>
          </a:xfrm>
          <a:prstGeom prst="rect">
            <a:avLst/>
          </a:prstGeom>
          <a:noFill/>
        </p:spPr>
        <p:txBody>
          <a:bodyPr wrap="none">
            <a:spAutoFit/>
          </a:bodyPr>
          <a:lstStyle/>
          <a:p>
            <a:pPr>
              <a:defRPr sz="1100">
                <a:solidFill>
                  <a:srgbClr val="1E1E1E"/>
                </a:solidFill>
              </a:defRPr>
            </a:pPr>
            <a:r>
              <a:t>MTTR ↓</a:t>
            </a:r>
          </a:p>
          <a:p>
            <a:pPr>
              <a:defRPr sz="1100">
                <a:solidFill>
                  <a:srgbClr val="1E1E1E"/>
                </a:solidFill>
              </a:defRPr>
            </a:pPr>
            <a:r>
              <a:t>Deflection ↑</a:t>
            </a:r>
          </a:p>
          <a:p>
            <a:pPr>
              <a:defRPr sz="1100">
                <a:solidFill>
                  <a:srgbClr val="1E1E1E"/>
                </a:solidFill>
              </a:defRPr>
            </a:pPr>
            <a:r>
              <a:t>Duplicate tickets ↓</a:t>
            </a:r>
          </a:p>
          <a:p>
            <a:pPr>
              <a:defRPr sz="1100">
                <a:solidFill>
                  <a:srgbClr val="1E1E1E"/>
                </a:solidFill>
              </a:defRPr>
            </a:pPr>
            <a:r>
              <a:t>CSAT ↑</a:t>
            </a:r>
          </a:p>
          <a:p>
            <a:pPr>
              <a:defRPr sz="1100">
                <a:solidFill>
                  <a:srgbClr val="1E1E1E"/>
                </a:solidFill>
              </a:defRPr>
            </a:pPr>
            <a:r>
              <a:t>SLA attainment ↑</a:t>
            </a:r>
          </a:p>
        </p:txBody>
      </p:sp>
      <p:sp>
        <p:nvSpPr>
          <p:cNvPr id="67" name="TextBox 66"/>
          <p:cNvSpPr txBox="1"/>
          <p:nvPr/>
        </p:nvSpPr>
        <p:spPr>
          <a:xfrm>
            <a:off x="9537793" y="3814013"/>
            <a:ext cx="2651760" cy="914400"/>
          </a:xfrm>
          <a:prstGeom prst="rect">
            <a:avLst/>
          </a:prstGeom>
          <a:noFill/>
        </p:spPr>
        <p:txBody>
          <a:bodyPr wrap="none">
            <a:spAutoFit/>
          </a:bodyPr>
          <a:lstStyle/>
          <a:p>
            <a:pPr>
              <a:defRPr sz="1100">
                <a:solidFill>
                  <a:srgbClr val="1E1E1E"/>
                </a:solidFill>
              </a:defRPr>
            </a:pPr>
            <a:r>
              <a:t>Faster resolution &amp; fewer handoffs</a:t>
            </a:r>
          </a:p>
          <a:p>
            <a:pPr>
              <a:defRPr sz="1100">
                <a:solidFill>
                  <a:srgbClr val="1E1E1E"/>
                </a:solidFill>
              </a:defRPr>
            </a:pPr>
            <a:r>
              <a:t>Lower support load</a:t>
            </a:r>
          </a:p>
          <a:p>
            <a:pPr>
              <a:defRPr sz="1100">
                <a:solidFill>
                  <a:srgbClr val="1E1E1E"/>
                </a:solidFill>
              </a:defRPr>
            </a:pPr>
            <a:r>
              <a:t>Better employee experience</a:t>
            </a:r>
          </a:p>
        </p:txBody>
      </p:sp>
      <p:sp>
        <p:nvSpPr>
          <p:cNvPr id="68" name="TextBox 67"/>
          <p:cNvSpPr txBox="1"/>
          <p:nvPr/>
        </p:nvSpPr>
        <p:spPr>
          <a:xfrm>
            <a:off x="375291" y="5461313"/>
            <a:ext cx="3200400" cy="1097280"/>
          </a:xfrm>
          <a:prstGeom prst="rect">
            <a:avLst/>
          </a:prstGeom>
          <a:noFill/>
        </p:spPr>
        <p:txBody>
          <a:bodyPr wrap="none">
            <a:spAutoFit/>
          </a:bodyPr>
          <a:lstStyle/>
          <a:p>
            <a:pPr>
              <a:defRPr sz="1100">
                <a:solidFill>
                  <a:srgbClr val="1E1E1E"/>
                </a:solidFill>
              </a:defRPr>
            </a:pPr>
            <a:r>
              <a:t>Single entry point in Teams</a:t>
            </a:r>
          </a:p>
          <a:p>
            <a:pPr>
              <a:defRPr sz="1100">
                <a:solidFill>
                  <a:srgbClr val="1E1E1E"/>
                </a:solidFill>
              </a:defRPr>
            </a:pPr>
            <a:r>
              <a:t>Actions: Create / Cancel / Status / Close</a:t>
            </a:r>
          </a:p>
          <a:p>
            <a:pPr>
              <a:defRPr sz="1100">
                <a:solidFill>
                  <a:srgbClr val="1E1E1E"/>
                </a:solidFill>
              </a:defRPr>
            </a:pPr>
            <a:r>
              <a:t>Escalate to humans when needed</a:t>
            </a:r>
          </a:p>
        </p:txBody>
      </p:sp>
      <p:sp>
        <p:nvSpPr>
          <p:cNvPr id="69" name="TextBox 68"/>
          <p:cNvSpPr txBox="1"/>
          <p:nvPr/>
        </p:nvSpPr>
        <p:spPr>
          <a:xfrm>
            <a:off x="3834981" y="961332"/>
            <a:ext cx="2252540" cy="769441"/>
          </a:xfrm>
          <a:prstGeom prst="rect">
            <a:avLst/>
          </a:prstGeom>
          <a:noFill/>
        </p:spPr>
        <p:txBody>
          <a:bodyPr wrap="none" lIns="91440" tIns="45720" rIns="91440" bIns="45720" anchor="t">
            <a:spAutoFit/>
          </a:bodyPr>
          <a:lstStyle/>
          <a:p>
            <a:pPr>
              <a:defRPr sz="1100">
                <a:solidFill>
                  <a:srgbClr val="1E1E1E"/>
                </a:solidFill>
              </a:defRPr>
            </a:pPr>
            <a:r>
              <a:t>Fragmented tools and repeated </a:t>
            </a:r>
            <a:endParaRPr lang="en-US"/>
          </a:p>
          <a:p>
            <a:pPr>
              <a:defRPr sz="1100">
                <a:solidFill>
                  <a:srgbClr val="1E1E1E"/>
                </a:solidFill>
              </a:defRPr>
            </a:pPr>
            <a:r>
              <a:t>intake</a:t>
            </a:r>
          </a:p>
          <a:p>
            <a:pPr>
              <a:defRPr sz="1100">
                <a:solidFill>
                  <a:srgbClr val="1E1E1E"/>
                </a:solidFill>
              </a:defRPr>
            </a:pPr>
            <a:r>
              <a:t>Status pings &amp; manual triage</a:t>
            </a:r>
          </a:p>
          <a:p>
            <a:pPr>
              <a:defRPr sz="1100">
                <a:solidFill>
                  <a:srgbClr val="1E1E1E"/>
                </a:solidFill>
              </a:defRPr>
            </a:pPr>
            <a:r>
              <a:t>Duplicate requests under retries</a:t>
            </a:r>
          </a:p>
        </p:txBody>
      </p:sp>
      <p:sp>
        <p:nvSpPr>
          <p:cNvPr id="70" name="TextBox 69"/>
          <p:cNvSpPr txBox="1"/>
          <p:nvPr/>
        </p:nvSpPr>
        <p:spPr>
          <a:xfrm>
            <a:off x="3909056" y="4870640"/>
            <a:ext cx="3200400" cy="1097280"/>
          </a:xfrm>
          <a:prstGeom prst="rect">
            <a:avLst/>
          </a:prstGeom>
          <a:noFill/>
        </p:spPr>
        <p:txBody>
          <a:bodyPr wrap="none">
            <a:spAutoFit/>
          </a:bodyPr>
          <a:lstStyle/>
          <a:p>
            <a:pPr>
              <a:defRPr sz="1100">
                <a:solidFill>
                  <a:srgbClr val="1E1E1E"/>
                </a:solidFill>
              </a:defRPr>
            </a:pPr>
            <a:r>
              <a:t>Node/TypeScript bot service</a:t>
            </a:r>
          </a:p>
          <a:p>
            <a:pPr>
              <a:defRPr sz="1100">
                <a:solidFill>
                  <a:srgbClr val="1E1E1E"/>
                </a:solidFill>
              </a:defRPr>
            </a:pPr>
            <a:r>
              <a:t>Azure OpenAI (intent) + Content Safety</a:t>
            </a:r>
          </a:p>
          <a:p>
            <a:pPr>
              <a:defRPr sz="1100">
                <a:solidFill>
                  <a:srgbClr val="1E1E1E"/>
                </a:solidFill>
              </a:defRPr>
            </a:pPr>
            <a:r>
              <a:t>ServiceNow Table API + telemetry</a:t>
            </a:r>
          </a:p>
        </p:txBody>
      </p:sp>
      <p:sp>
        <p:nvSpPr>
          <p:cNvPr id="71" name="TextBox 70"/>
          <p:cNvSpPr txBox="1"/>
          <p:nvPr/>
        </p:nvSpPr>
        <p:spPr>
          <a:xfrm>
            <a:off x="7488392" y="5559032"/>
            <a:ext cx="2377440" cy="1097280"/>
          </a:xfrm>
          <a:prstGeom prst="rect">
            <a:avLst/>
          </a:prstGeom>
          <a:noFill/>
        </p:spPr>
        <p:txBody>
          <a:bodyPr wrap="none">
            <a:spAutoFit/>
          </a:bodyPr>
          <a:lstStyle/>
          <a:p>
            <a:pPr>
              <a:defRPr sz="1100">
                <a:solidFill>
                  <a:srgbClr val="1E1E1E"/>
                </a:solidFill>
              </a:defRPr>
            </a:pPr>
            <a:r>
              <a:t>Employees</a:t>
            </a:r>
          </a:p>
          <a:p>
            <a:pPr>
              <a:defRPr sz="1100">
                <a:solidFill>
                  <a:srgbClr val="1E1E1E"/>
                </a:solidFill>
              </a:defRPr>
            </a:pPr>
            <a:r>
              <a:t>Service Desk</a:t>
            </a:r>
          </a:p>
          <a:p>
            <a:pPr>
              <a:defRPr sz="1100">
                <a:solidFill>
                  <a:srgbClr val="1E1E1E"/>
                </a:solidFill>
              </a:defRPr>
            </a:pPr>
            <a:r>
              <a:t>HR/Facilities owners</a:t>
            </a:r>
          </a:p>
          <a:p>
            <a:pPr>
              <a:defRPr sz="1100">
                <a:solidFill>
                  <a:srgbClr val="1E1E1E"/>
                </a:solidFill>
              </a:defRPr>
            </a:pPr>
            <a:r>
              <a:t>IT Ops / Security</a:t>
            </a:r>
          </a:p>
        </p:txBody>
      </p:sp>
      <p:sp>
        <p:nvSpPr>
          <p:cNvPr id="11" name="Footer Placeholder 28">
            <a:extLst>
              <a:ext uri="{FF2B5EF4-FFF2-40B4-BE49-F238E27FC236}">
                <a16:creationId xmlns:a16="http://schemas.microsoft.com/office/drawing/2014/main" id="{2E2A7E85-5B30-AC69-D874-151F92D5E7E5}"/>
              </a:ext>
            </a:extLst>
          </p:cNvPr>
          <p:cNvSpPr txBox="1">
            <a:spLocks/>
          </p:cNvSpPr>
          <p:nvPr/>
        </p:nvSpPr>
        <p:spPr>
          <a:xfrm>
            <a:off x="244727" y="6647789"/>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505050"/>
                </a:solidFill>
              </a:rPr>
              <a:t>EE ORCh | Agent Bridge team | </a:t>
            </a: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a:t>Use Case Scope in the Business Process</a:t>
            </a:r>
          </a:p>
        </p:txBody>
      </p:sp>
      <p:sp>
        <p:nvSpPr>
          <p:cNvPr id="6" name="TextBox 5">
            <a:extLst>
              <a:ext uri="{FF2B5EF4-FFF2-40B4-BE49-F238E27FC236}">
                <a16:creationId xmlns:a16="http://schemas.microsoft.com/office/drawing/2014/main" id="{5F506E72-5E11-CB94-E4BD-17EAA9778A6F}"/>
              </a:ext>
            </a:extLst>
          </p:cNvPr>
          <p:cNvSpPr txBox="1"/>
          <p:nvPr/>
        </p:nvSpPr>
        <p:spPr>
          <a:xfrm>
            <a:off x="196079" y="2060889"/>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L2</a:t>
            </a:r>
            <a:br>
              <a:rPr lang="en-US" sz="1100" b="0" i="1" u="none" strike="noStrike" kern="1200" cap="none" spc="0" normalizeH="0" baseline="0" noProof="0" dirty="0">
                <a:ln>
                  <a:noFill/>
                </a:ln>
                <a:effectLst/>
                <a:uLnTx/>
                <a:uFillTx/>
                <a:latin typeface="Ubuntu"/>
              </a:rPr>
            </a:br>
            <a:r>
              <a:rPr lang="en-US" sz="700" i="1">
                <a:latin typeface="Ubuntu"/>
              </a:rPr>
              <a:t>processes</a:t>
            </a:r>
            <a:endParaRPr kumimoji="0" lang="en-US" sz="800" b="0" i="1" u="none" strike="noStrike" kern="1200" cap="none" spc="0" normalizeH="0" baseline="0" noProof="0">
              <a:ln>
                <a:noFill/>
              </a:ln>
              <a:effectLst/>
              <a:uLnTx/>
              <a:uFillTx/>
              <a:latin typeface="Ubuntu"/>
              <a:ea typeface="+mn-ea"/>
              <a:cs typeface="+mn-cs"/>
            </a:endParaRPr>
          </a:p>
        </p:txBody>
      </p:sp>
      <p:sp>
        <p:nvSpPr>
          <p:cNvPr id="8" name="TextBox 7">
            <a:extLst>
              <a:ext uri="{FF2B5EF4-FFF2-40B4-BE49-F238E27FC236}">
                <a16:creationId xmlns:a16="http://schemas.microsoft.com/office/drawing/2014/main" id="{C17B91A9-1CA2-754B-FF70-63A022C019B3}"/>
              </a:ext>
            </a:extLst>
          </p:cNvPr>
          <p:cNvSpPr txBox="1"/>
          <p:nvPr/>
        </p:nvSpPr>
        <p:spPr>
          <a:xfrm>
            <a:off x="636707" y="1754840"/>
            <a:ext cx="326028" cy="248402"/>
          </a:xfrm>
          <a:prstGeom prst="rect">
            <a:avLst/>
          </a:prstGeom>
          <a:noFill/>
        </p:spPr>
        <p:txBody>
          <a:bodyPr vert="horz" wrap="non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L1</a:t>
            </a:r>
          </a:p>
        </p:txBody>
      </p:sp>
      <p:sp>
        <p:nvSpPr>
          <p:cNvPr id="9" name="TextBox 8">
            <a:extLst>
              <a:ext uri="{FF2B5EF4-FFF2-40B4-BE49-F238E27FC236}">
                <a16:creationId xmlns:a16="http://schemas.microsoft.com/office/drawing/2014/main" id="{49968A44-E3F2-9062-0365-91995BEF1E62}"/>
              </a:ext>
            </a:extLst>
          </p:cNvPr>
          <p:cNvSpPr txBox="1"/>
          <p:nvPr/>
        </p:nvSpPr>
        <p:spPr>
          <a:xfrm>
            <a:off x="298979" y="2642999"/>
            <a:ext cx="8245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L4</a:t>
            </a:r>
            <a:br>
              <a:rPr lang="en-US" sz="1100" b="0" i="1" u="none" strike="noStrike" kern="1200" cap="none" spc="0" normalizeH="0" baseline="0" noProof="0" dirty="0">
                <a:ln>
                  <a:noFill/>
                </a:ln>
                <a:effectLst/>
                <a:uLnTx/>
                <a:uFillTx/>
                <a:latin typeface="Ubuntu"/>
              </a:rPr>
            </a:br>
            <a:r>
              <a:rPr kumimoji="0" lang="en-US" sz="700" b="0" i="1" u="none" strike="noStrike" kern="1200" cap="none" spc="0" normalizeH="0" baseline="0" noProof="0" dirty="0">
                <a:ln>
                  <a:noFill/>
                </a:ln>
                <a:effectLst/>
                <a:uLnTx/>
                <a:uFillTx/>
                <a:latin typeface="Ubuntu"/>
                <a:ea typeface="+mn-ea"/>
                <a:cs typeface="+mn-cs"/>
              </a:rPr>
              <a:t> micro tasks</a:t>
            </a:r>
          </a:p>
        </p:txBody>
      </p:sp>
      <p:sp>
        <p:nvSpPr>
          <p:cNvPr id="10" name="TextBox 9">
            <a:extLst>
              <a:ext uri="{FF2B5EF4-FFF2-40B4-BE49-F238E27FC236}">
                <a16:creationId xmlns:a16="http://schemas.microsoft.com/office/drawing/2014/main" id="{4D606F00-70DA-AEF4-3C1D-AF67753A0A69}"/>
              </a:ext>
            </a:extLst>
          </p:cNvPr>
          <p:cNvSpPr txBox="1"/>
          <p:nvPr/>
        </p:nvSpPr>
        <p:spPr>
          <a:xfrm>
            <a:off x="1114630" y="1746421"/>
            <a:ext cx="10479073" cy="256372"/>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50" b="1" i="0" u="none" strike="noStrike" kern="1200" cap="none" spc="0" normalizeH="0" baseline="0" noProof="0">
                <a:ln>
                  <a:noFill/>
                </a:ln>
                <a:solidFill>
                  <a:schemeClr val="tx1"/>
                </a:solidFill>
                <a:effectLst/>
                <a:uLnTx/>
                <a:uFillTx/>
                <a:latin typeface="Ubuntu"/>
                <a:ea typeface="+mn-ea"/>
                <a:cs typeface="+mn-cs"/>
              </a:rPr>
              <a:t>Campaign Management</a:t>
            </a:r>
            <a:endParaRPr kumimoji="0" lang="en-US" sz="900" b="1" i="0" u="none" strike="noStrike" kern="1200" cap="none" spc="0" normalizeH="0" baseline="0" noProof="0">
              <a:ln>
                <a:noFill/>
              </a:ln>
              <a:solidFill>
                <a:schemeClr val="tx1"/>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147BDC30-80E8-27A6-7347-0567A342BDC1}"/>
              </a:ext>
            </a:extLst>
          </p:cNvPr>
          <p:cNvSpPr/>
          <p:nvPr/>
        </p:nvSpPr>
        <p:spPr>
          <a:xfrm>
            <a:off x="1361519" y="4519290"/>
            <a:ext cx="10076170" cy="180000"/>
          </a:xfrm>
          <a:prstGeom prst="rect">
            <a:avLst/>
          </a:prstGeom>
          <a:no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effectLst/>
                <a:uLnTx/>
                <a:uFillTx/>
                <a:latin typeface="Ubuntu"/>
                <a:ea typeface="+mn-ea"/>
                <a:cs typeface="+mn-cs"/>
              </a:rPr>
              <a:t>Data platform, data governance, data management</a:t>
            </a:r>
          </a:p>
        </p:txBody>
      </p:sp>
      <p:sp>
        <p:nvSpPr>
          <p:cNvPr id="34" name="Rectangle 33">
            <a:extLst>
              <a:ext uri="{FF2B5EF4-FFF2-40B4-BE49-F238E27FC236}">
                <a16:creationId xmlns:a16="http://schemas.microsoft.com/office/drawing/2014/main" id="{32B54E33-4135-FFEA-EAC2-A1C9B8EA8DD7}"/>
              </a:ext>
            </a:extLst>
          </p:cNvPr>
          <p:cNvSpPr/>
          <p:nvPr/>
        </p:nvSpPr>
        <p:spPr>
          <a:xfrm>
            <a:off x="957895"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Content Manager</a:t>
            </a:r>
          </a:p>
        </p:txBody>
      </p:sp>
      <p:grpSp>
        <p:nvGrpSpPr>
          <p:cNvPr id="35" name="Group 34">
            <a:extLst>
              <a:ext uri="{FF2B5EF4-FFF2-40B4-BE49-F238E27FC236}">
                <a16:creationId xmlns:a16="http://schemas.microsoft.com/office/drawing/2014/main" id="{71B53C1C-FAFE-BFEA-F1B8-FF7F82B50BE3}"/>
              </a:ext>
            </a:extLst>
          </p:cNvPr>
          <p:cNvGrpSpPr/>
          <p:nvPr/>
        </p:nvGrpSpPr>
        <p:grpSpPr>
          <a:xfrm>
            <a:off x="1433981" y="3190678"/>
            <a:ext cx="230087" cy="230087"/>
            <a:chOff x="2000422" y="2990995"/>
            <a:chExt cx="253345" cy="253345"/>
          </a:xfrm>
        </p:grpSpPr>
        <p:sp>
          <p:nvSpPr>
            <p:cNvPr id="40" name="Rectangle 39">
              <a:extLst>
                <a:ext uri="{FF2B5EF4-FFF2-40B4-BE49-F238E27FC236}">
                  <a16:creationId xmlns:a16="http://schemas.microsoft.com/office/drawing/2014/main" id="{B93EDE42-BF7C-8605-EC68-5D28FE85A9AC}"/>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43" name="Graphic 42">
              <a:extLst>
                <a:ext uri="{FF2B5EF4-FFF2-40B4-BE49-F238E27FC236}">
                  <a16:creationId xmlns:a16="http://schemas.microsoft.com/office/drawing/2014/main" id="{B4E82422-97CC-5FFD-0E51-A70D128D125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sp>
        <p:nvSpPr>
          <p:cNvPr id="44" name="Rectangle 43">
            <a:extLst>
              <a:ext uri="{FF2B5EF4-FFF2-40B4-BE49-F238E27FC236}">
                <a16:creationId xmlns:a16="http://schemas.microsoft.com/office/drawing/2014/main" id="{41AE624B-2D7F-75F9-897D-997B175A210B}"/>
              </a:ext>
            </a:extLst>
          </p:cNvPr>
          <p:cNvSpPr/>
          <p:nvPr/>
        </p:nvSpPr>
        <p:spPr>
          <a:xfrm>
            <a:off x="2133243" y="3497923"/>
            <a:ext cx="865571"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Territory Selector</a:t>
            </a:r>
          </a:p>
        </p:txBody>
      </p:sp>
      <p:sp>
        <p:nvSpPr>
          <p:cNvPr id="45" name="Rectangle 44">
            <a:extLst>
              <a:ext uri="{FF2B5EF4-FFF2-40B4-BE49-F238E27FC236}">
                <a16:creationId xmlns:a16="http://schemas.microsoft.com/office/drawing/2014/main" id="{88DBE5F7-6420-BE62-509E-C205CC075FA1}"/>
              </a:ext>
            </a:extLst>
          </p:cNvPr>
          <p:cNvSpPr/>
          <p:nvPr/>
        </p:nvSpPr>
        <p:spPr>
          <a:xfrm>
            <a:off x="3661477" y="3529728"/>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Brands &amp; Territories List Summary</a:t>
            </a:r>
          </a:p>
        </p:txBody>
      </p:sp>
      <p:sp>
        <p:nvSpPr>
          <p:cNvPr id="46" name="Rectangle 45">
            <a:extLst>
              <a:ext uri="{FF2B5EF4-FFF2-40B4-BE49-F238E27FC236}">
                <a16:creationId xmlns:a16="http://schemas.microsoft.com/office/drawing/2014/main" id="{2BC0E07E-A1E8-077E-A703-FEFF8FE9C6FB}"/>
              </a:ext>
            </a:extLst>
          </p:cNvPr>
          <p:cNvSpPr/>
          <p:nvPr/>
        </p:nvSpPr>
        <p:spPr>
          <a:xfrm>
            <a:off x="3793236" y="4185427"/>
            <a:ext cx="856955" cy="180000"/>
          </a:xfrm>
          <a:prstGeom prst="rect">
            <a:avLst/>
          </a:prstGeom>
          <a:solidFill>
            <a:srgbClr val="E557AD"/>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1" i="1" u="none" strike="noStrike" kern="1200" cap="none" spc="0" normalizeH="0" baseline="0" noProof="0">
                <a:ln>
                  <a:noFill/>
                </a:ln>
                <a:effectLst/>
                <a:uLnTx/>
                <a:uFillTx/>
                <a:latin typeface="Ubuntu"/>
                <a:ea typeface="+mn-ea"/>
                <a:cs typeface="+mn-cs"/>
              </a:rPr>
              <a:t>RAG</a:t>
            </a:r>
          </a:p>
        </p:txBody>
      </p:sp>
      <p:sp>
        <p:nvSpPr>
          <p:cNvPr id="47" name="Rectangle 46">
            <a:extLst>
              <a:ext uri="{FF2B5EF4-FFF2-40B4-BE49-F238E27FC236}">
                <a16:creationId xmlns:a16="http://schemas.microsoft.com/office/drawing/2014/main" id="{DC97B7AA-7511-20D6-0049-02810FD7B919}"/>
              </a:ext>
            </a:extLst>
          </p:cNvPr>
          <p:cNvSpPr/>
          <p:nvPr/>
        </p:nvSpPr>
        <p:spPr>
          <a:xfrm>
            <a:off x="4970903" y="3543310"/>
            <a:ext cx="1165326"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Real-Time Content Adapter</a:t>
            </a:r>
          </a:p>
        </p:txBody>
      </p:sp>
      <p:sp>
        <p:nvSpPr>
          <p:cNvPr id="48" name="Rectangle 47">
            <a:extLst>
              <a:ext uri="{FF2B5EF4-FFF2-40B4-BE49-F238E27FC236}">
                <a16:creationId xmlns:a16="http://schemas.microsoft.com/office/drawing/2014/main" id="{610651B9-8090-17E6-9845-4E411B6466ED}"/>
              </a:ext>
            </a:extLst>
          </p:cNvPr>
          <p:cNvSpPr/>
          <p:nvPr/>
        </p:nvSpPr>
        <p:spPr>
          <a:xfrm>
            <a:off x="754352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Sales Call Manager</a:t>
            </a:r>
          </a:p>
        </p:txBody>
      </p:sp>
      <p:grpSp>
        <p:nvGrpSpPr>
          <p:cNvPr id="57" name="Group 56">
            <a:extLst>
              <a:ext uri="{FF2B5EF4-FFF2-40B4-BE49-F238E27FC236}">
                <a16:creationId xmlns:a16="http://schemas.microsoft.com/office/drawing/2014/main" id="{179DF73D-88F6-EC41-D173-34C822D49D4B}"/>
              </a:ext>
            </a:extLst>
          </p:cNvPr>
          <p:cNvGrpSpPr/>
          <p:nvPr/>
        </p:nvGrpSpPr>
        <p:grpSpPr>
          <a:xfrm>
            <a:off x="8011140" y="3190678"/>
            <a:ext cx="230087" cy="230087"/>
            <a:chOff x="2000422" y="2990995"/>
            <a:chExt cx="253345" cy="253345"/>
          </a:xfrm>
        </p:grpSpPr>
        <p:sp>
          <p:nvSpPr>
            <p:cNvPr id="58" name="Rectangle 57">
              <a:extLst>
                <a:ext uri="{FF2B5EF4-FFF2-40B4-BE49-F238E27FC236}">
                  <a16:creationId xmlns:a16="http://schemas.microsoft.com/office/drawing/2014/main" id="{0C05D598-0267-9D04-6C5C-4C746CE98722}"/>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3" name="Graphic 62">
              <a:extLst>
                <a:ext uri="{FF2B5EF4-FFF2-40B4-BE49-F238E27FC236}">
                  <a16:creationId xmlns:a16="http://schemas.microsoft.com/office/drawing/2014/main" id="{E91061D6-A9E2-88C3-ED82-678A4AEA9B03}"/>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sp>
        <p:nvSpPr>
          <p:cNvPr id="64" name="Rectangle 63">
            <a:extLst>
              <a:ext uri="{FF2B5EF4-FFF2-40B4-BE49-F238E27FC236}">
                <a16:creationId xmlns:a16="http://schemas.microsoft.com/office/drawing/2014/main" id="{9ADE56EF-A9F1-1674-F57E-E7C150B4EA05}"/>
              </a:ext>
            </a:extLst>
          </p:cNvPr>
          <p:cNvSpPr/>
          <p:nvPr/>
        </p:nvSpPr>
        <p:spPr>
          <a:xfrm>
            <a:off x="8858725" y="3543310"/>
            <a:ext cx="1336777"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ROI Optimizer</a:t>
            </a:r>
          </a:p>
        </p:txBody>
      </p:sp>
      <p:grpSp>
        <p:nvGrpSpPr>
          <p:cNvPr id="65" name="Group 64">
            <a:extLst>
              <a:ext uri="{FF2B5EF4-FFF2-40B4-BE49-F238E27FC236}">
                <a16:creationId xmlns:a16="http://schemas.microsoft.com/office/drawing/2014/main" id="{23A8D377-B7B6-DA9F-B17E-1DE377C17E86}"/>
              </a:ext>
            </a:extLst>
          </p:cNvPr>
          <p:cNvGrpSpPr/>
          <p:nvPr/>
        </p:nvGrpSpPr>
        <p:grpSpPr>
          <a:xfrm>
            <a:off x="9372959" y="3190678"/>
            <a:ext cx="230087" cy="230087"/>
            <a:chOff x="9538599" y="2919469"/>
            <a:chExt cx="230087" cy="230087"/>
          </a:xfrm>
        </p:grpSpPr>
        <p:sp>
          <p:nvSpPr>
            <p:cNvPr id="66" name="Rectangle 65">
              <a:extLst>
                <a:ext uri="{FF2B5EF4-FFF2-40B4-BE49-F238E27FC236}">
                  <a16:creationId xmlns:a16="http://schemas.microsoft.com/office/drawing/2014/main" id="{E68A3592-45E5-EBB7-D392-DF99343813BD}"/>
                </a:ext>
              </a:extLst>
            </p:cNvPr>
            <p:cNvSpPr/>
            <p:nvPr/>
          </p:nvSpPr>
          <p:spPr>
            <a:xfrm>
              <a:off x="9543817" y="2924687"/>
              <a:ext cx="219653" cy="219653"/>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67" name="Graphic 66">
              <a:extLst>
                <a:ext uri="{FF2B5EF4-FFF2-40B4-BE49-F238E27FC236}">
                  <a16:creationId xmlns:a16="http://schemas.microsoft.com/office/drawing/2014/main" id="{6B8EE191-3777-0D13-B068-A8C3F6B3497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9538599" y="2919469"/>
              <a:ext cx="230087" cy="230087"/>
            </a:xfrm>
            <a:prstGeom prst="rect">
              <a:avLst/>
            </a:prstGeom>
          </p:spPr>
        </p:pic>
      </p:grpSp>
      <p:sp>
        <p:nvSpPr>
          <p:cNvPr id="68" name="Rectangle 67">
            <a:extLst>
              <a:ext uri="{FF2B5EF4-FFF2-40B4-BE49-F238E27FC236}">
                <a16:creationId xmlns:a16="http://schemas.microsoft.com/office/drawing/2014/main" id="{55B16696-B289-EA94-EEAB-BC4535AD5A88}"/>
              </a:ext>
            </a:extLst>
          </p:cNvPr>
          <p:cNvSpPr/>
          <p:nvPr/>
        </p:nvSpPr>
        <p:spPr>
          <a:xfrm>
            <a:off x="6264551"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Compliance Checker</a:t>
            </a:r>
          </a:p>
        </p:txBody>
      </p:sp>
      <p:pic>
        <p:nvPicPr>
          <p:cNvPr id="69" name="Graphic 68" descr="Chat outline">
            <a:extLst>
              <a:ext uri="{FF2B5EF4-FFF2-40B4-BE49-F238E27FC236}">
                <a16:creationId xmlns:a16="http://schemas.microsoft.com/office/drawing/2014/main" id="{E183228E-B90C-6355-9632-5F6CCA8C7265}"/>
              </a:ext>
            </a:extLst>
          </p:cNvPr>
          <p:cNvPicPr>
            <a:picLocks noChangeAspect="1"/>
          </p:cNvPicPr>
          <p:nvPr/>
        </p:nvPicPr>
        <p:blipFill>
          <a:blip r:embed="rId4">
            <a:extLst>
              <a:ext uri="{96DAC541-7B7A-43D3-8B79-37D633B846F1}">
                <asvg:svgBlip xmlns:asvg="http://schemas.microsoft.com/office/drawing/2016/SVG/main" r:embed="rId5"/>
              </a:ext>
            </a:extLst>
          </a:blip>
          <a:srcRect t="10263" b="1"/>
          <a:stretch/>
        </p:blipFill>
        <p:spPr>
          <a:xfrm>
            <a:off x="6744121" y="3219722"/>
            <a:ext cx="204737" cy="189018"/>
          </a:xfrm>
          <a:prstGeom prst="rect">
            <a:avLst/>
          </a:prstGeom>
        </p:spPr>
      </p:pic>
      <p:sp>
        <p:nvSpPr>
          <p:cNvPr id="70" name="TextBox 69">
            <a:extLst>
              <a:ext uri="{FF2B5EF4-FFF2-40B4-BE49-F238E27FC236}">
                <a16:creationId xmlns:a16="http://schemas.microsoft.com/office/drawing/2014/main" id="{E1E18F21-2E7C-0C80-ECCD-FA412CF3D4E7}"/>
              </a:ext>
            </a:extLst>
          </p:cNvPr>
          <p:cNvSpPr txBox="1"/>
          <p:nvPr/>
        </p:nvSpPr>
        <p:spPr>
          <a:xfrm>
            <a:off x="6422414"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71" name="Rectangle 70">
            <a:extLst>
              <a:ext uri="{FF2B5EF4-FFF2-40B4-BE49-F238E27FC236}">
                <a16:creationId xmlns:a16="http://schemas.microsoft.com/office/drawing/2014/main" id="{3DE48530-7DB8-431B-8DF5-0C5DBCC216DB}"/>
              </a:ext>
            </a:extLst>
          </p:cNvPr>
          <p:cNvSpPr/>
          <p:nvPr/>
        </p:nvSpPr>
        <p:spPr>
          <a:xfrm>
            <a:off x="10195466" y="3543310"/>
            <a:ext cx="1165326" cy="2308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Approval Manager</a:t>
            </a:r>
          </a:p>
        </p:txBody>
      </p:sp>
      <p:grpSp>
        <p:nvGrpSpPr>
          <p:cNvPr id="72" name="Group 71">
            <a:extLst>
              <a:ext uri="{FF2B5EF4-FFF2-40B4-BE49-F238E27FC236}">
                <a16:creationId xmlns:a16="http://schemas.microsoft.com/office/drawing/2014/main" id="{40BA67FD-80B5-8FB8-7FFC-16CBEA2FECCC}"/>
              </a:ext>
            </a:extLst>
          </p:cNvPr>
          <p:cNvGrpSpPr/>
          <p:nvPr/>
        </p:nvGrpSpPr>
        <p:grpSpPr>
          <a:xfrm>
            <a:off x="10671715" y="3190678"/>
            <a:ext cx="230087" cy="230087"/>
            <a:chOff x="2000422" y="2990995"/>
            <a:chExt cx="253345" cy="253345"/>
          </a:xfrm>
        </p:grpSpPr>
        <p:sp>
          <p:nvSpPr>
            <p:cNvPr id="73" name="Rectangle 72">
              <a:extLst>
                <a:ext uri="{FF2B5EF4-FFF2-40B4-BE49-F238E27FC236}">
                  <a16:creationId xmlns:a16="http://schemas.microsoft.com/office/drawing/2014/main" id="{3DE5CBFF-E971-5F8A-03A6-35B3BB55814E}"/>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74" name="Graphic 73">
              <a:extLst>
                <a:ext uri="{FF2B5EF4-FFF2-40B4-BE49-F238E27FC236}">
                  <a16:creationId xmlns:a16="http://schemas.microsoft.com/office/drawing/2014/main" id="{C4B0975F-83A4-DF28-9FBA-CE3D1092ADB2}"/>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sp>
        <p:nvSpPr>
          <p:cNvPr id="75" name="TextBox 74">
            <a:extLst>
              <a:ext uri="{FF2B5EF4-FFF2-40B4-BE49-F238E27FC236}">
                <a16:creationId xmlns:a16="http://schemas.microsoft.com/office/drawing/2014/main" id="{911B5243-C4BE-C33D-6A4D-63B288768B37}"/>
              </a:ext>
            </a:extLst>
          </p:cNvPr>
          <p:cNvSpPr txBox="1"/>
          <p:nvPr/>
        </p:nvSpPr>
        <p:spPr>
          <a:xfrm>
            <a:off x="10353974"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cxnSp>
        <p:nvCxnSpPr>
          <p:cNvPr id="76" name="Elbow Connector 75">
            <a:extLst>
              <a:ext uri="{FF2B5EF4-FFF2-40B4-BE49-F238E27FC236}">
                <a16:creationId xmlns:a16="http://schemas.microsoft.com/office/drawing/2014/main" id="{A256A40B-A29E-CE0E-E186-680B6CC02CE0}"/>
              </a:ext>
            </a:extLst>
          </p:cNvPr>
          <p:cNvCxnSpPr>
            <a:cxnSpLocks/>
            <a:stCxn id="97" idx="4"/>
            <a:endCxn id="43" idx="0"/>
          </p:cNvCxnSpPr>
          <p:nvPr/>
        </p:nvCxnSpPr>
        <p:spPr>
          <a:xfrm rot="5400000">
            <a:off x="1560919" y="2846898"/>
            <a:ext cx="331886" cy="35567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24CA2706-C7EF-9B12-66CC-FF4DCE90E0F1}"/>
              </a:ext>
            </a:extLst>
          </p:cNvPr>
          <p:cNvCxnSpPr>
            <a:cxnSpLocks/>
            <a:stCxn id="113" idx="4"/>
            <a:endCxn id="193" idx="0"/>
          </p:cNvCxnSpPr>
          <p:nvPr/>
        </p:nvCxnSpPr>
        <p:spPr>
          <a:xfrm rot="5400000">
            <a:off x="2489937" y="2912839"/>
            <a:ext cx="345773" cy="237678"/>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8" name="Elbow Connector 77">
            <a:extLst>
              <a:ext uri="{FF2B5EF4-FFF2-40B4-BE49-F238E27FC236}">
                <a16:creationId xmlns:a16="http://schemas.microsoft.com/office/drawing/2014/main" id="{90F081F2-EA95-9CE5-8B25-0FDDAE7E2DEF}"/>
              </a:ext>
            </a:extLst>
          </p:cNvPr>
          <p:cNvCxnSpPr>
            <a:cxnSpLocks/>
            <a:stCxn id="101" idx="4"/>
            <a:endCxn id="220" idx="0"/>
          </p:cNvCxnSpPr>
          <p:nvPr/>
        </p:nvCxnSpPr>
        <p:spPr>
          <a:xfrm rot="16200000" flipH="1">
            <a:off x="5229424" y="2877973"/>
            <a:ext cx="337815" cy="29945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Elbow Connector 78">
            <a:extLst>
              <a:ext uri="{FF2B5EF4-FFF2-40B4-BE49-F238E27FC236}">
                <a16:creationId xmlns:a16="http://schemas.microsoft.com/office/drawing/2014/main" id="{421B6720-EC77-63FD-E1B8-059D30B614AD}"/>
              </a:ext>
            </a:extLst>
          </p:cNvPr>
          <p:cNvCxnSpPr>
            <a:cxnSpLocks/>
            <a:stCxn id="104" idx="4"/>
          </p:cNvCxnSpPr>
          <p:nvPr/>
        </p:nvCxnSpPr>
        <p:spPr>
          <a:xfrm rot="16200000" flipH="1">
            <a:off x="6295764" y="2639869"/>
            <a:ext cx="331886" cy="769732"/>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Elbow Connector 79">
            <a:extLst>
              <a:ext uri="{FF2B5EF4-FFF2-40B4-BE49-F238E27FC236}">
                <a16:creationId xmlns:a16="http://schemas.microsoft.com/office/drawing/2014/main" id="{A1CEAA09-1F1B-33C0-AA27-487684981484}"/>
              </a:ext>
            </a:extLst>
          </p:cNvPr>
          <p:cNvCxnSpPr>
            <a:cxnSpLocks/>
            <a:stCxn id="109" idx="4"/>
            <a:endCxn id="58" idx="0"/>
          </p:cNvCxnSpPr>
          <p:nvPr/>
        </p:nvCxnSpPr>
        <p:spPr>
          <a:xfrm rot="16200000" flipH="1">
            <a:off x="7721414" y="2791125"/>
            <a:ext cx="337104" cy="47243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1" name="Elbow Connector 80">
            <a:extLst>
              <a:ext uri="{FF2B5EF4-FFF2-40B4-BE49-F238E27FC236}">
                <a16:creationId xmlns:a16="http://schemas.microsoft.com/office/drawing/2014/main" id="{BB8E4E0C-B0AF-7887-B3AA-8ECD5D36DE4A}"/>
              </a:ext>
            </a:extLst>
          </p:cNvPr>
          <p:cNvCxnSpPr>
            <a:cxnSpLocks/>
            <a:stCxn id="112" idx="3"/>
            <a:endCxn id="66" idx="0"/>
          </p:cNvCxnSpPr>
          <p:nvPr/>
        </p:nvCxnSpPr>
        <p:spPr>
          <a:xfrm rot="16200000" flipH="1">
            <a:off x="9309592" y="3017484"/>
            <a:ext cx="347116" cy="9707"/>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2" name="Elbow Connector 81">
            <a:extLst>
              <a:ext uri="{FF2B5EF4-FFF2-40B4-BE49-F238E27FC236}">
                <a16:creationId xmlns:a16="http://schemas.microsoft.com/office/drawing/2014/main" id="{E7F7E8B5-EDFC-588D-AD72-CF676C7C1280}"/>
              </a:ext>
            </a:extLst>
          </p:cNvPr>
          <p:cNvCxnSpPr>
            <a:cxnSpLocks/>
            <a:stCxn id="117" idx="4"/>
            <a:endCxn id="73" idx="0"/>
          </p:cNvCxnSpPr>
          <p:nvPr/>
        </p:nvCxnSpPr>
        <p:spPr>
          <a:xfrm rot="5400000">
            <a:off x="10913143" y="2732409"/>
            <a:ext cx="337104" cy="589870"/>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3" name="Elbow Connector 82">
            <a:extLst>
              <a:ext uri="{FF2B5EF4-FFF2-40B4-BE49-F238E27FC236}">
                <a16:creationId xmlns:a16="http://schemas.microsoft.com/office/drawing/2014/main" id="{B30F9E53-245A-3635-4467-9045B5E29256}"/>
              </a:ext>
            </a:extLst>
          </p:cNvPr>
          <p:cNvCxnSpPr>
            <a:cxnSpLocks/>
            <a:stCxn id="114" idx="4"/>
            <a:endCxn id="196" idx="0"/>
          </p:cNvCxnSpPr>
          <p:nvPr/>
        </p:nvCxnSpPr>
        <p:spPr>
          <a:xfrm rot="16200000" flipH="1">
            <a:off x="3760721" y="2786113"/>
            <a:ext cx="331886" cy="477244"/>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000A384D-7D59-6F65-93AB-7336372CC6DC}"/>
              </a:ext>
            </a:extLst>
          </p:cNvPr>
          <p:cNvSpPr txBox="1"/>
          <p:nvPr/>
        </p:nvSpPr>
        <p:spPr>
          <a:xfrm>
            <a:off x="1123775" y="2134565"/>
            <a:ext cx="298687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Planning</a:t>
            </a:r>
          </a:p>
        </p:txBody>
      </p:sp>
      <p:sp>
        <p:nvSpPr>
          <p:cNvPr id="85" name="TextBox 84">
            <a:extLst>
              <a:ext uri="{FF2B5EF4-FFF2-40B4-BE49-F238E27FC236}">
                <a16:creationId xmlns:a16="http://schemas.microsoft.com/office/drawing/2014/main" id="{69EDF0DE-C92F-29D1-A20E-093450104C39}"/>
              </a:ext>
            </a:extLst>
          </p:cNvPr>
          <p:cNvSpPr txBox="1"/>
          <p:nvPr/>
        </p:nvSpPr>
        <p:spPr>
          <a:xfrm>
            <a:off x="4187182" y="2134565"/>
            <a:ext cx="2194560"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Design</a:t>
            </a:r>
          </a:p>
        </p:txBody>
      </p:sp>
      <p:sp>
        <p:nvSpPr>
          <p:cNvPr id="86" name="TextBox 85">
            <a:extLst>
              <a:ext uri="{FF2B5EF4-FFF2-40B4-BE49-F238E27FC236}">
                <a16:creationId xmlns:a16="http://schemas.microsoft.com/office/drawing/2014/main" id="{F99D274A-E198-3217-66F4-C1682187A628}"/>
              </a:ext>
            </a:extLst>
          </p:cNvPr>
          <p:cNvSpPr txBox="1"/>
          <p:nvPr/>
        </p:nvSpPr>
        <p:spPr>
          <a:xfrm>
            <a:off x="6473517" y="2134565"/>
            <a:ext cx="3177048" cy="216671"/>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Execution &amp; Follow Up</a:t>
            </a:r>
          </a:p>
        </p:txBody>
      </p:sp>
      <p:sp>
        <p:nvSpPr>
          <p:cNvPr id="87" name="TextBox 86">
            <a:extLst>
              <a:ext uri="{FF2B5EF4-FFF2-40B4-BE49-F238E27FC236}">
                <a16:creationId xmlns:a16="http://schemas.microsoft.com/office/drawing/2014/main" id="{CDD51649-D67D-AE6D-D610-BC1F8EA248CE}"/>
              </a:ext>
            </a:extLst>
          </p:cNvPr>
          <p:cNvSpPr txBox="1"/>
          <p:nvPr/>
        </p:nvSpPr>
        <p:spPr>
          <a:xfrm>
            <a:off x="9742340" y="2134564"/>
            <a:ext cx="1851364" cy="219456"/>
          </a:xfrm>
          <a:prstGeom prst="roundRect">
            <a:avLst/>
          </a:prstGeom>
          <a:noFill/>
          <a:ln>
            <a:solidFill>
              <a:schemeClr val="tx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Campaign Supervision</a:t>
            </a:r>
          </a:p>
        </p:txBody>
      </p:sp>
      <p:sp>
        <p:nvSpPr>
          <p:cNvPr id="88" name="TextBox 87">
            <a:extLst>
              <a:ext uri="{FF2B5EF4-FFF2-40B4-BE49-F238E27FC236}">
                <a16:creationId xmlns:a16="http://schemas.microsoft.com/office/drawing/2014/main" id="{DD84A230-D8F4-42A3-2819-913EB988CE32}"/>
              </a:ext>
            </a:extLst>
          </p:cNvPr>
          <p:cNvSpPr txBox="1"/>
          <p:nvPr/>
        </p:nvSpPr>
        <p:spPr>
          <a:xfrm>
            <a:off x="196079" y="2384132"/>
            <a:ext cx="927445" cy="356124"/>
          </a:xfrm>
          <a:prstGeom prst="rect">
            <a:avLst/>
          </a:prstGeom>
          <a:noFill/>
          <a:ln>
            <a:noFill/>
          </a:ln>
        </p:spPr>
        <p:txBody>
          <a:bodyPr vert="horz" wrap="square" lIns="90000" tIns="46800" rIns="90000" bIns="46800" rtlCol="0" anchor="ctr">
            <a:sp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1000" b="1" i="0" u="none" strike="noStrike" kern="1200" cap="none" spc="0" normalizeH="0" baseline="0" noProof="0">
                <a:ln>
                  <a:noFill/>
                </a:ln>
                <a:effectLst/>
                <a:uLnTx/>
                <a:uFillTx/>
                <a:latin typeface="Ubuntu"/>
                <a:ea typeface="+mn-ea"/>
                <a:cs typeface="+mn-cs"/>
              </a:rPr>
              <a:t>L3</a:t>
            </a:r>
            <a:br>
              <a:rPr lang="en-US" sz="1100" b="0" i="1" u="none" strike="noStrike" kern="1200" cap="none" spc="0" normalizeH="0" baseline="0" noProof="0" dirty="0">
                <a:ln>
                  <a:noFill/>
                </a:ln>
                <a:effectLst/>
                <a:uLnTx/>
                <a:uFillTx/>
                <a:latin typeface="Ubuntu"/>
              </a:rPr>
            </a:br>
            <a:endParaRPr lang="en-US" sz="700" b="0" i="1" u="none" strike="noStrike" kern="1200" cap="none" spc="0" normalizeH="0" baseline="0" noProof="0">
              <a:ln>
                <a:noFill/>
              </a:ln>
              <a:effectLst/>
              <a:uLnTx/>
              <a:uFillTx/>
              <a:latin typeface="Ubuntu"/>
            </a:endParaRPr>
          </a:p>
        </p:txBody>
      </p:sp>
      <p:cxnSp>
        <p:nvCxnSpPr>
          <p:cNvPr id="89" name="Straight Connector 88">
            <a:extLst>
              <a:ext uri="{FF2B5EF4-FFF2-40B4-BE49-F238E27FC236}">
                <a16:creationId xmlns:a16="http://schemas.microsoft.com/office/drawing/2014/main" id="{9E64A737-8FA2-78E3-6074-B31D1CFB1C39}"/>
              </a:ext>
            </a:extLst>
          </p:cNvPr>
          <p:cNvCxnSpPr>
            <a:cxnSpLocks/>
          </p:cNvCxnSpPr>
          <p:nvPr/>
        </p:nvCxnSpPr>
        <p:spPr>
          <a:xfrm>
            <a:off x="1120555" y="2562194"/>
            <a:ext cx="10607040"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3" name="Rectangle 92">
            <a:extLst>
              <a:ext uri="{FF2B5EF4-FFF2-40B4-BE49-F238E27FC236}">
                <a16:creationId xmlns:a16="http://schemas.microsoft.com/office/drawing/2014/main" id="{810D9868-DAB9-D817-FF71-A9A80025C879}"/>
              </a:ext>
            </a:extLst>
          </p:cNvPr>
          <p:cNvSpPr/>
          <p:nvPr/>
        </p:nvSpPr>
        <p:spPr>
          <a:xfrm>
            <a:off x="3732488" y="4895362"/>
            <a:ext cx="5489258" cy="180000"/>
          </a:xfrm>
          <a:prstGeom prst="rect">
            <a:avLst/>
          </a:prstGeom>
          <a:noFill/>
          <a:ln>
            <a:no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Transforming the apps landscape, integrating with apps, infrastructures &amp; data landscapes:</a:t>
            </a:r>
          </a:p>
        </p:txBody>
      </p:sp>
      <p:cxnSp>
        <p:nvCxnSpPr>
          <p:cNvPr id="95" name="Straight Connector 94">
            <a:extLst>
              <a:ext uri="{FF2B5EF4-FFF2-40B4-BE49-F238E27FC236}">
                <a16:creationId xmlns:a16="http://schemas.microsoft.com/office/drawing/2014/main" id="{028F8982-267F-8F19-EF4D-E1457E04B8D5}"/>
              </a:ext>
            </a:extLst>
          </p:cNvPr>
          <p:cNvCxnSpPr>
            <a:cxnSpLocks/>
          </p:cNvCxnSpPr>
          <p:nvPr/>
        </p:nvCxnSpPr>
        <p:spPr>
          <a:xfrm>
            <a:off x="1124645" y="2821847"/>
            <a:ext cx="10607040" cy="0"/>
          </a:xfrm>
          <a:prstGeom prst="line">
            <a:avLst/>
          </a:prstGeom>
          <a:ln w="31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Oval 95">
            <a:extLst>
              <a:ext uri="{FF2B5EF4-FFF2-40B4-BE49-F238E27FC236}">
                <a16:creationId xmlns:a16="http://schemas.microsoft.com/office/drawing/2014/main" id="{79A2A613-9641-4247-66FF-E6F2655A9760}"/>
              </a:ext>
            </a:extLst>
          </p:cNvPr>
          <p:cNvSpPr/>
          <p:nvPr/>
        </p:nvSpPr>
        <p:spPr>
          <a:xfrm>
            <a:off x="1584313"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Ubuntu"/>
              <a:ea typeface="+mn-ea"/>
              <a:cs typeface="+mn-cs"/>
            </a:endParaRPr>
          </a:p>
        </p:txBody>
      </p:sp>
      <p:sp>
        <p:nvSpPr>
          <p:cNvPr id="97" name="Oval 96">
            <a:extLst>
              <a:ext uri="{FF2B5EF4-FFF2-40B4-BE49-F238E27FC236}">
                <a16:creationId xmlns:a16="http://schemas.microsoft.com/office/drawing/2014/main" id="{DCBCCE25-B628-BF6C-0ED6-BBD56E075A2F}"/>
              </a:ext>
            </a:extLst>
          </p:cNvPr>
          <p:cNvSpPr/>
          <p:nvPr/>
        </p:nvSpPr>
        <p:spPr>
          <a:xfrm>
            <a:off x="1873590"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8" name="Oval 97">
            <a:extLst>
              <a:ext uri="{FF2B5EF4-FFF2-40B4-BE49-F238E27FC236}">
                <a16:creationId xmlns:a16="http://schemas.microsoft.com/office/drawing/2014/main" id="{A18EF341-5CAB-D0AD-5884-76A3C9D989F1}"/>
              </a:ext>
            </a:extLst>
          </p:cNvPr>
          <p:cNvSpPr/>
          <p:nvPr/>
        </p:nvSpPr>
        <p:spPr>
          <a:xfrm>
            <a:off x="1347868"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99" name="Oval 98">
            <a:extLst>
              <a:ext uri="{FF2B5EF4-FFF2-40B4-BE49-F238E27FC236}">
                <a16:creationId xmlns:a16="http://schemas.microsoft.com/office/drawing/2014/main" id="{DB158879-E6EA-6EB5-5F5E-F4FFB827DD9B}"/>
              </a:ext>
            </a:extLst>
          </p:cNvPr>
          <p:cNvSpPr/>
          <p:nvPr/>
        </p:nvSpPr>
        <p:spPr>
          <a:xfrm>
            <a:off x="436847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0" name="Oval 99">
            <a:extLst>
              <a:ext uri="{FF2B5EF4-FFF2-40B4-BE49-F238E27FC236}">
                <a16:creationId xmlns:a16="http://schemas.microsoft.com/office/drawing/2014/main" id="{33FEF0E8-FA70-7BE9-3DA0-1A03CC702DB4}"/>
              </a:ext>
            </a:extLst>
          </p:cNvPr>
          <p:cNvSpPr/>
          <p:nvPr/>
        </p:nvSpPr>
        <p:spPr>
          <a:xfrm>
            <a:off x="4552557" y="2790428"/>
            <a:ext cx="62217" cy="68364"/>
          </a:xfrm>
          <a:prstGeom prst="ellipse">
            <a:avLst/>
          </a:prstGeom>
          <a:solidFill>
            <a:srgbClr val="FF455E"/>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1" name="Oval 100">
            <a:extLst>
              <a:ext uri="{FF2B5EF4-FFF2-40B4-BE49-F238E27FC236}">
                <a16:creationId xmlns:a16="http://schemas.microsoft.com/office/drawing/2014/main" id="{412F41D9-B245-46F4-119B-0E13EB312736}"/>
              </a:ext>
            </a:extLst>
          </p:cNvPr>
          <p:cNvSpPr/>
          <p:nvPr/>
        </p:nvSpPr>
        <p:spPr>
          <a:xfrm>
            <a:off x="5217496"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2" name="Oval 101">
            <a:extLst>
              <a:ext uri="{FF2B5EF4-FFF2-40B4-BE49-F238E27FC236}">
                <a16:creationId xmlns:a16="http://schemas.microsoft.com/office/drawing/2014/main" id="{5B30A9EC-48FF-46D7-969E-377AB3124216}"/>
              </a:ext>
            </a:extLst>
          </p:cNvPr>
          <p:cNvSpPr/>
          <p:nvPr/>
        </p:nvSpPr>
        <p:spPr>
          <a:xfrm>
            <a:off x="5330668"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3" name="Oval 102">
            <a:extLst>
              <a:ext uri="{FF2B5EF4-FFF2-40B4-BE49-F238E27FC236}">
                <a16:creationId xmlns:a16="http://schemas.microsoft.com/office/drawing/2014/main" id="{A8ACFAE4-4938-C40D-B52D-84AB9E49E863}"/>
              </a:ext>
            </a:extLst>
          </p:cNvPr>
          <p:cNvSpPr/>
          <p:nvPr/>
        </p:nvSpPr>
        <p:spPr>
          <a:xfrm>
            <a:off x="590909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4" name="Oval 103">
            <a:extLst>
              <a:ext uri="{FF2B5EF4-FFF2-40B4-BE49-F238E27FC236}">
                <a16:creationId xmlns:a16="http://schemas.microsoft.com/office/drawing/2014/main" id="{5214FC1E-7E5A-D746-DB6F-5FF85EF45110}"/>
              </a:ext>
            </a:extLst>
          </p:cNvPr>
          <p:cNvSpPr/>
          <p:nvPr/>
        </p:nvSpPr>
        <p:spPr>
          <a:xfrm>
            <a:off x="6045732"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5" name="Oval 104">
            <a:extLst>
              <a:ext uri="{FF2B5EF4-FFF2-40B4-BE49-F238E27FC236}">
                <a16:creationId xmlns:a16="http://schemas.microsoft.com/office/drawing/2014/main" id="{658F6549-2F48-2C69-07B9-AB010B6F80DF}"/>
              </a:ext>
            </a:extLst>
          </p:cNvPr>
          <p:cNvSpPr/>
          <p:nvPr/>
        </p:nvSpPr>
        <p:spPr>
          <a:xfrm>
            <a:off x="4710908"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6" name="Oval 105">
            <a:extLst>
              <a:ext uri="{FF2B5EF4-FFF2-40B4-BE49-F238E27FC236}">
                <a16:creationId xmlns:a16="http://schemas.microsoft.com/office/drawing/2014/main" id="{3BFE2DC4-962B-D892-9102-7E19314336BC}"/>
              </a:ext>
            </a:extLst>
          </p:cNvPr>
          <p:cNvSpPr/>
          <p:nvPr/>
        </p:nvSpPr>
        <p:spPr>
          <a:xfrm>
            <a:off x="6753556" y="2790428"/>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7" name="Oval 106">
            <a:extLst>
              <a:ext uri="{FF2B5EF4-FFF2-40B4-BE49-F238E27FC236}">
                <a16:creationId xmlns:a16="http://schemas.microsoft.com/office/drawing/2014/main" id="{DCC00EBD-5908-4BE0-E305-C301971410BB}"/>
              </a:ext>
            </a:extLst>
          </p:cNvPr>
          <p:cNvSpPr/>
          <p:nvPr/>
        </p:nvSpPr>
        <p:spPr>
          <a:xfrm>
            <a:off x="7413667"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8" name="Oval 107">
            <a:extLst>
              <a:ext uri="{FF2B5EF4-FFF2-40B4-BE49-F238E27FC236}">
                <a16:creationId xmlns:a16="http://schemas.microsoft.com/office/drawing/2014/main" id="{582CEEF4-1B19-C115-56D3-77174DA3347E}"/>
              </a:ext>
            </a:extLst>
          </p:cNvPr>
          <p:cNvSpPr/>
          <p:nvPr/>
        </p:nvSpPr>
        <p:spPr>
          <a:xfrm>
            <a:off x="7855899"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09" name="Oval 108">
            <a:extLst>
              <a:ext uri="{FF2B5EF4-FFF2-40B4-BE49-F238E27FC236}">
                <a16:creationId xmlns:a16="http://schemas.microsoft.com/office/drawing/2014/main" id="{263D77BC-3942-413E-83E7-AAB8444DC41D}"/>
              </a:ext>
            </a:extLst>
          </p:cNvPr>
          <p:cNvSpPr/>
          <p:nvPr/>
        </p:nvSpPr>
        <p:spPr>
          <a:xfrm>
            <a:off x="7622639" y="2790428"/>
            <a:ext cx="62217" cy="68364"/>
          </a:xfrm>
          <a:prstGeom prst="ellipse">
            <a:avLst/>
          </a:prstGeom>
          <a:solidFill>
            <a:srgbClr val="C0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0" name="Oval 109">
            <a:extLst>
              <a:ext uri="{FF2B5EF4-FFF2-40B4-BE49-F238E27FC236}">
                <a16:creationId xmlns:a16="http://schemas.microsoft.com/office/drawing/2014/main" id="{2E73EA71-259D-07CE-613F-56EB336D1401}"/>
              </a:ext>
            </a:extLst>
          </p:cNvPr>
          <p:cNvSpPr/>
          <p:nvPr/>
        </p:nvSpPr>
        <p:spPr>
          <a:xfrm>
            <a:off x="8271171" y="2790428"/>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1" name="Oval 110">
            <a:extLst>
              <a:ext uri="{FF2B5EF4-FFF2-40B4-BE49-F238E27FC236}">
                <a16:creationId xmlns:a16="http://schemas.microsoft.com/office/drawing/2014/main" id="{5FC9E1BD-3D1B-84AC-EC36-47683D81C1AD}"/>
              </a:ext>
            </a:extLst>
          </p:cNvPr>
          <p:cNvSpPr/>
          <p:nvPr/>
        </p:nvSpPr>
        <p:spPr>
          <a:xfrm>
            <a:off x="856877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2" name="Oval 111">
            <a:extLst>
              <a:ext uri="{FF2B5EF4-FFF2-40B4-BE49-F238E27FC236}">
                <a16:creationId xmlns:a16="http://schemas.microsoft.com/office/drawing/2014/main" id="{C8939E9C-3D35-3117-30A1-106222F6FA83}"/>
              </a:ext>
            </a:extLst>
          </p:cNvPr>
          <p:cNvSpPr/>
          <p:nvPr/>
        </p:nvSpPr>
        <p:spPr>
          <a:xfrm>
            <a:off x="9469186"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3" name="Oval 112">
            <a:extLst>
              <a:ext uri="{FF2B5EF4-FFF2-40B4-BE49-F238E27FC236}">
                <a16:creationId xmlns:a16="http://schemas.microsoft.com/office/drawing/2014/main" id="{A1C6318A-E917-7B6C-8CD1-BDF2AD134C47}"/>
              </a:ext>
            </a:extLst>
          </p:cNvPr>
          <p:cNvSpPr/>
          <p:nvPr/>
        </p:nvSpPr>
        <p:spPr>
          <a:xfrm>
            <a:off x="2750553"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4" name="Oval 113">
            <a:extLst>
              <a:ext uri="{FF2B5EF4-FFF2-40B4-BE49-F238E27FC236}">
                <a16:creationId xmlns:a16="http://schemas.microsoft.com/office/drawing/2014/main" id="{6360E94F-3B23-554A-C972-48253D0076BF}"/>
              </a:ext>
            </a:extLst>
          </p:cNvPr>
          <p:cNvSpPr/>
          <p:nvPr/>
        </p:nvSpPr>
        <p:spPr>
          <a:xfrm>
            <a:off x="3656933" y="2790428"/>
            <a:ext cx="62217" cy="68364"/>
          </a:xfrm>
          <a:prstGeom prst="ellipse">
            <a:avLst/>
          </a:prstGeom>
          <a:solidFill>
            <a:srgbClr val="E557A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5" name="Oval 114">
            <a:extLst>
              <a:ext uri="{FF2B5EF4-FFF2-40B4-BE49-F238E27FC236}">
                <a16:creationId xmlns:a16="http://schemas.microsoft.com/office/drawing/2014/main" id="{F02E3078-42BE-355E-D323-DEA7DEFB4EF6}"/>
              </a:ext>
            </a:extLst>
          </p:cNvPr>
          <p:cNvSpPr/>
          <p:nvPr/>
        </p:nvSpPr>
        <p:spPr>
          <a:xfrm>
            <a:off x="3890144" y="2790428"/>
            <a:ext cx="62217" cy="68364"/>
          </a:xfrm>
          <a:prstGeom prst="ellipse">
            <a:avLst/>
          </a:prstGeom>
          <a:solidFill>
            <a:srgbClr val="57CF8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6" name="Oval 115">
            <a:extLst>
              <a:ext uri="{FF2B5EF4-FFF2-40B4-BE49-F238E27FC236}">
                <a16:creationId xmlns:a16="http://schemas.microsoft.com/office/drawing/2014/main" id="{BBB1FBE0-35C4-345A-C2BD-F658A3655DE3}"/>
              </a:ext>
            </a:extLst>
          </p:cNvPr>
          <p:cNvSpPr/>
          <p:nvPr/>
        </p:nvSpPr>
        <p:spPr>
          <a:xfrm>
            <a:off x="10664629" y="2790428"/>
            <a:ext cx="62217" cy="68364"/>
          </a:xfrm>
          <a:prstGeom prst="ellipse">
            <a:avLst/>
          </a:prstGeom>
          <a:solidFill>
            <a:srgbClr val="FF304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17" name="Oval 116">
            <a:extLst>
              <a:ext uri="{FF2B5EF4-FFF2-40B4-BE49-F238E27FC236}">
                <a16:creationId xmlns:a16="http://schemas.microsoft.com/office/drawing/2014/main" id="{1FC23797-D364-9965-657F-8886758BB1CD}"/>
              </a:ext>
            </a:extLst>
          </p:cNvPr>
          <p:cNvSpPr/>
          <p:nvPr/>
        </p:nvSpPr>
        <p:spPr>
          <a:xfrm>
            <a:off x="11345521"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21" name="TextBox 120">
            <a:extLst>
              <a:ext uri="{FF2B5EF4-FFF2-40B4-BE49-F238E27FC236}">
                <a16:creationId xmlns:a16="http://schemas.microsoft.com/office/drawing/2014/main" id="{71BB8DAC-61F2-3686-CC04-8E94012276BC}"/>
              </a:ext>
            </a:extLst>
          </p:cNvPr>
          <p:cNvSpPr txBox="1"/>
          <p:nvPr/>
        </p:nvSpPr>
        <p:spPr>
          <a:xfrm>
            <a:off x="51127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2" name="TextBox 121">
            <a:extLst>
              <a:ext uri="{FF2B5EF4-FFF2-40B4-BE49-F238E27FC236}">
                <a16:creationId xmlns:a16="http://schemas.microsoft.com/office/drawing/2014/main" id="{DE876EF6-F873-1B22-F7FC-7FF37EABFD71}"/>
              </a:ext>
            </a:extLst>
          </p:cNvPr>
          <p:cNvSpPr txBox="1"/>
          <p:nvPr/>
        </p:nvSpPr>
        <p:spPr>
          <a:xfrm>
            <a:off x="370627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GENAI</a:t>
            </a:r>
          </a:p>
        </p:txBody>
      </p:sp>
      <p:sp>
        <p:nvSpPr>
          <p:cNvPr id="123" name="TextBox 122">
            <a:extLst>
              <a:ext uri="{FF2B5EF4-FFF2-40B4-BE49-F238E27FC236}">
                <a16:creationId xmlns:a16="http://schemas.microsoft.com/office/drawing/2014/main" id="{58D4C482-5107-990E-A041-1FD7499579F4}"/>
              </a:ext>
            </a:extLst>
          </p:cNvPr>
          <p:cNvSpPr txBox="1"/>
          <p:nvPr/>
        </p:nvSpPr>
        <p:spPr>
          <a:xfrm>
            <a:off x="2114598"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4" name="TextBox 123">
            <a:extLst>
              <a:ext uri="{FF2B5EF4-FFF2-40B4-BE49-F238E27FC236}">
                <a16:creationId xmlns:a16="http://schemas.microsoft.com/office/drawing/2014/main" id="{1F23ACCF-4C52-7878-D6C4-4EC0C5FC0F70}"/>
              </a:ext>
            </a:extLst>
          </p:cNvPr>
          <p:cNvSpPr txBox="1"/>
          <p:nvPr/>
        </p:nvSpPr>
        <p:spPr>
          <a:xfrm>
            <a:off x="904045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5" name="TextBox 124">
            <a:extLst>
              <a:ext uri="{FF2B5EF4-FFF2-40B4-BE49-F238E27FC236}">
                <a16:creationId xmlns:a16="http://schemas.microsoft.com/office/drawing/2014/main" id="{F08EF220-8D8A-B500-DA24-55829A2C991E}"/>
              </a:ext>
            </a:extLst>
          </p:cNvPr>
          <p:cNvSpPr txBox="1"/>
          <p:nvPr/>
        </p:nvSpPr>
        <p:spPr>
          <a:xfrm>
            <a:off x="7683231" y="3412850"/>
            <a:ext cx="865571" cy="184666"/>
          </a:xfrm>
          <a:prstGeom prst="rect">
            <a:avLst/>
          </a:prstGeom>
          <a:noFill/>
          <a:ln>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endParaRPr kumimoji="0" lang="en-US" sz="1800" b="0" i="0" u="none" strike="noStrike" kern="1200" cap="none" spc="0" normalizeH="0" baseline="0" noProof="0">
              <a:ln>
                <a:noFill/>
              </a:ln>
              <a:effectLst/>
              <a:uLnTx/>
              <a:uFillTx/>
              <a:latin typeface="Ubuntu"/>
              <a:ea typeface="+mn-ea"/>
              <a:cs typeface="+mn-cs"/>
            </a:endParaRPr>
          </a:p>
        </p:txBody>
      </p:sp>
      <p:sp>
        <p:nvSpPr>
          <p:cNvPr id="126" name="TextBox 125">
            <a:extLst>
              <a:ext uri="{FF2B5EF4-FFF2-40B4-BE49-F238E27FC236}">
                <a16:creationId xmlns:a16="http://schemas.microsoft.com/office/drawing/2014/main" id="{F8C6FF9D-32F7-4496-1F33-CE2D2E911DB2}"/>
              </a:ext>
            </a:extLst>
          </p:cNvPr>
          <p:cNvSpPr txBox="1"/>
          <p:nvPr/>
        </p:nvSpPr>
        <p:spPr>
          <a:xfrm>
            <a:off x="1101687"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sp>
        <p:nvSpPr>
          <p:cNvPr id="127" name="TextBox 126">
            <a:extLst>
              <a:ext uri="{FF2B5EF4-FFF2-40B4-BE49-F238E27FC236}">
                <a16:creationId xmlns:a16="http://schemas.microsoft.com/office/drawing/2014/main" id="{8A5AC622-A092-D57C-0F66-C0F096C7CFFE}"/>
              </a:ext>
            </a:extLst>
          </p:cNvPr>
          <p:cNvSpPr txBox="1"/>
          <p:nvPr/>
        </p:nvSpPr>
        <p:spPr>
          <a:xfrm>
            <a:off x="1149419" y="2446692"/>
            <a:ext cx="1297311"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Performance  Analysis  &amp; Territory wise Brand Analysis</a:t>
            </a:r>
          </a:p>
        </p:txBody>
      </p:sp>
      <p:sp>
        <p:nvSpPr>
          <p:cNvPr id="128" name="TextBox 127">
            <a:extLst>
              <a:ext uri="{FF2B5EF4-FFF2-40B4-BE49-F238E27FC236}">
                <a16:creationId xmlns:a16="http://schemas.microsoft.com/office/drawing/2014/main" id="{F360D07B-D24B-8701-1225-C4875DBAD317}"/>
              </a:ext>
            </a:extLst>
          </p:cNvPr>
          <p:cNvSpPr txBox="1"/>
          <p:nvPr/>
        </p:nvSpPr>
        <p:spPr>
          <a:xfrm>
            <a:off x="2533593" y="2446692"/>
            <a:ext cx="82296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Select Territories </a:t>
            </a:r>
          </a:p>
        </p:txBody>
      </p:sp>
      <p:sp>
        <p:nvSpPr>
          <p:cNvPr id="129" name="TextBox 128">
            <a:extLst>
              <a:ext uri="{FF2B5EF4-FFF2-40B4-BE49-F238E27FC236}">
                <a16:creationId xmlns:a16="http://schemas.microsoft.com/office/drawing/2014/main" id="{5C22723B-2419-461F-82A5-543EE308542B}"/>
              </a:ext>
            </a:extLst>
          </p:cNvPr>
          <p:cNvSpPr txBox="1"/>
          <p:nvPr/>
        </p:nvSpPr>
        <p:spPr>
          <a:xfrm>
            <a:off x="3470573" y="2446692"/>
            <a:ext cx="64008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Create Collaterals</a:t>
            </a:r>
          </a:p>
        </p:txBody>
      </p:sp>
      <p:sp>
        <p:nvSpPr>
          <p:cNvPr id="130" name="TextBox 129">
            <a:extLst>
              <a:ext uri="{FF2B5EF4-FFF2-40B4-BE49-F238E27FC236}">
                <a16:creationId xmlns:a16="http://schemas.microsoft.com/office/drawing/2014/main" id="{C9935420-99ED-7F97-0C32-BD1B67898F60}"/>
              </a:ext>
            </a:extLst>
          </p:cNvPr>
          <p:cNvSpPr txBox="1"/>
          <p:nvPr/>
        </p:nvSpPr>
        <p:spPr>
          <a:xfrm>
            <a:off x="4225761"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Generation</a:t>
            </a:r>
          </a:p>
        </p:txBody>
      </p:sp>
      <p:sp>
        <p:nvSpPr>
          <p:cNvPr id="131" name="TextBox 130">
            <a:extLst>
              <a:ext uri="{FF2B5EF4-FFF2-40B4-BE49-F238E27FC236}">
                <a16:creationId xmlns:a16="http://schemas.microsoft.com/office/drawing/2014/main" id="{1933495D-ED5F-2262-CE1D-8B69A54F2181}"/>
              </a:ext>
            </a:extLst>
          </p:cNvPr>
          <p:cNvSpPr txBox="1"/>
          <p:nvPr/>
        </p:nvSpPr>
        <p:spPr>
          <a:xfrm>
            <a:off x="4966232" y="2446692"/>
            <a:ext cx="6881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Assembly</a:t>
            </a:r>
          </a:p>
        </p:txBody>
      </p:sp>
      <p:sp>
        <p:nvSpPr>
          <p:cNvPr id="132" name="TextBox 131">
            <a:extLst>
              <a:ext uri="{FF2B5EF4-FFF2-40B4-BE49-F238E27FC236}">
                <a16:creationId xmlns:a16="http://schemas.microsoft.com/office/drawing/2014/main" id="{55A05179-59E1-4A4A-AC88-1730940704E0}"/>
              </a:ext>
            </a:extLst>
          </p:cNvPr>
          <p:cNvSpPr txBox="1"/>
          <p:nvPr/>
        </p:nvSpPr>
        <p:spPr>
          <a:xfrm>
            <a:off x="5717412" y="2446692"/>
            <a:ext cx="688116"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Quality &amp; Compliance</a:t>
            </a:r>
          </a:p>
        </p:txBody>
      </p:sp>
      <p:sp>
        <p:nvSpPr>
          <p:cNvPr id="133" name="TextBox 132">
            <a:extLst>
              <a:ext uri="{FF2B5EF4-FFF2-40B4-BE49-F238E27FC236}">
                <a16:creationId xmlns:a16="http://schemas.microsoft.com/office/drawing/2014/main" id="{1653A93F-E2DB-4D14-E001-F4194BF9677F}"/>
              </a:ext>
            </a:extLst>
          </p:cNvPr>
          <p:cNvSpPr txBox="1"/>
          <p:nvPr/>
        </p:nvSpPr>
        <p:spPr>
          <a:xfrm>
            <a:off x="6498052"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Distribute Campaign</a:t>
            </a:r>
          </a:p>
        </p:txBody>
      </p:sp>
      <p:sp>
        <p:nvSpPr>
          <p:cNvPr id="134" name="TextBox 133">
            <a:extLst>
              <a:ext uri="{FF2B5EF4-FFF2-40B4-BE49-F238E27FC236}">
                <a16:creationId xmlns:a16="http://schemas.microsoft.com/office/drawing/2014/main" id="{93DC1A6E-42E4-02D2-A552-25F0B8AFCA86}"/>
              </a:ext>
            </a:extLst>
          </p:cNvPr>
          <p:cNvSpPr txBox="1"/>
          <p:nvPr/>
        </p:nvSpPr>
        <p:spPr>
          <a:xfrm>
            <a:off x="7300978"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Engage Sales Teams</a:t>
            </a:r>
          </a:p>
        </p:txBody>
      </p:sp>
      <p:sp>
        <p:nvSpPr>
          <p:cNvPr id="135" name="TextBox 134">
            <a:extLst>
              <a:ext uri="{FF2B5EF4-FFF2-40B4-BE49-F238E27FC236}">
                <a16:creationId xmlns:a16="http://schemas.microsoft.com/office/drawing/2014/main" id="{8916FCBA-715C-182A-6322-F999A36FE7C6}"/>
              </a:ext>
            </a:extLst>
          </p:cNvPr>
          <p:cNvSpPr txBox="1"/>
          <p:nvPr/>
        </p:nvSpPr>
        <p:spPr>
          <a:xfrm>
            <a:off x="8940665" y="2446692"/>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Adjustments</a:t>
            </a:r>
          </a:p>
        </p:txBody>
      </p:sp>
      <p:sp>
        <p:nvSpPr>
          <p:cNvPr id="136" name="TextBox 135">
            <a:extLst>
              <a:ext uri="{FF2B5EF4-FFF2-40B4-BE49-F238E27FC236}">
                <a16:creationId xmlns:a16="http://schemas.microsoft.com/office/drawing/2014/main" id="{1928AB2E-5E19-2437-FC83-3F9407C5F8AA}"/>
              </a:ext>
            </a:extLst>
          </p:cNvPr>
          <p:cNvSpPr txBox="1"/>
          <p:nvPr/>
        </p:nvSpPr>
        <p:spPr>
          <a:xfrm>
            <a:off x="9768997" y="2446692"/>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Content Request</a:t>
            </a:r>
          </a:p>
        </p:txBody>
      </p:sp>
      <p:sp>
        <p:nvSpPr>
          <p:cNvPr id="137" name="Oval 136">
            <a:extLst>
              <a:ext uri="{FF2B5EF4-FFF2-40B4-BE49-F238E27FC236}">
                <a16:creationId xmlns:a16="http://schemas.microsoft.com/office/drawing/2014/main" id="{AB68D0DA-0862-491B-FD31-556BD42B64BA}"/>
              </a:ext>
            </a:extLst>
          </p:cNvPr>
          <p:cNvSpPr/>
          <p:nvPr/>
        </p:nvSpPr>
        <p:spPr>
          <a:xfrm>
            <a:off x="2277159" y="279251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8" name="Oval 137">
            <a:extLst>
              <a:ext uri="{FF2B5EF4-FFF2-40B4-BE49-F238E27FC236}">
                <a16:creationId xmlns:a16="http://schemas.microsoft.com/office/drawing/2014/main" id="{BC36CE3F-0A5C-36B5-5D5D-80A4F4845447}"/>
              </a:ext>
            </a:extLst>
          </p:cNvPr>
          <p:cNvSpPr/>
          <p:nvPr/>
        </p:nvSpPr>
        <p:spPr>
          <a:xfrm>
            <a:off x="9061311" y="2790428"/>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39" name="Oval 138">
            <a:extLst>
              <a:ext uri="{FF2B5EF4-FFF2-40B4-BE49-F238E27FC236}">
                <a16:creationId xmlns:a16="http://schemas.microsoft.com/office/drawing/2014/main" id="{6ACF7AAC-DAFF-FAB6-053E-62C6E2A8B139}"/>
              </a:ext>
            </a:extLst>
          </p:cNvPr>
          <p:cNvSpPr/>
          <p:nvPr/>
        </p:nvSpPr>
        <p:spPr>
          <a:xfrm>
            <a:off x="6604459" y="2790428"/>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0" name="Oval 139">
            <a:extLst>
              <a:ext uri="{FF2B5EF4-FFF2-40B4-BE49-F238E27FC236}">
                <a16:creationId xmlns:a16="http://schemas.microsoft.com/office/drawing/2014/main" id="{05816539-6F5D-FBE3-376A-90D6BE0D1561}"/>
              </a:ext>
            </a:extLst>
          </p:cNvPr>
          <p:cNvSpPr/>
          <p:nvPr/>
        </p:nvSpPr>
        <p:spPr>
          <a:xfrm>
            <a:off x="6198132" y="2790426"/>
            <a:ext cx="62217" cy="68364"/>
          </a:xfrm>
          <a:prstGeom prst="ellipse">
            <a:avLst/>
          </a:prstGeom>
          <a:solidFill>
            <a:srgbClr val="00B05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141" name="Rectangle 140">
            <a:extLst>
              <a:ext uri="{FF2B5EF4-FFF2-40B4-BE49-F238E27FC236}">
                <a16:creationId xmlns:a16="http://schemas.microsoft.com/office/drawing/2014/main" id="{A80B1B0F-4AD2-4ADF-4A14-C5473907B5AD}"/>
              </a:ext>
            </a:extLst>
          </p:cNvPr>
          <p:cNvSpPr/>
          <p:nvPr/>
        </p:nvSpPr>
        <p:spPr>
          <a:xfrm>
            <a:off x="1185557" y="4190685"/>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42" name="Rectangle 141">
            <a:extLst>
              <a:ext uri="{FF2B5EF4-FFF2-40B4-BE49-F238E27FC236}">
                <a16:creationId xmlns:a16="http://schemas.microsoft.com/office/drawing/2014/main" id="{DD9A9666-166B-7B55-FEF3-27DAE90AAAF8}"/>
              </a:ext>
            </a:extLst>
          </p:cNvPr>
          <p:cNvSpPr/>
          <p:nvPr/>
        </p:nvSpPr>
        <p:spPr>
          <a:xfrm>
            <a:off x="1151677" y="4152487"/>
            <a:ext cx="784130"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3" name="Elbow Connector 142">
            <a:extLst>
              <a:ext uri="{FF2B5EF4-FFF2-40B4-BE49-F238E27FC236}">
                <a16:creationId xmlns:a16="http://schemas.microsoft.com/office/drawing/2014/main" id="{A1424E50-BEF9-7011-50DA-6A848FA6F66C}"/>
              </a:ext>
            </a:extLst>
          </p:cNvPr>
          <p:cNvCxnSpPr>
            <a:cxnSpLocks/>
            <a:stCxn id="141" idx="0"/>
          </p:cNvCxnSpPr>
          <p:nvPr/>
        </p:nvCxnSpPr>
        <p:spPr>
          <a:xfrm rot="5400000" flipH="1" flipV="1">
            <a:off x="1228095" y="3878223"/>
            <a:ext cx="370497" cy="2544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Elbow Connector 143">
            <a:extLst>
              <a:ext uri="{FF2B5EF4-FFF2-40B4-BE49-F238E27FC236}">
                <a16:creationId xmlns:a16="http://schemas.microsoft.com/office/drawing/2014/main" id="{8D9871FD-CDEC-C1F3-24D6-88EE2B987811}"/>
              </a:ext>
            </a:extLst>
          </p:cNvPr>
          <p:cNvCxnSpPr>
            <a:cxnSpLocks/>
            <a:stCxn id="166" idx="0"/>
          </p:cNvCxnSpPr>
          <p:nvPr/>
        </p:nvCxnSpPr>
        <p:spPr>
          <a:xfrm rot="16200000" flipV="1">
            <a:off x="1483692" y="3877055"/>
            <a:ext cx="370497" cy="25676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3D8C6179-FC09-B65D-6B59-634D4A1DFE84}"/>
              </a:ext>
            </a:extLst>
          </p:cNvPr>
          <p:cNvCxnSpPr>
            <a:cxnSpLocks/>
            <a:endCxn id="169" idx="0"/>
          </p:cNvCxnSpPr>
          <p:nvPr/>
        </p:nvCxnSpPr>
        <p:spPr>
          <a:xfrm>
            <a:off x="1536501" y="40054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 name="Rectangle 145">
            <a:extLst>
              <a:ext uri="{FF2B5EF4-FFF2-40B4-BE49-F238E27FC236}">
                <a16:creationId xmlns:a16="http://schemas.microsoft.com/office/drawing/2014/main" id="{A1540820-6F6E-DF3C-AB81-94F6F2970D09}"/>
              </a:ext>
            </a:extLst>
          </p:cNvPr>
          <p:cNvSpPr/>
          <p:nvPr/>
        </p:nvSpPr>
        <p:spPr>
          <a:xfrm>
            <a:off x="4936624" y="4179459"/>
            <a:ext cx="1248262"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47" name="Elbow Connector 146">
            <a:extLst>
              <a:ext uri="{FF2B5EF4-FFF2-40B4-BE49-F238E27FC236}">
                <a16:creationId xmlns:a16="http://schemas.microsoft.com/office/drawing/2014/main" id="{100307C7-0C46-5483-7790-3718A96477DF}"/>
              </a:ext>
            </a:extLst>
          </p:cNvPr>
          <p:cNvCxnSpPr>
            <a:cxnSpLocks/>
            <a:stCxn id="223" idx="0"/>
            <a:endCxn id="47" idx="2"/>
          </p:cNvCxnSpPr>
          <p:nvPr/>
        </p:nvCxnSpPr>
        <p:spPr>
          <a:xfrm rot="5400000" flipH="1" flipV="1">
            <a:off x="5170634" y="3824606"/>
            <a:ext cx="294895" cy="47096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33608A20-60E3-E36C-22DA-067FA1CBC34C}"/>
              </a:ext>
            </a:extLst>
          </p:cNvPr>
          <p:cNvCxnSpPr>
            <a:cxnSpLocks/>
            <a:stCxn id="225" idx="0"/>
            <a:endCxn id="47" idx="2"/>
          </p:cNvCxnSpPr>
          <p:nvPr/>
        </p:nvCxnSpPr>
        <p:spPr>
          <a:xfrm rot="16200000" flipV="1">
            <a:off x="5523843" y="3942365"/>
            <a:ext cx="298930" cy="23948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59B24B39-A2E7-6901-C937-F3E0880F12F9}"/>
              </a:ext>
            </a:extLst>
          </p:cNvPr>
          <p:cNvCxnSpPr>
            <a:cxnSpLocks/>
            <a:stCxn id="47" idx="2"/>
          </p:cNvCxnSpPr>
          <p:nvPr/>
        </p:nvCxnSpPr>
        <p:spPr>
          <a:xfrm flipH="1">
            <a:off x="5549821" y="3912642"/>
            <a:ext cx="3745" cy="2966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B22624EA-2815-A722-6E03-57EBEBA6093F}"/>
              </a:ext>
            </a:extLst>
          </p:cNvPr>
          <p:cNvSpPr/>
          <p:nvPr/>
        </p:nvSpPr>
        <p:spPr>
          <a:xfrm>
            <a:off x="6472654" y="4179178"/>
            <a:ext cx="759279"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1" name="Elbow Connector 150">
            <a:extLst>
              <a:ext uri="{FF2B5EF4-FFF2-40B4-BE49-F238E27FC236}">
                <a16:creationId xmlns:a16="http://schemas.microsoft.com/office/drawing/2014/main" id="{FFB6A405-45DA-7EE9-8A41-252215C47B6A}"/>
              </a:ext>
            </a:extLst>
          </p:cNvPr>
          <p:cNvCxnSpPr>
            <a:cxnSpLocks/>
            <a:stCxn id="244" idx="0"/>
            <a:endCxn id="68" idx="2"/>
          </p:cNvCxnSpPr>
          <p:nvPr/>
        </p:nvCxnSpPr>
        <p:spPr>
          <a:xfrm rot="5400000" flipH="1" flipV="1">
            <a:off x="6513433" y="3882295"/>
            <a:ext cx="441933" cy="22562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Elbow Connector 151">
            <a:extLst>
              <a:ext uri="{FF2B5EF4-FFF2-40B4-BE49-F238E27FC236}">
                <a16:creationId xmlns:a16="http://schemas.microsoft.com/office/drawing/2014/main" id="{7E2259FA-DDC2-22B1-35BE-0A73F3150DF7}"/>
              </a:ext>
            </a:extLst>
          </p:cNvPr>
          <p:cNvCxnSpPr>
            <a:cxnSpLocks/>
            <a:endCxn id="68" idx="2"/>
          </p:cNvCxnSpPr>
          <p:nvPr/>
        </p:nvCxnSpPr>
        <p:spPr>
          <a:xfrm rot="16200000" flipV="1">
            <a:off x="6746158" y="3875199"/>
            <a:ext cx="443709" cy="24159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47998612-B6A4-47E6-7121-3178BE9FFB15}"/>
              </a:ext>
            </a:extLst>
          </p:cNvPr>
          <p:cNvCxnSpPr>
            <a:cxnSpLocks/>
            <a:stCxn id="68" idx="2"/>
            <a:endCxn id="150" idx="0"/>
          </p:cNvCxnSpPr>
          <p:nvPr/>
        </p:nvCxnSpPr>
        <p:spPr>
          <a:xfrm>
            <a:off x="6847214" y="3774142"/>
            <a:ext cx="5080" cy="4050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Rectangle 153">
            <a:extLst>
              <a:ext uri="{FF2B5EF4-FFF2-40B4-BE49-F238E27FC236}">
                <a16:creationId xmlns:a16="http://schemas.microsoft.com/office/drawing/2014/main" id="{CDA1E25E-FD71-E7F4-D15C-D1979650C6F7}"/>
              </a:ext>
            </a:extLst>
          </p:cNvPr>
          <p:cNvSpPr/>
          <p:nvPr/>
        </p:nvSpPr>
        <p:spPr>
          <a:xfrm>
            <a:off x="7613843" y="4181845"/>
            <a:ext cx="1003271"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55" name="Elbow Connector 154">
            <a:extLst>
              <a:ext uri="{FF2B5EF4-FFF2-40B4-BE49-F238E27FC236}">
                <a16:creationId xmlns:a16="http://schemas.microsoft.com/office/drawing/2014/main" id="{09B4A515-47F4-89D4-FB90-760516822F1F}"/>
              </a:ext>
            </a:extLst>
          </p:cNvPr>
          <p:cNvCxnSpPr>
            <a:cxnSpLocks/>
            <a:stCxn id="253" idx="0"/>
            <a:endCxn id="48" idx="2"/>
          </p:cNvCxnSpPr>
          <p:nvPr/>
        </p:nvCxnSpPr>
        <p:spPr>
          <a:xfrm rot="5400000" flipH="1" flipV="1">
            <a:off x="7729553" y="3819326"/>
            <a:ext cx="441815" cy="35144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Elbow Connector 155">
            <a:extLst>
              <a:ext uri="{FF2B5EF4-FFF2-40B4-BE49-F238E27FC236}">
                <a16:creationId xmlns:a16="http://schemas.microsoft.com/office/drawing/2014/main" id="{0FC6BC54-943A-2A58-96F9-9AB5080524DC}"/>
              </a:ext>
            </a:extLst>
          </p:cNvPr>
          <p:cNvCxnSpPr>
            <a:cxnSpLocks/>
            <a:endCxn id="48" idx="2"/>
          </p:cNvCxnSpPr>
          <p:nvPr/>
        </p:nvCxnSpPr>
        <p:spPr>
          <a:xfrm rot="16200000" flipV="1">
            <a:off x="7962277" y="3938050"/>
            <a:ext cx="443591" cy="115776"/>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7" name="Rectangle 156">
            <a:extLst>
              <a:ext uri="{FF2B5EF4-FFF2-40B4-BE49-F238E27FC236}">
                <a16:creationId xmlns:a16="http://schemas.microsoft.com/office/drawing/2014/main" id="{B73E4C61-3EB9-7344-FD5A-6BA4C6D93F64}"/>
              </a:ext>
            </a:extLst>
          </p:cNvPr>
          <p:cNvSpPr/>
          <p:nvPr/>
        </p:nvSpPr>
        <p:spPr>
          <a:xfrm>
            <a:off x="8381152" y="4217044"/>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158" name="Elbow Connector 157">
            <a:extLst>
              <a:ext uri="{FF2B5EF4-FFF2-40B4-BE49-F238E27FC236}">
                <a16:creationId xmlns:a16="http://schemas.microsoft.com/office/drawing/2014/main" id="{77127E46-A57C-8C4A-4931-1D50CBBDB88B}"/>
              </a:ext>
            </a:extLst>
          </p:cNvPr>
          <p:cNvCxnSpPr>
            <a:cxnSpLocks/>
            <a:stCxn id="157" idx="0"/>
            <a:endCxn id="48" idx="2"/>
          </p:cNvCxnSpPr>
          <p:nvPr/>
        </p:nvCxnSpPr>
        <p:spPr>
          <a:xfrm rot="16200000" flipV="1">
            <a:off x="8082503" y="3817823"/>
            <a:ext cx="442902" cy="3555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Rectangle 158">
            <a:extLst>
              <a:ext uri="{FF2B5EF4-FFF2-40B4-BE49-F238E27FC236}">
                <a16:creationId xmlns:a16="http://schemas.microsoft.com/office/drawing/2014/main" id="{798A528C-7959-B043-59C6-535CFAC44F85}"/>
              </a:ext>
            </a:extLst>
          </p:cNvPr>
          <p:cNvSpPr/>
          <p:nvPr/>
        </p:nvSpPr>
        <p:spPr>
          <a:xfrm>
            <a:off x="9012458" y="4187129"/>
            <a:ext cx="102321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160" name="Elbow Connector 159">
            <a:extLst>
              <a:ext uri="{FF2B5EF4-FFF2-40B4-BE49-F238E27FC236}">
                <a16:creationId xmlns:a16="http://schemas.microsoft.com/office/drawing/2014/main" id="{CBB0AF59-FA9A-699C-688F-CB0B6FD469A6}"/>
              </a:ext>
            </a:extLst>
          </p:cNvPr>
          <p:cNvCxnSpPr>
            <a:cxnSpLocks/>
            <a:stCxn id="262" idx="0"/>
            <a:endCxn id="64" idx="2"/>
          </p:cNvCxnSpPr>
          <p:nvPr/>
        </p:nvCxnSpPr>
        <p:spPr>
          <a:xfrm rot="5400000" flipH="1" flipV="1">
            <a:off x="9249548" y="3940162"/>
            <a:ext cx="443585" cy="1115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Elbow Connector 160">
            <a:extLst>
              <a:ext uri="{FF2B5EF4-FFF2-40B4-BE49-F238E27FC236}">
                <a16:creationId xmlns:a16="http://schemas.microsoft.com/office/drawing/2014/main" id="{9E5791CF-CD91-FE56-2FE0-27953D815FB0}"/>
              </a:ext>
            </a:extLst>
          </p:cNvPr>
          <p:cNvCxnSpPr>
            <a:cxnSpLocks/>
            <a:endCxn id="64" idx="2"/>
          </p:cNvCxnSpPr>
          <p:nvPr/>
        </p:nvCxnSpPr>
        <p:spPr>
          <a:xfrm rot="16200000" flipV="1">
            <a:off x="9482273" y="3818984"/>
            <a:ext cx="445361" cy="35567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Elbow Connector 161">
            <a:extLst>
              <a:ext uri="{FF2B5EF4-FFF2-40B4-BE49-F238E27FC236}">
                <a16:creationId xmlns:a16="http://schemas.microsoft.com/office/drawing/2014/main" id="{5B2056EF-8EEE-95A9-2A35-96D414A2AF13}"/>
              </a:ext>
            </a:extLst>
          </p:cNvPr>
          <p:cNvCxnSpPr>
            <a:cxnSpLocks/>
            <a:stCxn id="256" idx="0"/>
            <a:endCxn id="48" idx="2"/>
          </p:cNvCxnSpPr>
          <p:nvPr/>
        </p:nvCxnSpPr>
        <p:spPr>
          <a:xfrm rot="5400000" flipH="1" flipV="1">
            <a:off x="7848075" y="3933967"/>
            <a:ext cx="437934" cy="11828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a:extLst>
              <a:ext uri="{FF2B5EF4-FFF2-40B4-BE49-F238E27FC236}">
                <a16:creationId xmlns:a16="http://schemas.microsoft.com/office/drawing/2014/main" id="{6A3771B9-517B-1CD6-59FD-64F876026D5C}"/>
              </a:ext>
            </a:extLst>
          </p:cNvPr>
          <p:cNvCxnSpPr>
            <a:cxnSpLocks/>
          </p:cNvCxnSpPr>
          <p:nvPr/>
        </p:nvCxnSpPr>
        <p:spPr>
          <a:xfrm>
            <a:off x="1168265" y="4827167"/>
            <a:ext cx="104241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D823B935-8C2B-7549-482B-D1CFA1F32DFB}"/>
              </a:ext>
            </a:extLst>
          </p:cNvPr>
          <p:cNvCxnSpPr>
            <a:cxnSpLocks/>
          </p:cNvCxnSpPr>
          <p:nvPr/>
        </p:nvCxnSpPr>
        <p:spPr>
          <a:xfrm>
            <a:off x="1198745" y="5587028"/>
            <a:ext cx="104241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65" name="Group 164">
            <a:extLst>
              <a:ext uri="{FF2B5EF4-FFF2-40B4-BE49-F238E27FC236}">
                <a16:creationId xmlns:a16="http://schemas.microsoft.com/office/drawing/2014/main" id="{34869C27-96BF-620C-2D0F-F14AFB1A84D0}"/>
              </a:ext>
            </a:extLst>
          </p:cNvPr>
          <p:cNvGrpSpPr/>
          <p:nvPr/>
        </p:nvGrpSpPr>
        <p:grpSpPr>
          <a:xfrm>
            <a:off x="1696750" y="4190685"/>
            <a:ext cx="201143" cy="188469"/>
            <a:chOff x="1699830" y="3873430"/>
            <a:chExt cx="201143" cy="188469"/>
          </a:xfrm>
        </p:grpSpPr>
        <p:sp>
          <p:nvSpPr>
            <p:cNvPr id="166" name="Rectangle 165">
              <a:extLst>
                <a:ext uri="{FF2B5EF4-FFF2-40B4-BE49-F238E27FC236}">
                  <a16:creationId xmlns:a16="http://schemas.microsoft.com/office/drawing/2014/main" id="{089CA7C8-54E1-EAF0-9181-85263C616113}"/>
                </a:ext>
              </a:extLst>
            </p:cNvPr>
            <p:cNvSpPr/>
            <p:nvPr/>
          </p:nvSpPr>
          <p:spPr>
            <a:xfrm>
              <a:off x="1699830" y="387343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67" name="Graphic 166" descr="Tools outline">
              <a:extLst>
                <a:ext uri="{FF2B5EF4-FFF2-40B4-BE49-F238E27FC236}">
                  <a16:creationId xmlns:a16="http://schemas.microsoft.com/office/drawing/2014/main" id="{0A6621E0-AE03-163B-1316-EB0430692540}"/>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706327" y="3874261"/>
              <a:ext cx="187638" cy="187638"/>
            </a:xfrm>
            <a:prstGeom prst="rect">
              <a:avLst/>
            </a:prstGeom>
          </p:spPr>
        </p:pic>
      </p:grpSp>
      <p:grpSp>
        <p:nvGrpSpPr>
          <p:cNvPr id="168" name="Group 167">
            <a:extLst>
              <a:ext uri="{FF2B5EF4-FFF2-40B4-BE49-F238E27FC236}">
                <a16:creationId xmlns:a16="http://schemas.microsoft.com/office/drawing/2014/main" id="{4E7C988C-0CD3-8C34-8A7F-52E4AC39A162}"/>
              </a:ext>
            </a:extLst>
          </p:cNvPr>
          <p:cNvGrpSpPr/>
          <p:nvPr/>
        </p:nvGrpSpPr>
        <p:grpSpPr>
          <a:xfrm>
            <a:off x="1435929" y="4185460"/>
            <a:ext cx="201143" cy="188059"/>
            <a:chOff x="1439009" y="3914251"/>
            <a:chExt cx="201143" cy="188059"/>
          </a:xfrm>
        </p:grpSpPr>
        <p:sp>
          <p:nvSpPr>
            <p:cNvPr id="169" name="Rectangle 168">
              <a:extLst>
                <a:ext uri="{FF2B5EF4-FFF2-40B4-BE49-F238E27FC236}">
                  <a16:creationId xmlns:a16="http://schemas.microsoft.com/office/drawing/2014/main" id="{FC509637-B1D5-10A1-5CE7-02896872743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170" name="Graphic 169" descr="Chat outline">
              <a:extLst>
                <a:ext uri="{FF2B5EF4-FFF2-40B4-BE49-F238E27FC236}">
                  <a16:creationId xmlns:a16="http://schemas.microsoft.com/office/drawing/2014/main" id="{958F66FE-2A2F-B3F9-A835-C616EE8C859C}"/>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1458010" y="3945258"/>
              <a:ext cx="170113" cy="157052"/>
            </a:xfrm>
            <a:prstGeom prst="rect">
              <a:avLst/>
            </a:prstGeom>
          </p:spPr>
        </p:pic>
      </p:grpSp>
      <p:grpSp>
        <p:nvGrpSpPr>
          <p:cNvPr id="171" name="Group 170">
            <a:extLst>
              <a:ext uri="{FF2B5EF4-FFF2-40B4-BE49-F238E27FC236}">
                <a16:creationId xmlns:a16="http://schemas.microsoft.com/office/drawing/2014/main" id="{9CCD801C-1B08-4B40-1527-1E7D270F7C44}"/>
              </a:ext>
            </a:extLst>
          </p:cNvPr>
          <p:cNvGrpSpPr/>
          <p:nvPr/>
        </p:nvGrpSpPr>
        <p:grpSpPr>
          <a:xfrm>
            <a:off x="2380437" y="5085029"/>
            <a:ext cx="995474" cy="320947"/>
            <a:chOff x="2383517" y="4774064"/>
            <a:chExt cx="995474" cy="320947"/>
          </a:xfrm>
        </p:grpSpPr>
        <p:sp>
          <p:nvSpPr>
            <p:cNvPr id="172" name="Flowchart: Magnetic Disk 44">
              <a:extLst>
                <a:ext uri="{FF2B5EF4-FFF2-40B4-BE49-F238E27FC236}">
                  <a16:creationId xmlns:a16="http://schemas.microsoft.com/office/drawing/2014/main" id="{BA9B0364-5D22-ABAF-2C33-5A4C99EA9FF6}"/>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3" name="Rectangle 172">
              <a:extLst>
                <a:ext uri="{FF2B5EF4-FFF2-40B4-BE49-F238E27FC236}">
                  <a16:creationId xmlns:a16="http://schemas.microsoft.com/office/drawing/2014/main" id="{C61CB079-7C66-FD6A-EE6C-D2CD1E7491E8}"/>
                </a:ext>
              </a:extLst>
            </p:cNvPr>
            <p:cNvSpPr/>
            <p:nvPr/>
          </p:nvSpPr>
          <p:spPr>
            <a:xfrm>
              <a:off x="2518738" y="4832260"/>
              <a:ext cx="720491"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Third Party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Sales Info</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4" name="Group 173">
            <a:extLst>
              <a:ext uri="{FF2B5EF4-FFF2-40B4-BE49-F238E27FC236}">
                <a16:creationId xmlns:a16="http://schemas.microsoft.com/office/drawing/2014/main" id="{7CBD69F4-B977-AB86-AD36-EA6972732256}"/>
              </a:ext>
            </a:extLst>
          </p:cNvPr>
          <p:cNvGrpSpPr/>
          <p:nvPr/>
        </p:nvGrpSpPr>
        <p:grpSpPr>
          <a:xfrm>
            <a:off x="3535078" y="5085030"/>
            <a:ext cx="995474" cy="320947"/>
            <a:chOff x="2383517" y="4774064"/>
            <a:chExt cx="995474" cy="320947"/>
          </a:xfrm>
        </p:grpSpPr>
        <p:sp>
          <p:nvSpPr>
            <p:cNvPr id="175" name="Flowchart: Magnetic Disk 44">
              <a:extLst>
                <a:ext uri="{FF2B5EF4-FFF2-40B4-BE49-F238E27FC236}">
                  <a16:creationId xmlns:a16="http://schemas.microsoft.com/office/drawing/2014/main" id="{D06746B0-6318-B1BE-13CE-0C03218C2B7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6" name="Rectangle 175">
              <a:extLst>
                <a:ext uri="{FF2B5EF4-FFF2-40B4-BE49-F238E27FC236}">
                  <a16:creationId xmlns:a16="http://schemas.microsoft.com/office/drawing/2014/main" id="{8F0F1633-1BFA-B10B-593B-F87262B3BCC6}"/>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Brand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77" name="Group 176">
            <a:extLst>
              <a:ext uri="{FF2B5EF4-FFF2-40B4-BE49-F238E27FC236}">
                <a16:creationId xmlns:a16="http://schemas.microsoft.com/office/drawing/2014/main" id="{91CC44A7-1185-3C5A-12E9-5E7E33E91708}"/>
              </a:ext>
            </a:extLst>
          </p:cNvPr>
          <p:cNvGrpSpPr/>
          <p:nvPr/>
        </p:nvGrpSpPr>
        <p:grpSpPr>
          <a:xfrm>
            <a:off x="4689719" y="5080780"/>
            <a:ext cx="995474" cy="320947"/>
            <a:chOff x="2383517" y="4774064"/>
            <a:chExt cx="995474" cy="320947"/>
          </a:xfrm>
        </p:grpSpPr>
        <p:sp>
          <p:nvSpPr>
            <p:cNvPr id="178" name="Flowchart: Magnetic Disk 44">
              <a:extLst>
                <a:ext uri="{FF2B5EF4-FFF2-40B4-BE49-F238E27FC236}">
                  <a16:creationId xmlns:a16="http://schemas.microsoft.com/office/drawing/2014/main" id="{3CDA7D1E-26BA-44B3-5649-56F045107ABC}"/>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79" name="Rectangle 178">
              <a:extLst>
                <a:ext uri="{FF2B5EF4-FFF2-40B4-BE49-F238E27FC236}">
                  <a16:creationId xmlns:a16="http://schemas.microsoft.com/office/drawing/2014/main" id="{BC078709-4D82-9442-3640-C63704374C87}"/>
                </a:ext>
              </a:extLst>
            </p:cNvPr>
            <p:cNvSpPr/>
            <p:nvPr/>
          </p:nvSpPr>
          <p:spPr>
            <a:xfrm>
              <a:off x="2545242"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CRM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0" name="Group 179">
            <a:extLst>
              <a:ext uri="{FF2B5EF4-FFF2-40B4-BE49-F238E27FC236}">
                <a16:creationId xmlns:a16="http://schemas.microsoft.com/office/drawing/2014/main" id="{FDFB5C86-A993-0E1F-5B4A-C6764A5887E2}"/>
              </a:ext>
            </a:extLst>
          </p:cNvPr>
          <p:cNvGrpSpPr/>
          <p:nvPr/>
        </p:nvGrpSpPr>
        <p:grpSpPr>
          <a:xfrm>
            <a:off x="5844360" y="5080780"/>
            <a:ext cx="995474" cy="320947"/>
            <a:chOff x="2383517" y="4774064"/>
            <a:chExt cx="995474" cy="320947"/>
          </a:xfrm>
        </p:grpSpPr>
        <p:sp>
          <p:nvSpPr>
            <p:cNvPr id="181" name="Flowchart: Magnetic Disk 44">
              <a:extLst>
                <a:ext uri="{FF2B5EF4-FFF2-40B4-BE49-F238E27FC236}">
                  <a16:creationId xmlns:a16="http://schemas.microsoft.com/office/drawing/2014/main" id="{DE55B187-B837-C090-F1C1-6A4A43E7A7FA}"/>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2" name="Rectangle 181">
              <a:extLst>
                <a:ext uri="{FF2B5EF4-FFF2-40B4-BE49-F238E27FC236}">
                  <a16:creationId xmlns:a16="http://schemas.microsoft.com/office/drawing/2014/main" id="{4AD3B526-208C-60CD-762C-0B43B34843F5}"/>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Campaign Master</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3" name="Group 182">
            <a:extLst>
              <a:ext uri="{FF2B5EF4-FFF2-40B4-BE49-F238E27FC236}">
                <a16:creationId xmlns:a16="http://schemas.microsoft.com/office/drawing/2014/main" id="{2316DA03-AE74-278E-BB7F-D6F31AE9D32A}"/>
              </a:ext>
            </a:extLst>
          </p:cNvPr>
          <p:cNvGrpSpPr/>
          <p:nvPr/>
        </p:nvGrpSpPr>
        <p:grpSpPr>
          <a:xfrm>
            <a:off x="6999001" y="5080780"/>
            <a:ext cx="995474" cy="320947"/>
            <a:chOff x="2383517" y="4774064"/>
            <a:chExt cx="995474" cy="320947"/>
          </a:xfrm>
        </p:grpSpPr>
        <p:sp>
          <p:nvSpPr>
            <p:cNvPr id="184" name="Flowchart: Magnetic Disk 44">
              <a:extLst>
                <a:ext uri="{FF2B5EF4-FFF2-40B4-BE49-F238E27FC236}">
                  <a16:creationId xmlns:a16="http://schemas.microsoft.com/office/drawing/2014/main" id="{35522A95-DB07-4D44-79F2-C8EB4932E58D}"/>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5" name="Rectangle 184">
              <a:extLst>
                <a:ext uri="{FF2B5EF4-FFF2-40B4-BE49-F238E27FC236}">
                  <a16:creationId xmlns:a16="http://schemas.microsoft.com/office/drawing/2014/main" id="{A3DF17C0-2531-8E0D-9D01-E5F54F65CD84}"/>
                </a:ext>
              </a:extLst>
            </p:cNvPr>
            <p:cNvSpPr/>
            <p:nvPr/>
          </p:nvSpPr>
          <p:spPr>
            <a:xfrm>
              <a:off x="2537359" y="4886121"/>
              <a:ext cx="720491"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SFA System</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6" name="Group 185">
            <a:extLst>
              <a:ext uri="{FF2B5EF4-FFF2-40B4-BE49-F238E27FC236}">
                <a16:creationId xmlns:a16="http://schemas.microsoft.com/office/drawing/2014/main" id="{B1ED6A07-CFE7-2897-710B-DC7FEE6B7FE8}"/>
              </a:ext>
            </a:extLst>
          </p:cNvPr>
          <p:cNvGrpSpPr/>
          <p:nvPr/>
        </p:nvGrpSpPr>
        <p:grpSpPr>
          <a:xfrm>
            <a:off x="8153642" y="5080780"/>
            <a:ext cx="995474" cy="320947"/>
            <a:chOff x="2383517" y="4774064"/>
            <a:chExt cx="995474" cy="320947"/>
          </a:xfrm>
        </p:grpSpPr>
        <p:sp>
          <p:nvSpPr>
            <p:cNvPr id="187" name="Flowchart: Magnetic Disk 44">
              <a:extLst>
                <a:ext uri="{FF2B5EF4-FFF2-40B4-BE49-F238E27FC236}">
                  <a16:creationId xmlns:a16="http://schemas.microsoft.com/office/drawing/2014/main" id="{2A6EABA5-E932-E9D5-3E5F-0E77CEB0F9B5}"/>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88" name="Rectangle 187">
              <a:extLst>
                <a:ext uri="{FF2B5EF4-FFF2-40B4-BE49-F238E27FC236}">
                  <a16:creationId xmlns:a16="http://schemas.microsoft.com/office/drawing/2014/main" id="{CD347660-2F53-2DF8-95F7-6897FE611920}"/>
                </a:ext>
              </a:extLst>
            </p:cNvPr>
            <p:cNvSpPr/>
            <p:nvPr/>
          </p:nvSpPr>
          <p:spPr>
            <a:xfrm>
              <a:off x="2465837" y="4832260"/>
              <a:ext cx="868176" cy="215444"/>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Handheld &amp; Interactive Systems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89" name="Group 188">
            <a:extLst>
              <a:ext uri="{FF2B5EF4-FFF2-40B4-BE49-F238E27FC236}">
                <a16:creationId xmlns:a16="http://schemas.microsoft.com/office/drawing/2014/main" id="{CCECD2C7-E593-87A1-C155-2701EF6F4624}"/>
              </a:ext>
            </a:extLst>
          </p:cNvPr>
          <p:cNvGrpSpPr/>
          <p:nvPr/>
        </p:nvGrpSpPr>
        <p:grpSpPr>
          <a:xfrm>
            <a:off x="9308281" y="5077841"/>
            <a:ext cx="995474" cy="320947"/>
            <a:chOff x="2383517" y="4774064"/>
            <a:chExt cx="995474" cy="320947"/>
          </a:xfrm>
        </p:grpSpPr>
        <p:sp>
          <p:nvSpPr>
            <p:cNvPr id="190" name="Flowchart: Magnetic Disk 44">
              <a:extLst>
                <a:ext uri="{FF2B5EF4-FFF2-40B4-BE49-F238E27FC236}">
                  <a16:creationId xmlns:a16="http://schemas.microsoft.com/office/drawing/2014/main" id="{0F81A4E7-7980-3C80-EE20-CF4F3F3F2AE4}"/>
                </a:ext>
              </a:extLst>
            </p:cNvPr>
            <p:cNvSpPr/>
            <p:nvPr/>
          </p:nvSpPr>
          <p:spPr>
            <a:xfrm>
              <a:off x="2383517" y="4774064"/>
              <a:ext cx="995474" cy="320947"/>
            </a:xfrm>
            <a:prstGeom prst="plaque">
              <a:avLst/>
            </a:prstGeom>
            <a:solidFill>
              <a:srgbClr val="7030A0"/>
            </a:solidFill>
            <a:ln w="6350">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191" name="Rectangle 190">
              <a:extLst>
                <a:ext uri="{FF2B5EF4-FFF2-40B4-BE49-F238E27FC236}">
                  <a16:creationId xmlns:a16="http://schemas.microsoft.com/office/drawing/2014/main" id="{91ED3189-3F59-DDFA-C888-ECCC7B9D4407}"/>
                </a:ext>
              </a:extLst>
            </p:cNvPr>
            <p:cNvSpPr/>
            <p:nvPr/>
          </p:nvSpPr>
          <p:spPr>
            <a:xfrm>
              <a:off x="2465837" y="4886121"/>
              <a:ext cx="868176" cy="107722"/>
            </a:xfrm>
            <a:prstGeom prst="rect">
              <a:avLst/>
            </a:prstGeom>
            <a:noFill/>
            <a:ln w="317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Other Tools</a:t>
              </a:r>
              <a:endParaRPr kumimoji="0" lang="en-IN" sz="700" b="0" i="0" u="none" strike="noStrike" kern="1200" cap="none" spc="0" normalizeH="0" baseline="0" noProof="0">
                <a:ln>
                  <a:noFill/>
                </a:ln>
                <a:solidFill>
                  <a:srgbClr val="FFFFFF"/>
                </a:solidFill>
                <a:effectLst/>
                <a:uLnTx/>
                <a:uFillTx/>
                <a:latin typeface="Ubuntu"/>
                <a:ea typeface="+mn-ea"/>
                <a:cs typeface="+mn-cs"/>
              </a:endParaRPr>
            </a:p>
          </p:txBody>
        </p:sp>
      </p:grpSp>
      <p:grpSp>
        <p:nvGrpSpPr>
          <p:cNvPr id="192" name="Group 191">
            <a:extLst>
              <a:ext uri="{FF2B5EF4-FFF2-40B4-BE49-F238E27FC236}">
                <a16:creationId xmlns:a16="http://schemas.microsoft.com/office/drawing/2014/main" id="{6FF79101-088A-CE15-6D6D-BDD6843E2CC3}"/>
              </a:ext>
            </a:extLst>
          </p:cNvPr>
          <p:cNvGrpSpPr/>
          <p:nvPr/>
        </p:nvGrpSpPr>
        <p:grpSpPr>
          <a:xfrm>
            <a:off x="2428939" y="3199347"/>
            <a:ext cx="230087" cy="230087"/>
            <a:chOff x="2000422" y="2990995"/>
            <a:chExt cx="253345" cy="253345"/>
          </a:xfrm>
        </p:grpSpPr>
        <p:sp>
          <p:nvSpPr>
            <p:cNvPr id="193" name="Rectangle 192">
              <a:extLst>
                <a:ext uri="{FF2B5EF4-FFF2-40B4-BE49-F238E27FC236}">
                  <a16:creationId xmlns:a16="http://schemas.microsoft.com/office/drawing/2014/main" id="{CD0C5892-7CE4-2501-1B93-BB150C6216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4" name="Graphic 193">
              <a:extLst>
                <a:ext uri="{FF2B5EF4-FFF2-40B4-BE49-F238E27FC236}">
                  <a16:creationId xmlns:a16="http://schemas.microsoft.com/office/drawing/2014/main" id="{C779B736-39A4-A2CF-A408-D14AF325336B}"/>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grpSp>
        <p:nvGrpSpPr>
          <p:cNvPr id="195" name="Group 194">
            <a:extLst>
              <a:ext uri="{FF2B5EF4-FFF2-40B4-BE49-F238E27FC236}">
                <a16:creationId xmlns:a16="http://schemas.microsoft.com/office/drawing/2014/main" id="{F807AF33-C15C-28D9-0EB5-F02F3D1768CA}"/>
              </a:ext>
            </a:extLst>
          </p:cNvPr>
          <p:cNvGrpSpPr/>
          <p:nvPr/>
        </p:nvGrpSpPr>
        <p:grpSpPr>
          <a:xfrm>
            <a:off x="4055459" y="3190678"/>
            <a:ext cx="219653" cy="219653"/>
            <a:chOff x="4058539" y="2919469"/>
            <a:chExt cx="219653" cy="219653"/>
          </a:xfrm>
        </p:grpSpPr>
        <p:sp>
          <p:nvSpPr>
            <p:cNvPr id="196" name="Rectangle 195">
              <a:extLst>
                <a:ext uri="{FF2B5EF4-FFF2-40B4-BE49-F238E27FC236}">
                  <a16:creationId xmlns:a16="http://schemas.microsoft.com/office/drawing/2014/main" id="{626D480C-F0D7-C412-95B1-AA0008E24346}"/>
                </a:ext>
              </a:extLst>
            </p:cNvPr>
            <p:cNvSpPr/>
            <p:nvPr/>
          </p:nvSpPr>
          <p:spPr>
            <a:xfrm>
              <a:off x="4058539" y="2919469"/>
              <a:ext cx="219653" cy="219653"/>
            </a:xfrm>
            <a:prstGeom prst="rect">
              <a:avLst/>
            </a:prstGeom>
            <a:solidFill>
              <a:srgbClr val="E557AD"/>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197" name="Graphic 196" descr="Chat outline">
              <a:extLst>
                <a:ext uri="{FF2B5EF4-FFF2-40B4-BE49-F238E27FC236}">
                  <a16:creationId xmlns:a16="http://schemas.microsoft.com/office/drawing/2014/main" id="{E1B7C4F9-C943-F9B3-4C27-F11BF58135FC}"/>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4083310" y="2958077"/>
              <a:ext cx="170113" cy="157052"/>
            </a:xfrm>
            <a:prstGeom prst="rect">
              <a:avLst/>
            </a:prstGeom>
          </p:spPr>
        </p:pic>
      </p:grpSp>
      <p:sp>
        <p:nvSpPr>
          <p:cNvPr id="198" name="Rectangle 197">
            <a:extLst>
              <a:ext uri="{FF2B5EF4-FFF2-40B4-BE49-F238E27FC236}">
                <a16:creationId xmlns:a16="http://schemas.microsoft.com/office/drawing/2014/main" id="{708D5FF6-E520-95CC-E8BD-83F49EB56FFF}"/>
              </a:ext>
            </a:extLst>
          </p:cNvPr>
          <p:cNvSpPr/>
          <p:nvPr/>
        </p:nvSpPr>
        <p:spPr>
          <a:xfrm>
            <a:off x="2295650" y="4205592"/>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199" name="Rectangle 198">
            <a:extLst>
              <a:ext uri="{FF2B5EF4-FFF2-40B4-BE49-F238E27FC236}">
                <a16:creationId xmlns:a16="http://schemas.microsoft.com/office/drawing/2014/main" id="{993CF84D-A337-EB8E-D3D8-D5C3987BF27F}"/>
              </a:ext>
            </a:extLst>
          </p:cNvPr>
          <p:cNvSpPr/>
          <p:nvPr/>
        </p:nvSpPr>
        <p:spPr>
          <a:xfrm>
            <a:off x="2261771" y="4160817"/>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00" name="Elbow Connector 199">
            <a:extLst>
              <a:ext uri="{FF2B5EF4-FFF2-40B4-BE49-F238E27FC236}">
                <a16:creationId xmlns:a16="http://schemas.microsoft.com/office/drawing/2014/main" id="{CCEDE90C-2F82-8F07-BB8E-DFB4316E1CBC}"/>
              </a:ext>
            </a:extLst>
          </p:cNvPr>
          <p:cNvCxnSpPr>
            <a:cxnSpLocks/>
            <a:stCxn id="198" idx="0"/>
          </p:cNvCxnSpPr>
          <p:nvPr/>
        </p:nvCxnSpPr>
        <p:spPr>
          <a:xfrm rot="5400000" flipH="1" flipV="1">
            <a:off x="2281763" y="3951167"/>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832D1003-BC8B-7D52-F3BA-C30A599F9F2B}"/>
              </a:ext>
            </a:extLst>
          </p:cNvPr>
          <p:cNvCxnSpPr>
            <a:cxnSpLocks/>
            <a:stCxn id="203" idx="0"/>
          </p:cNvCxnSpPr>
          <p:nvPr/>
        </p:nvCxnSpPr>
        <p:spPr>
          <a:xfrm rot="16200000" flipV="1">
            <a:off x="2418953" y="3960527"/>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2" name="Group 201">
            <a:extLst>
              <a:ext uri="{FF2B5EF4-FFF2-40B4-BE49-F238E27FC236}">
                <a16:creationId xmlns:a16="http://schemas.microsoft.com/office/drawing/2014/main" id="{A81FA935-BB91-9160-A3D5-A67218723164}"/>
              </a:ext>
            </a:extLst>
          </p:cNvPr>
          <p:cNvGrpSpPr>
            <a:grpSpLocks noChangeAspect="1"/>
          </p:cNvGrpSpPr>
          <p:nvPr/>
        </p:nvGrpSpPr>
        <p:grpSpPr>
          <a:xfrm>
            <a:off x="2556867" y="4199014"/>
            <a:ext cx="201143" cy="201168"/>
            <a:chOff x="2724405" y="3881760"/>
            <a:chExt cx="201143" cy="187817"/>
          </a:xfrm>
        </p:grpSpPr>
        <p:sp>
          <p:nvSpPr>
            <p:cNvPr id="203" name="Rectangle 202">
              <a:extLst>
                <a:ext uri="{FF2B5EF4-FFF2-40B4-BE49-F238E27FC236}">
                  <a16:creationId xmlns:a16="http://schemas.microsoft.com/office/drawing/2014/main" id="{4028ACFC-1279-DF17-7B50-76F64131D455}"/>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04" name="Graphic 203" descr="Tools outline">
              <a:extLst>
                <a:ext uri="{FF2B5EF4-FFF2-40B4-BE49-F238E27FC236}">
                  <a16:creationId xmlns:a16="http://schemas.microsoft.com/office/drawing/2014/main" id="{83377B5A-89BD-C3AC-5CE9-A54F599F9ED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cxnSp>
        <p:nvCxnSpPr>
          <p:cNvPr id="205" name="Elbow Connector 204">
            <a:extLst>
              <a:ext uri="{FF2B5EF4-FFF2-40B4-BE49-F238E27FC236}">
                <a16:creationId xmlns:a16="http://schemas.microsoft.com/office/drawing/2014/main" id="{AC2F2C21-266F-5AB2-E8E4-F8E0E872AA57}"/>
              </a:ext>
            </a:extLst>
          </p:cNvPr>
          <p:cNvCxnSpPr>
            <a:cxnSpLocks/>
            <a:stCxn id="206" idx="4"/>
            <a:endCxn id="209" idx="0"/>
          </p:cNvCxnSpPr>
          <p:nvPr/>
        </p:nvCxnSpPr>
        <p:spPr>
          <a:xfrm rot="16200000" flipH="1">
            <a:off x="3050125" y="2928399"/>
            <a:ext cx="335606" cy="196886"/>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6" name="Oval 205">
            <a:extLst>
              <a:ext uri="{FF2B5EF4-FFF2-40B4-BE49-F238E27FC236}">
                <a16:creationId xmlns:a16="http://schemas.microsoft.com/office/drawing/2014/main" id="{A99F363E-DC5E-85C3-5797-6385F217F289}"/>
              </a:ext>
            </a:extLst>
          </p:cNvPr>
          <p:cNvSpPr/>
          <p:nvPr/>
        </p:nvSpPr>
        <p:spPr>
          <a:xfrm>
            <a:off x="3088376" y="2790675"/>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07" name="TextBox 206">
            <a:extLst>
              <a:ext uri="{FF2B5EF4-FFF2-40B4-BE49-F238E27FC236}">
                <a16:creationId xmlns:a16="http://schemas.microsoft.com/office/drawing/2014/main" id="{37B1D015-F523-376D-3CBD-5AAEBD05406C}"/>
              </a:ext>
            </a:extLst>
          </p:cNvPr>
          <p:cNvSpPr txBox="1"/>
          <p:nvPr/>
        </p:nvSpPr>
        <p:spPr>
          <a:xfrm>
            <a:off x="2880306" y="3412850"/>
            <a:ext cx="865571" cy="184666"/>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600" b="0" i="0" u="none" strike="noStrike" kern="1200" cap="none" spc="0" normalizeH="0" baseline="0" noProof="0">
                <a:ln>
                  <a:noFill/>
                </a:ln>
                <a:effectLst/>
                <a:uLnTx/>
                <a:uFillTx/>
                <a:latin typeface="Ubuntu"/>
                <a:ea typeface="+mn-ea"/>
                <a:cs typeface="+mn-cs"/>
              </a:rPr>
              <a:t>AGENT</a:t>
            </a:r>
          </a:p>
        </p:txBody>
      </p:sp>
      <p:grpSp>
        <p:nvGrpSpPr>
          <p:cNvPr id="208" name="Group 207">
            <a:extLst>
              <a:ext uri="{FF2B5EF4-FFF2-40B4-BE49-F238E27FC236}">
                <a16:creationId xmlns:a16="http://schemas.microsoft.com/office/drawing/2014/main" id="{E2669A9E-534B-8926-8C42-8C6F358991BE}"/>
              </a:ext>
            </a:extLst>
          </p:cNvPr>
          <p:cNvGrpSpPr/>
          <p:nvPr/>
        </p:nvGrpSpPr>
        <p:grpSpPr>
          <a:xfrm>
            <a:off x="3201326" y="3189427"/>
            <a:ext cx="230087" cy="230087"/>
            <a:chOff x="2000422" y="2990995"/>
            <a:chExt cx="253345" cy="253345"/>
          </a:xfrm>
        </p:grpSpPr>
        <p:sp>
          <p:nvSpPr>
            <p:cNvPr id="209" name="Rectangle 208">
              <a:extLst>
                <a:ext uri="{FF2B5EF4-FFF2-40B4-BE49-F238E27FC236}">
                  <a16:creationId xmlns:a16="http://schemas.microsoft.com/office/drawing/2014/main" id="{D65E7A17-BBC9-4B41-C0AB-DDB440912767}"/>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10" name="Graphic 209">
              <a:extLst>
                <a:ext uri="{FF2B5EF4-FFF2-40B4-BE49-F238E27FC236}">
                  <a16:creationId xmlns:a16="http://schemas.microsoft.com/office/drawing/2014/main" id="{EB382C70-654B-EC5E-AA76-C191C0F2F48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sp>
        <p:nvSpPr>
          <p:cNvPr id="211" name="Rectangle 210">
            <a:extLst>
              <a:ext uri="{FF2B5EF4-FFF2-40B4-BE49-F238E27FC236}">
                <a16:creationId xmlns:a16="http://schemas.microsoft.com/office/drawing/2014/main" id="{8B98D10D-B14C-2FD4-2943-08678AF8034A}"/>
              </a:ext>
            </a:extLst>
          </p:cNvPr>
          <p:cNvSpPr/>
          <p:nvPr/>
        </p:nvSpPr>
        <p:spPr>
          <a:xfrm>
            <a:off x="3107116" y="4205839"/>
            <a:ext cx="201143" cy="180000"/>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sp>
        <p:nvSpPr>
          <p:cNvPr id="212" name="Rectangle 211">
            <a:extLst>
              <a:ext uri="{FF2B5EF4-FFF2-40B4-BE49-F238E27FC236}">
                <a16:creationId xmlns:a16="http://schemas.microsoft.com/office/drawing/2014/main" id="{72515837-D1ED-1895-7107-7C265371F26E}"/>
              </a:ext>
            </a:extLst>
          </p:cNvPr>
          <p:cNvSpPr/>
          <p:nvPr/>
        </p:nvSpPr>
        <p:spPr>
          <a:xfrm>
            <a:off x="3073237" y="4161064"/>
            <a:ext cx="537554" cy="254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13" name="Elbow Connector 212">
            <a:extLst>
              <a:ext uri="{FF2B5EF4-FFF2-40B4-BE49-F238E27FC236}">
                <a16:creationId xmlns:a16="http://schemas.microsoft.com/office/drawing/2014/main" id="{2277E719-BA41-58D9-2CC9-FB92D8D2AA11}"/>
              </a:ext>
            </a:extLst>
          </p:cNvPr>
          <p:cNvCxnSpPr>
            <a:cxnSpLocks/>
            <a:stCxn id="211" idx="0"/>
          </p:cNvCxnSpPr>
          <p:nvPr/>
        </p:nvCxnSpPr>
        <p:spPr>
          <a:xfrm rot="5400000" flipH="1" flipV="1">
            <a:off x="3093229" y="3951414"/>
            <a:ext cx="368884" cy="13996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Elbow Connector 213">
            <a:extLst>
              <a:ext uri="{FF2B5EF4-FFF2-40B4-BE49-F238E27FC236}">
                <a16:creationId xmlns:a16="http://schemas.microsoft.com/office/drawing/2014/main" id="{C20A029F-888B-3E7F-8B31-D612478DBA04}"/>
              </a:ext>
            </a:extLst>
          </p:cNvPr>
          <p:cNvCxnSpPr>
            <a:cxnSpLocks/>
            <a:stCxn id="216" idx="0"/>
          </p:cNvCxnSpPr>
          <p:nvPr/>
        </p:nvCxnSpPr>
        <p:spPr>
          <a:xfrm rot="16200000" flipV="1">
            <a:off x="3230419" y="3960774"/>
            <a:ext cx="355727" cy="12124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59F6071C-7058-77E3-EAB4-F2E4382C3F95}"/>
              </a:ext>
            </a:extLst>
          </p:cNvPr>
          <p:cNvGrpSpPr>
            <a:grpSpLocks noChangeAspect="1"/>
          </p:cNvGrpSpPr>
          <p:nvPr/>
        </p:nvGrpSpPr>
        <p:grpSpPr>
          <a:xfrm>
            <a:off x="3368333" y="4199261"/>
            <a:ext cx="201143" cy="201168"/>
            <a:chOff x="2724405" y="3881760"/>
            <a:chExt cx="201143" cy="187817"/>
          </a:xfrm>
        </p:grpSpPr>
        <p:sp>
          <p:nvSpPr>
            <p:cNvPr id="216" name="Rectangle 215">
              <a:extLst>
                <a:ext uri="{FF2B5EF4-FFF2-40B4-BE49-F238E27FC236}">
                  <a16:creationId xmlns:a16="http://schemas.microsoft.com/office/drawing/2014/main" id="{93D20550-E5C6-AC06-68BD-2A1A208B3078}"/>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17" name="Graphic 216" descr="Tools outline">
              <a:extLst>
                <a:ext uri="{FF2B5EF4-FFF2-40B4-BE49-F238E27FC236}">
                  <a16:creationId xmlns:a16="http://schemas.microsoft.com/office/drawing/2014/main" id="{6ECE9F34-62A5-27AC-F9AC-D7C2064DAFB2}"/>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733654" y="3881939"/>
              <a:ext cx="187638" cy="187638"/>
            </a:xfrm>
            <a:prstGeom prst="rect">
              <a:avLst/>
            </a:prstGeom>
          </p:spPr>
        </p:pic>
      </p:grpSp>
      <p:sp>
        <p:nvSpPr>
          <p:cNvPr id="218" name="Rectangle 217">
            <a:extLst>
              <a:ext uri="{FF2B5EF4-FFF2-40B4-BE49-F238E27FC236}">
                <a16:creationId xmlns:a16="http://schemas.microsoft.com/office/drawing/2014/main" id="{7B1801C6-45E4-7A43-2751-DADAB8C559BD}"/>
              </a:ext>
            </a:extLst>
          </p:cNvPr>
          <p:cNvSpPr/>
          <p:nvPr/>
        </p:nvSpPr>
        <p:spPr>
          <a:xfrm>
            <a:off x="2982329" y="3496741"/>
            <a:ext cx="722715" cy="369332"/>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Population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Ubuntu"/>
                <a:ea typeface="+mn-ea"/>
                <a:cs typeface="+mn-cs"/>
              </a:rPr>
              <a:t> Selector</a:t>
            </a:r>
          </a:p>
        </p:txBody>
      </p:sp>
      <p:grpSp>
        <p:nvGrpSpPr>
          <p:cNvPr id="219" name="Group 218">
            <a:extLst>
              <a:ext uri="{FF2B5EF4-FFF2-40B4-BE49-F238E27FC236}">
                <a16:creationId xmlns:a16="http://schemas.microsoft.com/office/drawing/2014/main" id="{F2712E91-24FF-509C-9183-D701CB2B1C91}"/>
              </a:ext>
            </a:extLst>
          </p:cNvPr>
          <p:cNvGrpSpPr/>
          <p:nvPr/>
        </p:nvGrpSpPr>
        <p:grpSpPr>
          <a:xfrm>
            <a:off x="5433012" y="3191389"/>
            <a:ext cx="230087" cy="230087"/>
            <a:chOff x="2000422" y="2990995"/>
            <a:chExt cx="253345" cy="253345"/>
          </a:xfrm>
        </p:grpSpPr>
        <p:sp>
          <p:nvSpPr>
            <p:cNvPr id="220" name="Rectangle 219">
              <a:extLst>
                <a:ext uri="{FF2B5EF4-FFF2-40B4-BE49-F238E27FC236}">
                  <a16:creationId xmlns:a16="http://schemas.microsoft.com/office/drawing/2014/main" id="{F12BD466-43FF-D2A5-E5F7-46C465DE5E48}"/>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1" name="Graphic 220">
              <a:extLst>
                <a:ext uri="{FF2B5EF4-FFF2-40B4-BE49-F238E27FC236}">
                  <a16:creationId xmlns:a16="http://schemas.microsoft.com/office/drawing/2014/main" id="{2804F42A-44BE-17BD-A6A9-2F0E943929EF}"/>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grpSp>
        <p:nvGrpSpPr>
          <p:cNvPr id="222" name="Group 221">
            <a:extLst>
              <a:ext uri="{FF2B5EF4-FFF2-40B4-BE49-F238E27FC236}">
                <a16:creationId xmlns:a16="http://schemas.microsoft.com/office/drawing/2014/main" id="{F9880A36-76C9-B0C5-9989-BB5A34AD27FE}"/>
              </a:ext>
            </a:extLst>
          </p:cNvPr>
          <p:cNvGrpSpPr/>
          <p:nvPr/>
        </p:nvGrpSpPr>
        <p:grpSpPr>
          <a:xfrm>
            <a:off x="4982025" y="4203455"/>
            <a:ext cx="201144" cy="180001"/>
            <a:chOff x="2000422" y="2990995"/>
            <a:chExt cx="253345" cy="253345"/>
          </a:xfrm>
        </p:grpSpPr>
        <p:sp>
          <p:nvSpPr>
            <p:cNvPr id="223" name="Rectangle 222">
              <a:extLst>
                <a:ext uri="{FF2B5EF4-FFF2-40B4-BE49-F238E27FC236}">
                  <a16:creationId xmlns:a16="http://schemas.microsoft.com/office/drawing/2014/main" id="{96E5B6A3-655F-597C-D78C-6E68DBD401AB}"/>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24" name="Graphic 223">
              <a:extLst>
                <a:ext uri="{FF2B5EF4-FFF2-40B4-BE49-F238E27FC236}">
                  <a16:creationId xmlns:a16="http://schemas.microsoft.com/office/drawing/2014/main" id="{8417D230-90A6-67F2-6166-6E763A5C0DAA}"/>
                </a:ext>
              </a:extLst>
            </p:cNvPr>
            <p:cNvPicPr>
              <a:picLocks noChangeAspect="1"/>
            </p:cNvPicPr>
            <p:nvPr/>
          </p:nvPicPr>
          <p:blipFill>
            <a:blip r:embed="rId2">
              <a:extLst>
                <a:ext uri="{96DAC541-7B7A-43D3-8B79-37D633B846F1}">
                  <asvg:svgBlip xmlns:asvg="http://schemas.microsoft.com/office/drawing/2016/SVG/main" r:embed="rId10"/>
                </a:ext>
              </a:extLst>
            </a:blip>
            <a:srcRect/>
            <a:stretch/>
          </p:blipFill>
          <p:spPr>
            <a:xfrm>
              <a:off x="2000422" y="2990995"/>
              <a:ext cx="253345" cy="253345"/>
            </a:xfrm>
            <a:prstGeom prst="rect">
              <a:avLst/>
            </a:prstGeom>
          </p:spPr>
        </p:pic>
      </p:grpSp>
      <p:sp>
        <p:nvSpPr>
          <p:cNvPr id="225" name="Rectangle 224">
            <a:extLst>
              <a:ext uri="{FF2B5EF4-FFF2-40B4-BE49-F238E27FC236}">
                <a16:creationId xmlns:a16="http://schemas.microsoft.com/office/drawing/2014/main" id="{8CF5072A-521E-3CE0-C7B7-7DA266EEE96A}"/>
              </a:ext>
            </a:extLst>
          </p:cNvPr>
          <p:cNvSpPr/>
          <p:nvPr/>
        </p:nvSpPr>
        <p:spPr>
          <a:xfrm>
            <a:off x="5692477" y="4211572"/>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grpSp>
        <p:nvGrpSpPr>
          <p:cNvPr id="226" name="Group 225">
            <a:extLst>
              <a:ext uri="{FF2B5EF4-FFF2-40B4-BE49-F238E27FC236}">
                <a16:creationId xmlns:a16="http://schemas.microsoft.com/office/drawing/2014/main" id="{9E7A9C97-EF4A-6C03-6514-89911F19981A}"/>
              </a:ext>
            </a:extLst>
          </p:cNvPr>
          <p:cNvGrpSpPr/>
          <p:nvPr/>
        </p:nvGrpSpPr>
        <p:grpSpPr>
          <a:xfrm>
            <a:off x="5215189" y="4203656"/>
            <a:ext cx="201143" cy="188059"/>
            <a:chOff x="1439009" y="3914251"/>
            <a:chExt cx="201143" cy="188059"/>
          </a:xfrm>
        </p:grpSpPr>
        <p:sp>
          <p:nvSpPr>
            <p:cNvPr id="227" name="Rectangle 226">
              <a:extLst>
                <a:ext uri="{FF2B5EF4-FFF2-40B4-BE49-F238E27FC236}">
                  <a16:creationId xmlns:a16="http://schemas.microsoft.com/office/drawing/2014/main" id="{61D9D4CB-4B1C-0F0D-170E-1F5F110CC937}"/>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28" name="Graphic 227" descr="Chat outline">
              <a:extLst>
                <a:ext uri="{FF2B5EF4-FFF2-40B4-BE49-F238E27FC236}">
                  <a16:creationId xmlns:a16="http://schemas.microsoft.com/office/drawing/2014/main" id="{9F7F6424-F7EE-50DE-2D1E-982D13EFDD88}"/>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1458010" y="3945258"/>
              <a:ext cx="170113" cy="157052"/>
            </a:xfrm>
            <a:prstGeom prst="rect">
              <a:avLst/>
            </a:prstGeom>
          </p:spPr>
        </p:pic>
      </p:grpSp>
      <p:cxnSp>
        <p:nvCxnSpPr>
          <p:cNvPr id="229" name="Elbow Connector 228">
            <a:extLst>
              <a:ext uri="{FF2B5EF4-FFF2-40B4-BE49-F238E27FC236}">
                <a16:creationId xmlns:a16="http://schemas.microsoft.com/office/drawing/2014/main" id="{EE0F4726-C28C-252A-9981-3A6374956411}"/>
              </a:ext>
            </a:extLst>
          </p:cNvPr>
          <p:cNvCxnSpPr>
            <a:cxnSpLocks/>
            <a:stCxn id="227" idx="0"/>
            <a:endCxn id="47" idx="2"/>
          </p:cNvCxnSpPr>
          <p:nvPr/>
        </p:nvCxnSpPr>
        <p:spPr>
          <a:xfrm rot="5400000" flipH="1" flipV="1">
            <a:off x="5289156" y="3939247"/>
            <a:ext cx="291014" cy="23780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 name="Group 229">
            <a:extLst>
              <a:ext uri="{FF2B5EF4-FFF2-40B4-BE49-F238E27FC236}">
                <a16:creationId xmlns:a16="http://schemas.microsoft.com/office/drawing/2014/main" id="{128ACD19-C83B-B174-8322-832F914AA9C2}"/>
              </a:ext>
            </a:extLst>
          </p:cNvPr>
          <p:cNvGrpSpPr>
            <a:grpSpLocks noChangeAspect="1"/>
          </p:cNvGrpSpPr>
          <p:nvPr/>
        </p:nvGrpSpPr>
        <p:grpSpPr>
          <a:xfrm>
            <a:off x="5458392" y="4209313"/>
            <a:ext cx="182857" cy="182879"/>
            <a:chOff x="2724405" y="3881760"/>
            <a:chExt cx="201143" cy="187817"/>
          </a:xfrm>
        </p:grpSpPr>
        <p:sp>
          <p:nvSpPr>
            <p:cNvPr id="231" name="Rectangle 230">
              <a:extLst>
                <a:ext uri="{FF2B5EF4-FFF2-40B4-BE49-F238E27FC236}">
                  <a16:creationId xmlns:a16="http://schemas.microsoft.com/office/drawing/2014/main" id="{7C0B9A05-8AC7-F9CD-7589-6B42F605F8AE}"/>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32" name="Graphic 231" descr="Tools outline">
              <a:extLst>
                <a:ext uri="{FF2B5EF4-FFF2-40B4-BE49-F238E27FC236}">
                  <a16:creationId xmlns:a16="http://schemas.microsoft.com/office/drawing/2014/main" id="{05692D05-9E09-ED36-5341-73923F0FD31B}"/>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2733654" y="3881939"/>
              <a:ext cx="187638" cy="187638"/>
            </a:xfrm>
            <a:prstGeom prst="rect">
              <a:avLst/>
            </a:prstGeom>
          </p:spPr>
        </p:pic>
      </p:grpSp>
      <p:sp>
        <p:nvSpPr>
          <p:cNvPr id="233" name="Rectangle 232">
            <a:extLst>
              <a:ext uri="{FF2B5EF4-FFF2-40B4-BE49-F238E27FC236}">
                <a16:creationId xmlns:a16="http://schemas.microsoft.com/office/drawing/2014/main" id="{E71825B1-D18D-591F-4E54-693BF67E3571}"/>
              </a:ext>
            </a:extLst>
          </p:cNvPr>
          <p:cNvSpPr/>
          <p:nvPr/>
        </p:nvSpPr>
        <p:spPr>
          <a:xfrm>
            <a:off x="5939472" y="4214198"/>
            <a:ext cx="201143" cy="160464"/>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34" name="Elbow Connector 233">
            <a:extLst>
              <a:ext uri="{FF2B5EF4-FFF2-40B4-BE49-F238E27FC236}">
                <a16:creationId xmlns:a16="http://schemas.microsoft.com/office/drawing/2014/main" id="{9C826E80-2132-2620-F564-9A34E641F34D}"/>
              </a:ext>
            </a:extLst>
          </p:cNvPr>
          <p:cNvCxnSpPr>
            <a:cxnSpLocks/>
            <a:stCxn id="233" idx="0"/>
            <a:endCxn id="47" idx="2"/>
          </p:cNvCxnSpPr>
          <p:nvPr/>
        </p:nvCxnSpPr>
        <p:spPr>
          <a:xfrm rot="16200000" flipV="1">
            <a:off x="5646027" y="3820181"/>
            <a:ext cx="301556" cy="48647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 name="TextBox 234">
            <a:extLst>
              <a:ext uri="{FF2B5EF4-FFF2-40B4-BE49-F238E27FC236}">
                <a16:creationId xmlns:a16="http://schemas.microsoft.com/office/drawing/2014/main" id="{FA75B2C5-419F-40AD-F8C7-C8364491AC7B}"/>
              </a:ext>
            </a:extLst>
          </p:cNvPr>
          <p:cNvSpPr txBox="1"/>
          <p:nvPr/>
        </p:nvSpPr>
        <p:spPr>
          <a:xfrm>
            <a:off x="8115775" y="2451745"/>
            <a:ext cx="731520"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Conversion Tracking</a:t>
            </a:r>
          </a:p>
        </p:txBody>
      </p:sp>
      <p:sp>
        <p:nvSpPr>
          <p:cNvPr id="236" name="Oval 235">
            <a:extLst>
              <a:ext uri="{FF2B5EF4-FFF2-40B4-BE49-F238E27FC236}">
                <a16:creationId xmlns:a16="http://schemas.microsoft.com/office/drawing/2014/main" id="{6293B0A1-950D-261D-6DB6-30CBDB1672CB}"/>
              </a:ext>
            </a:extLst>
          </p:cNvPr>
          <p:cNvSpPr/>
          <p:nvPr/>
        </p:nvSpPr>
        <p:spPr>
          <a:xfrm>
            <a:off x="6905956" y="2787555"/>
            <a:ext cx="62217" cy="68364"/>
          </a:xfrm>
          <a:prstGeom prst="ellipse">
            <a:avLst/>
          </a:prstGeom>
          <a:solidFill>
            <a:srgbClr val="F95DB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7" name="Oval 236">
            <a:extLst>
              <a:ext uri="{FF2B5EF4-FFF2-40B4-BE49-F238E27FC236}">
                <a16:creationId xmlns:a16="http://schemas.microsoft.com/office/drawing/2014/main" id="{30A92762-A5C2-8582-7CEA-004A7FC833F8}"/>
              </a:ext>
            </a:extLst>
          </p:cNvPr>
          <p:cNvSpPr/>
          <p:nvPr/>
        </p:nvSpPr>
        <p:spPr>
          <a:xfrm>
            <a:off x="7050155" y="2787555"/>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8" name="Oval 237">
            <a:extLst>
              <a:ext uri="{FF2B5EF4-FFF2-40B4-BE49-F238E27FC236}">
                <a16:creationId xmlns:a16="http://schemas.microsoft.com/office/drawing/2014/main" id="{725E2B55-3A38-6839-8839-1657F97D3AFB}"/>
              </a:ext>
            </a:extLst>
          </p:cNvPr>
          <p:cNvSpPr/>
          <p:nvPr/>
        </p:nvSpPr>
        <p:spPr>
          <a:xfrm>
            <a:off x="8406319"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39" name="Oval 238">
            <a:extLst>
              <a:ext uri="{FF2B5EF4-FFF2-40B4-BE49-F238E27FC236}">
                <a16:creationId xmlns:a16="http://schemas.microsoft.com/office/drawing/2014/main" id="{6CE080FC-FD04-0AC0-1D1C-B7C1B66BD42C}"/>
              </a:ext>
            </a:extLst>
          </p:cNvPr>
          <p:cNvSpPr/>
          <p:nvPr/>
        </p:nvSpPr>
        <p:spPr>
          <a:xfrm>
            <a:off x="9274093" y="2787555"/>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40" name="Rectangle 239">
            <a:extLst>
              <a:ext uri="{FF2B5EF4-FFF2-40B4-BE49-F238E27FC236}">
                <a16:creationId xmlns:a16="http://schemas.microsoft.com/office/drawing/2014/main" id="{562E5733-083D-1663-37A1-1A53806D7267}"/>
              </a:ext>
            </a:extLst>
          </p:cNvPr>
          <p:cNvSpPr/>
          <p:nvPr/>
        </p:nvSpPr>
        <p:spPr>
          <a:xfrm>
            <a:off x="9058932" y="4221543"/>
            <a:ext cx="201143" cy="160464"/>
          </a:xfrm>
          <a:prstGeom prst="rect">
            <a:avLst/>
          </a:prstGeom>
          <a:solidFill>
            <a:srgbClr val="FFC00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41" name="Elbow Connector 240">
            <a:extLst>
              <a:ext uri="{FF2B5EF4-FFF2-40B4-BE49-F238E27FC236}">
                <a16:creationId xmlns:a16="http://schemas.microsoft.com/office/drawing/2014/main" id="{090973DD-05A9-8B6A-122A-9D64B9FD7027}"/>
              </a:ext>
            </a:extLst>
          </p:cNvPr>
          <p:cNvCxnSpPr>
            <a:cxnSpLocks/>
            <a:stCxn id="240" idx="0"/>
            <a:endCxn id="64" idx="2"/>
          </p:cNvCxnSpPr>
          <p:nvPr/>
        </p:nvCxnSpPr>
        <p:spPr>
          <a:xfrm rot="5400000" flipH="1" flipV="1">
            <a:off x="9119609" y="3814038"/>
            <a:ext cx="447401" cy="36761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Elbow Connector 241">
            <a:extLst>
              <a:ext uri="{FF2B5EF4-FFF2-40B4-BE49-F238E27FC236}">
                <a16:creationId xmlns:a16="http://schemas.microsoft.com/office/drawing/2014/main" id="{CADD0419-A3DF-5448-3E1C-607B94A43BF2}"/>
              </a:ext>
            </a:extLst>
          </p:cNvPr>
          <p:cNvCxnSpPr>
            <a:cxnSpLocks/>
            <a:stCxn id="265" idx="0"/>
            <a:endCxn id="64" idx="2"/>
          </p:cNvCxnSpPr>
          <p:nvPr/>
        </p:nvCxnSpPr>
        <p:spPr>
          <a:xfrm rot="16200000" flipV="1">
            <a:off x="9368071" y="3933185"/>
            <a:ext cx="439704" cy="12161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3" name="Group 242">
            <a:extLst>
              <a:ext uri="{FF2B5EF4-FFF2-40B4-BE49-F238E27FC236}">
                <a16:creationId xmlns:a16="http://schemas.microsoft.com/office/drawing/2014/main" id="{A55F33AA-F9E5-28A5-9796-B7803F97FE28}"/>
              </a:ext>
            </a:extLst>
          </p:cNvPr>
          <p:cNvGrpSpPr/>
          <p:nvPr/>
        </p:nvGrpSpPr>
        <p:grpSpPr>
          <a:xfrm>
            <a:off x="6521013" y="4211993"/>
            <a:ext cx="201144" cy="180001"/>
            <a:chOff x="2000422" y="2990995"/>
            <a:chExt cx="253345" cy="253345"/>
          </a:xfrm>
        </p:grpSpPr>
        <p:sp>
          <p:nvSpPr>
            <p:cNvPr id="244" name="Rectangle 243">
              <a:extLst>
                <a:ext uri="{FF2B5EF4-FFF2-40B4-BE49-F238E27FC236}">
                  <a16:creationId xmlns:a16="http://schemas.microsoft.com/office/drawing/2014/main" id="{196DB722-A055-8409-B1E5-9BACEC00AE9D}"/>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45" name="Graphic 244">
              <a:extLst>
                <a:ext uri="{FF2B5EF4-FFF2-40B4-BE49-F238E27FC236}">
                  <a16:creationId xmlns:a16="http://schemas.microsoft.com/office/drawing/2014/main" id="{386722AE-9169-7A5D-06C5-38099680DD84}"/>
                </a:ext>
              </a:extLst>
            </p:cNvPr>
            <p:cNvPicPr>
              <a:picLocks noChangeAspect="1"/>
            </p:cNvPicPr>
            <p:nvPr/>
          </p:nvPicPr>
          <p:blipFill>
            <a:blip r:embed="rId2">
              <a:extLst>
                <a:ext uri="{96DAC541-7B7A-43D3-8B79-37D633B846F1}">
                  <asvg:svgBlip xmlns:asvg="http://schemas.microsoft.com/office/drawing/2016/SVG/main" r:embed="rId10"/>
                </a:ext>
              </a:extLst>
            </a:blip>
            <a:srcRect/>
            <a:stretch/>
          </p:blipFill>
          <p:spPr>
            <a:xfrm>
              <a:off x="2000422" y="2990995"/>
              <a:ext cx="253345" cy="253345"/>
            </a:xfrm>
            <a:prstGeom prst="rect">
              <a:avLst/>
            </a:prstGeom>
          </p:spPr>
        </p:pic>
      </p:grpSp>
      <p:grpSp>
        <p:nvGrpSpPr>
          <p:cNvPr id="246" name="Group 245">
            <a:extLst>
              <a:ext uri="{FF2B5EF4-FFF2-40B4-BE49-F238E27FC236}">
                <a16:creationId xmlns:a16="http://schemas.microsoft.com/office/drawing/2014/main" id="{D7C4EA8C-D13B-ADF9-DBA7-DCCDB2969EA5}"/>
              </a:ext>
            </a:extLst>
          </p:cNvPr>
          <p:cNvGrpSpPr/>
          <p:nvPr/>
        </p:nvGrpSpPr>
        <p:grpSpPr>
          <a:xfrm>
            <a:off x="6754177" y="4212194"/>
            <a:ext cx="201143" cy="188059"/>
            <a:chOff x="1439009" y="3914251"/>
            <a:chExt cx="201143" cy="188059"/>
          </a:xfrm>
        </p:grpSpPr>
        <p:sp>
          <p:nvSpPr>
            <p:cNvPr id="247" name="Rectangle 246">
              <a:extLst>
                <a:ext uri="{FF2B5EF4-FFF2-40B4-BE49-F238E27FC236}">
                  <a16:creationId xmlns:a16="http://schemas.microsoft.com/office/drawing/2014/main" id="{0AF72DBB-9E2E-6F96-4A7F-A0DA2C6BEE6E}"/>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48" name="Graphic 247" descr="Chat outline">
              <a:extLst>
                <a:ext uri="{FF2B5EF4-FFF2-40B4-BE49-F238E27FC236}">
                  <a16:creationId xmlns:a16="http://schemas.microsoft.com/office/drawing/2014/main" id="{0283E4EF-A049-CB5E-1B6F-CF7634E2CB8D}"/>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1458010" y="3945258"/>
              <a:ext cx="170113" cy="157052"/>
            </a:xfrm>
            <a:prstGeom prst="rect">
              <a:avLst/>
            </a:prstGeom>
          </p:spPr>
        </p:pic>
      </p:grpSp>
      <p:grpSp>
        <p:nvGrpSpPr>
          <p:cNvPr id="249" name="Group 248">
            <a:extLst>
              <a:ext uri="{FF2B5EF4-FFF2-40B4-BE49-F238E27FC236}">
                <a16:creationId xmlns:a16="http://schemas.microsoft.com/office/drawing/2014/main" id="{2F2D0309-7120-7E98-7E54-F0CDBDCF7E16}"/>
              </a:ext>
            </a:extLst>
          </p:cNvPr>
          <p:cNvGrpSpPr>
            <a:grpSpLocks noChangeAspect="1"/>
          </p:cNvGrpSpPr>
          <p:nvPr/>
        </p:nvGrpSpPr>
        <p:grpSpPr>
          <a:xfrm>
            <a:off x="6997380" y="4217851"/>
            <a:ext cx="182857" cy="182879"/>
            <a:chOff x="2724405" y="3881760"/>
            <a:chExt cx="201143" cy="187817"/>
          </a:xfrm>
        </p:grpSpPr>
        <p:sp>
          <p:nvSpPr>
            <p:cNvPr id="250" name="Rectangle 249">
              <a:extLst>
                <a:ext uri="{FF2B5EF4-FFF2-40B4-BE49-F238E27FC236}">
                  <a16:creationId xmlns:a16="http://schemas.microsoft.com/office/drawing/2014/main" id="{2C40F6B9-CC47-DE20-3E28-6E5B35893F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1" name="Graphic 250" descr="Tools outline">
              <a:extLst>
                <a:ext uri="{FF2B5EF4-FFF2-40B4-BE49-F238E27FC236}">
                  <a16:creationId xmlns:a16="http://schemas.microsoft.com/office/drawing/2014/main" id="{6B05B8A5-9FBA-DDCB-8843-5AFFFF43EE00}"/>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2733654" y="3881939"/>
              <a:ext cx="187638" cy="187638"/>
            </a:xfrm>
            <a:prstGeom prst="rect">
              <a:avLst/>
            </a:prstGeom>
          </p:spPr>
        </p:pic>
      </p:grpSp>
      <p:grpSp>
        <p:nvGrpSpPr>
          <p:cNvPr id="252" name="Group 251">
            <a:extLst>
              <a:ext uri="{FF2B5EF4-FFF2-40B4-BE49-F238E27FC236}">
                <a16:creationId xmlns:a16="http://schemas.microsoft.com/office/drawing/2014/main" id="{1C763E58-E2DF-EDBD-9A3E-A688EC1E43D8}"/>
              </a:ext>
            </a:extLst>
          </p:cNvPr>
          <p:cNvGrpSpPr/>
          <p:nvPr/>
        </p:nvGrpSpPr>
        <p:grpSpPr>
          <a:xfrm>
            <a:off x="7674164" y="4211875"/>
            <a:ext cx="201144" cy="180001"/>
            <a:chOff x="2000422" y="2990995"/>
            <a:chExt cx="253345" cy="253345"/>
          </a:xfrm>
        </p:grpSpPr>
        <p:sp>
          <p:nvSpPr>
            <p:cNvPr id="253" name="Rectangle 252">
              <a:extLst>
                <a:ext uri="{FF2B5EF4-FFF2-40B4-BE49-F238E27FC236}">
                  <a16:creationId xmlns:a16="http://schemas.microsoft.com/office/drawing/2014/main" id="{51047FC5-FFE0-858C-1D97-55170B9F01D0}"/>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54" name="Graphic 253">
              <a:extLst>
                <a:ext uri="{FF2B5EF4-FFF2-40B4-BE49-F238E27FC236}">
                  <a16:creationId xmlns:a16="http://schemas.microsoft.com/office/drawing/2014/main" id="{BD2460DE-2073-9CBE-C81A-09FC960C2369}"/>
                </a:ext>
              </a:extLst>
            </p:cNvPr>
            <p:cNvPicPr>
              <a:picLocks noChangeAspect="1"/>
            </p:cNvPicPr>
            <p:nvPr/>
          </p:nvPicPr>
          <p:blipFill>
            <a:blip r:embed="rId2">
              <a:extLst>
                <a:ext uri="{96DAC541-7B7A-43D3-8B79-37D633B846F1}">
                  <asvg:svgBlip xmlns:asvg="http://schemas.microsoft.com/office/drawing/2016/SVG/main" r:embed="rId10"/>
                </a:ext>
              </a:extLst>
            </a:blip>
            <a:srcRect/>
            <a:stretch/>
          </p:blipFill>
          <p:spPr>
            <a:xfrm>
              <a:off x="2000422" y="2990995"/>
              <a:ext cx="253345" cy="253345"/>
            </a:xfrm>
            <a:prstGeom prst="rect">
              <a:avLst/>
            </a:prstGeom>
          </p:spPr>
        </p:pic>
      </p:grpSp>
      <p:grpSp>
        <p:nvGrpSpPr>
          <p:cNvPr id="255" name="Group 254">
            <a:extLst>
              <a:ext uri="{FF2B5EF4-FFF2-40B4-BE49-F238E27FC236}">
                <a16:creationId xmlns:a16="http://schemas.microsoft.com/office/drawing/2014/main" id="{21D83A4A-B1E4-6B70-2D81-100E00DBF270}"/>
              </a:ext>
            </a:extLst>
          </p:cNvPr>
          <p:cNvGrpSpPr/>
          <p:nvPr/>
        </p:nvGrpSpPr>
        <p:grpSpPr>
          <a:xfrm>
            <a:off x="7907328" y="4212076"/>
            <a:ext cx="201143" cy="188059"/>
            <a:chOff x="1439009" y="3914251"/>
            <a:chExt cx="201143" cy="188059"/>
          </a:xfrm>
        </p:grpSpPr>
        <p:sp>
          <p:nvSpPr>
            <p:cNvPr id="256" name="Rectangle 255">
              <a:extLst>
                <a:ext uri="{FF2B5EF4-FFF2-40B4-BE49-F238E27FC236}">
                  <a16:creationId xmlns:a16="http://schemas.microsoft.com/office/drawing/2014/main" id="{D853C95E-DB93-4932-F1A3-FB7FF2CD6BA0}"/>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57" name="Graphic 256" descr="Chat outline">
              <a:extLst>
                <a:ext uri="{FF2B5EF4-FFF2-40B4-BE49-F238E27FC236}">
                  <a16:creationId xmlns:a16="http://schemas.microsoft.com/office/drawing/2014/main" id="{59CEB398-4230-9782-EF52-E7C83044B28B}"/>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1458010" y="3945258"/>
              <a:ext cx="170113" cy="157052"/>
            </a:xfrm>
            <a:prstGeom prst="rect">
              <a:avLst/>
            </a:prstGeom>
          </p:spPr>
        </p:pic>
      </p:grpSp>
      <p:grpSp>
        <p:nvGrpSpPr>
          <p:cNvPr id="258" name="Group 257">
            <a:extLst>
              <a:ext uri="{FF2B5EF4-FFF2-40B4-BE49-F238E27FC236}">
                <a16:creationId xmlns:a16="http://schemas.microsoft.com/office/drawing/2014/main" id="{060265F4-CD6A-B694-E711-DF49249AA437}"/>
              </a:ext>
            </a:extLst>
          </p:cNvPr>
          <p:cNvGrpSpPr>
            <a:grpSpLocks noChangeAspect="1"/>
          </p:cNvGrpSpPr>
          <p:nvPr/>
        </p:nvGrpSpPr>
        <p:grpSpPr>
          <a:xfrm>
            <a:off x="8150531" y="4217733"/>
            <a:ext cx="182857" cy="182879"/>
            <a:chOff x="2724405" y="3881760"/>
            <a:chExt cx="201143" cy="187817"/>
          </a:xfrm>
        </p:grpSpPr>
        <p:sp>
          <p:nvSpPr>
            <p:cNvPr id="259" name="Rectangle 258">
              <a:extLst>
                <a:ext uri="{FF2B5EF4-FFF2-40B4-BE49-F238E27FC236}">
                  <a16:creationId xmlns:a16="http://schemas.microsoft.com/office/drawing/2014/main" id="{332A6511-7301-A600-893E-EA341E9088D1}"/>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0" name="Graphic 259" descr="Tools outline">
              <a:extLst>
                <a:ext uri="{FF2B5EF4-FFF2-40B4-BE49-F238E27FC236}">
                  <a16:creationId xmlns:a16="http://schemas.microsoft.com/office/drawing/2014/main" id="{7924AF1A-2BAC-E844-015C-3C757AB42029}"/>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2733654" y="3881939"/>
              <a:ext cx="187638" cy="187638"/>
            </a:xfrm>
            <a:prstGeom prst="rect">
              <a:avLst/>
            </a:prstGeom>
          </p:spPr>
        </p:pic>
      </p:grpSp>
      <p:grpSp>
        <p:nvGrpSpPr>
          <p:cNvPr id="261" name="Group 260">
            <a:extLst>
              <a:ext uri="{FF2B5EF4-FFF2-40B4-BE49-F238E27FC236}">
                <a16:creationId xmlns:a16="http://schemas.microsoft.com/office/drawing/2014/main" id="{B2C822E4-543A-EA48-A6C4-E3CD49793572}"/>
              </a:ext>
            </a:extLst>
          </p:cNvPr>
          <p:cNvGrpSpPr/>
          <p:nvPr/>
        </p:nvGrpSpPr>
        <p:grpSpPr>
          <a:xfrm>
            <a:off x="9314995" y="4213645"/>
            <a:ext cx="201144" cy="180001"/>
            <a:chOff x="2000422" y="2990995"/>
            <a:chExt cx="253345" cy="253345"/>
          </a:xfrm>
        </p:grpSpPr>
        <p:sp>
          <p:nvSpPr>
            <p:cNvPr id="262" name="Rectangle 261">
              <a:extLst>
                <a:ext uri="{FF2B5EF4-FFF2-40B4-BE49-F238E27FC236}">
                  <a16:creationId xmlns:a16="http://schemas.microsoft.com/office/drawing/2014/main" id="{749D8BC1-46BF-3FD6-F1D5-83CC2CDD8513}"/>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63" name="Graphic 262">
              <a:extLst>
                <a:ext uri="{FF2B5EF4-FFF2-40B4-BE49-F238E27FC236}">
                  <a16:creationId xmlns:a16="http://schemas.microsoft.com/office/drawing/2014/main" id="{B08AAC3E-A1CB-6DAA-6CA3-F55BBB3577F0}"/>
                </a:ext>
              </a:extLst>
            </p:cNvPr>
            <p:cNvPicPr>
              <a:picLocks noChangeAspect="1"/>
            </p:cNvPicPr>
            <p:nvPr/>
          </p:nvPicPr>
          <p:blipFill>
            <a:blip r:embed="rId2">
              <a:extLst>
                <a:ext uri="{96DAC541-7B7A-43D3-8B79-37D633B846F1}">
                  <asvg:svgBlip xmlns:asvg="http://schemas.microsoft.com/office/drawing/2016/SVG/main" r:embed="rId10"/>
                </a:ext>
              </a:extLst>
            </a:blip>
            <a:srcRect/>
            <a:stretch/>
          </p:blipFill>
          <p:spPr>
            <a:xfrm>
              <a:off x="2000422" y="2990995"/>
              <a:ext cx="253345" cy="253345"/>
            </a:xfrm>
            <a:prstGeom prst="rect">
              <a:avLst/>
            </a:prstGeom>
          </p:spPr>
        </p:pic>
      </p:grpSp>
      <p:grpSp>
        <p:nvGrpSpPr>
          <p:cNvPr id="264" name="Group 263">
            <a:extLst>
              <a:ext uri="{FF2B5EF4-FFF2-40B4-BE49-F238E27FC236}">
                <a16:creationId xmlns:a16="http://schemas.microsoft.com/office/drawing/2014/main" id="{98752F3B-B076-FBA4-EF8B-2CF03D112D23}"/>
              </a:ext>
            </a:extLst>
          </p:cNvPr>
          <p:cNvGrpSpPr/>
          <p:nvPr/>
        </p:nvGrpSpPr>
        <p:grpSpPr>
          <a:xfrm>
            <a:off x="9548159" y="4213846"/>
            <a:ext cx="201143" cy="188059"/>
            <a:chOff x="1439009" y="3914251"/>
            <a:chExt cx="201143" cy="188059"/>
          </a:xfrm>
        </p:grpSpPr>
        <p:sp>
          <p:nvSpPr>
            <p:cNvPr id="265" name="Rectangle 264">
              <a:extLst>
                <a:ext uri="{FF2B5EF4-FFF2-40B4-BE49-F238E27FC236}">
                  <a16:creationId xmlns:a16="http://schemas.microsoft.com/office/drawing/2014/main" id="{4ADE8779-4BC9-0507-EF8E-A38F7982D7EC}"/>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6" name="Graphic 265" descr="Chat outline">
              <a:extLst>
                <a:ext uri="{FF2B5EF4-FFF2-40B4-BE49-F238E27FC236}">
                  <a16:creationId xmlns:a16="http://schemas.microsoft.com/office/drawing/2014/main" id="{5F6DBC63-FA29-799E-D918-9875C36615D4}"/>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1458010" y="3945258"/>
              <a:ext cx="170113" cy="157052"/>
            </a:xfrm>
            <a:prstGeom prst="rect">
              <a:avLst/>
            </a:prstGeom>
          </p:spPr>
        </p:pic>
      </p:grpSp>
      <p:grpSp>
        <p:nvGrpSpPr>
          <p:cNvPr id="267" name="Group 266">
            <a:extLst>
              <a:ext uri="{FF2B5EF4-FFF2-40B4-BE49-F238E27FC236}">
                <a16:creationId xmlns:a16="http://schemas.microsoft.com/office/drawing/2014/main" id="{2AF9DFA6-3B6D-1436-3F06-5591961FA56A}"/>
              </a:ext>
            </a:extLst>
          </p:cNvPr>
          <p:cNvGrpSpPr>
            <a:grpSpLocks noChangeAspect="1"/>
          </p:cNvGrpSpPr>
          <p:nvPr/>
        </p:nvGrpSpPr>
        <p:grpSpPr>
          <a:xfrm>
            <a:off x="9791362" y="4219503"/>
            <a:ext cx="182857" cy="182879"/>
            <a:chOff x="2724405" y="3881760"/>
            <a:chExt cx="201143" cy="187817"/>
          </a:xfrm>
        </p:grpSpPr>
        <p:sp>
          <p:nvSpPr>
            <p:cNvPr id="268" name="Rectangle 267">
              <a:extLst>
                <a:ext uri="{FF2B5EF4-FFF2-40B4-BE49-F238E27FC236}">
                  <a16:creationId xmlns:a16="http://schemas.microsoft.com/office/drawing/2014/main" id="{B68A38A2-1A78-0087-7C9A-DE97859BD93B}"/>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69" name="Graphic 268" descr="Tools outline">
              <a:extLst>
                <a:ext uri="{FF2B5EF4-FFF2-40B4-BE49-F238E27FC236}">
                  <a16:creationId xmlns:a16="http://schemas.microsoft.com/office/drawing/2014/main" id="{C130AD54-25AD-558A-40F2-9CB21E048822}"/>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2733654" y="3881939"/>
              <a:ext cx="187638" cy="187638"/>
            </a:xfrm>
            <a:prstGeom prst="rect">
              <a:avLst/>
            </a:prstGeom>
          </p:spPr>
        </p:pic>
      </p:grpSp>
      <p:sp>
        <p:nvSpPr>
          <p:cNvPr id="270" name="TextBox 269">
            <a:extLst>
              <a:ext uri="{FF2B5EF4-FFF2-40B4-BE49-F238E27FC236}">
                <a16:creationId xmlns:a16="http://schemas.microsoft.com/office/drawing/2014/main" id="{A1C01F60-1559-7900-3AF8-C1F7642BF8CA}"/>
              </a:ext>
            </a:extLst>
          </p:cNvPr>
          <p:cNvSpPr txBox="1"/>
          <p:nvPr/>
        </p:nvSpPr>
        <p:spPr>
          <a:xfrm>
            <a:off x="10398455" y="2444745"/>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Bottleneck resolution</a:t>
            </a:r>
          </a:p>
        </p:txBody>
      </p:sp>
      <p:sp>
        <p:nvSpPr>
          <p:cNvPr id="271" name="TextBox 270">
            <a:extLst>
              <a:ext uri="{FF2B5EF4-FFF2-40B4-BE49-F238E27FC236}">
                <a16:creationId xmlns:a16="http://schemas.microsoft.com/office/drawing/2014/main" id="{4115E1A8-5155-0BE7-2CF2-180FBBF5AFBA}"/>
              </a:ext>
            </a:extLst>
          </p:cNvPr>
          <p:cNvSpPr txBox="1"/>
          <p:nvPr/>
        </p:nvSpPr>
        <p:spPr>
          <a:xfrm>
            <a:off x="11019317" y="2446680"/>
            <a:ext cx="558615" cy="216671"/>
          </a:xfrm>
          <a:prstGeom prst="roundRect">
            <a:avLst/>
          </a:prstGeom>
          <a:solidFill>
            <a:schemeClr val="tx1"/>
          </a:solidFill>
          <a:ln>
            <a:solidFill>
              <a:schemeClr val="bg1"/>
            </a:solidFill>
          </a:ln>
        </p:spPr>
        <p:txBody>
          <a:bodyPr vert="horz" wrap="square" lIns="45720" tIns="45720" rIns="45720" bIns="46800" rtlCol="0" anchor="ctr">
            <a:noAutofit/>
          </a:bodyPr>
          <a:lstStyle>
            <a:defPPr>
              <a:defRPr lang="en-US"/>
            </a:defPPr>
            <a:lvl1pPr algn="ctr">
              <a:spcBef>
                <a:spcPct val="0"/>
              </a:spcBef>
              <a:defRPr sz="1000">
                <a:solidFill>
                  <a:srgbClr val="68D1F3"/>
                </a:solidFill>
                <a:latin typeface="Ubuntu"/>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Ubuntu"/>
                <a:ea typeface="+mn-ea"/>
                <a:cs typeface="+mn-cs"/>
              </a:rPr>
              <a:t>Approval</a:t>
            </a:r>
          </a:p>
        </p:txBody>
      </p:sp>
      <p:sp>
        <p:nvSpPr>
          <p:cNvPr id="272" name="Oval 271">
            <a:extLst>
              <a:ext uri="{FF2B5EF4-FFF2-40B4-BE49-F238E27FC236}">
                <a16:creationId xmlns:a16="http://schemas.microsoft.com/office/drawing/2014/main" id="{4BF4A857-8990-A8DC-B0CF-07E999C428D2}"/>
              </a:ext>
            </a:extLst>
          </p:cNvPr>
          <p:cNvSpPr/>
          <p:nvPr/>
        </p:nvSpPr>
        <p:spPr>
          <a:xfrm>
            <a:off x="9890061" y="279330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3" name="Oval 272">
            <a:extLst>
              <a:ext uri="{FF2B5EF4-FFF2-40B4-BE49-F238E27FC236}">
                <a16:creationId xmlns:a16="http://schemas.microsoft.com/office/drawing/2014/main" id="{1974C6C2-7837-9786-C499-C970CB9354EE}"/>
              </a:ext>
            </a:extLst>
          </p:cNvPr>
          <p:cNvSpPr/>
          <p:nvPr/>
        </p:nvSpPr>
        <p:spPr>
          <a:xfrm>
            <a:off x="10187663" y="2793309"/>
            <a:ext cx="62217" cy="68364"/>
          </a:xfrm>
          <a:prstGeom prst="ellipse">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4" name="Oval 273">
            <a:extLst>
              <a:ext uri="{FF2B5EF4-FFF2-40B4-BE49-F238E27FC236}">
                <a16:creationId xmlns:a16="http://schemas.microsoft.com/office/drawing/2014/main" id="{71003F20-B8E8-9374-869B-A857AA0834CC}"/>
              </a:ext>
            </a:extLst>
          </p:cNvPr>
          <p:cNvSpPr/>
          <p:nvPr/>
        </p:nvSpPr>
        <p:spPr>
          <a:xfrm>
            <a:off x="10025209"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5" name="Oval 274">
            <a:extLst>
              <a:ext uri="{FF2B5EF4-FFF2-40B4-BE49-F238E27FC236}">
                <a16:creationId xmlns:a16="http://schemas.microsoft.com/office/drawing/2014/main" id="{DC541EBB-6613-AD9C-9D31-D2B84238741A}"/>
              </a:ext>
            </a:extLst>
          </p:cNvPr>
          <p:cNvSpPr/>
          <p:nvPr/>
        </p:nvSpPr>
        <p:spPr>
          <a:xfrm>
            <a:off x="10522045" y="2793309"/>
            <a:ext cx="62217" cy="68364"/>
          </a:xfrm>
          <a:prstGeom prst="ellipse">
            <a:avLst/>
          </a:prstGeom>
          <a:solidFill>
            <a:schemeClr val="accent3">
              <a:lumMod val="50000"/>
              <a:lumOff val="5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6" name="Oval 275">
            <a:extLst>
              <a:ext uri="{FF2B5EF4-FFF2-40B4-BE49-F238E27FC236}">
                <a16:creationId xmlns:a16="http://schemas.microsoft.com/office/drawing/2014/main" id="{7D6AA047-2397-B53C-217D-546DAEDD0289}"/>
              </a:ext>
            </a:extLst>
          </p:cNvPr>
          <p:cNvSpPr/>
          <p:nvPr/>
        </p:nvSpPr>
        <p:spPr>
          <a:xfrm>
            <a:off x="10818214" y="2778929"/>
            <a:ext cx="62217" cy="68364"/>
          </a:xfrm>
          <a:prstGeom prst="ellipse">
            <a:avLst/>
          </a:prstGeom>
          <a:solidFill>
            <a:srgbClr val="FFC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sp>
        <p:nvSpPr>
          <p:cNvPr id="277" name="Rectangle 276">
            <a:extLst>
              <a:ext uri="{FF2B5EF4-FFF2-40B4-BE49-F238E27FC236}">
                <a16:creationId xmlns:a16="http://schemas.microsoft.com/office/drawing/2014/main" id="{43E9B19F-7FBD-DF53-522E-9FF2A36B28BC}"/>
              </a:ext>
            </a:extLst>
          </p:cNvPr>
          <p:cNvSpPr/>
          <p:nvPr/>
        </p:nvSpPr>
        <p:spPr>
          <a:xfrm>
            <a:off x="10278252" y="4193372"/>
            <a:ext cx="993130" cy="2286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chemeClr val="tx1"/>
              </a:solidFill>
              <a:effectLst/>
              <a:uLnTx/>
              <a:uFillTx/>
              <a:latin typeface="Ubuntu"/>
              <a:ea typeface="+mn-ea"/>
              <a:cs typeface="+mn-cs"/>
            </a:endParaRPr>
          </a:p>
        </p:txBody>
      </p:sp>
      <p:cxnSp>
        <p:nvCxnSpPr>
          <p:cNvPr id="278" name="Elbow Connector 277">
            <a:extLst>
              <a:ext uri="{FF2B5EF4-FFF2-40B4-BE49-F238E27FC236}">
                <a16:creationId xmlns:a16="http://schemas.microsoft.com/office/drawing/2014/main" id="{1F49A6A6-1103-493F-3177-7D6AEBC63282}"/>
              </a:ext>
            </a:extLst>
          </p:cNvPr>
          <p:cNvCxnSpPr>
            <a:cxnSpLocks/>
            <a:stCxn id="286" idx="0"/>
            <a:endCxn id="71" idx="2"/>
          </p:cNvCxnSpPr>
          <p:nvPr/>
        </p:nvCxnSpPr>
        <p:spPr>
          <a:xfrm rot="5400000" flipH="1" flipV="1">
            <a:off x="10388029" y="3829139"/>
            <a:ext cx="445097" cy="335104"/>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Elbow Connector 278">
            <a:extLst>
              <a:ext uri="{FF2B5EF4-FFF2-40B4-BE49-F238E27FC236}">
                <a16:creationId xmlns:a16="http://schemas.microsoft.com/office/drawing/2014/main" id="{83A84246-514A-9E85-7DF2-E17ABB79EF4B}"/>
              </a:ext>
            </a:extLst>
          </p:cNvPr>
          <p:cNvCxnSpPr>
            <a:cxnSpLocks/>
            <a:endCxn id="71" idx="2"/>
          </p:cNvCxnSpPr>
          <p:nvPr/>
        </p:nvCxnSpPr>
        <p:spPr>
          <a:xfrm rot="16200000" flipV="1">
            <a:off x="10620753" y="3931519"/>
            <a:ext cx="446873" cy="13212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0" name="Rectangle 279">
            <a:extLst>
              <a:ext uri="{FF2B5EF4-FFF2-40B4-BE49-F238E27FC236}">
                <a16:creationId xmlns:a16="http://schemas.microsoft.com/office/drawing/2014/main" id="{D47D2CAB-24B2-38FE-5FA3-2542A0456E7C}"/>
              </a:ext>
            </a:extLst>
          </p:cNvPr>
          <p:cNvSpPr/>
          <p:nvPr/>
        </p:nvSpPr>
        <p:spPr>
          <a:xfrm>
            <a:off x="11048254" y="4225117"/>
            <a:ext cx="201143" cy="180000"/>
          </a:xfrm>
          <a:prstGeom prst="rect">
            <a:avLst/>
          </a:prstGeom>
          <a:solidFill>
            <a:schemeClr val="accent1">
              <a:lumMod val="75000"/>
            </a:schemeClr>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cxnSp>
        <p:nvCxnSpPr>
          <p:cNvPr id="281" name="Elbow Connector 280">
            <a:extLst>
              <a:ext uri="{FF2B5EF4-FFF2-40B4-BE49-F238E27FC236}">
                <a16:creationId xmlns:a16="http://schemas.microsoft.com/office/drawing/2014/main" id="{D5DB4DA8-C95C-C1B8-CE71-DC5106053A69}"/>
              </a:ext>
            </a:extLst>
          </p:cNvPr>
          <p:cNvCxnSpPr>
            <a:cxnSpLocks/>
            <a:stCxn id="280" idx="0"/>
            <a:endCxn id="71" idx="2"/>
          </p:cNvCxnSpPr>
          <p:nvPr/>
        </p:nvCxnSpPr>
        <p:spPr>
          <a:xfrm rot="16200000" flipV="1">
            <a:off x="10737991" y="3814281"/>
            <a:ext cx="450975" cy="37069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2" name="Group 281">
            <a:extLst>
              <a:ext uri="{FF2B5EF4-FFF2-40B4-BE49-F238E27FC236}">
                <a16:creationId xmlns:a16="http://schemas.microsoft.com/office/drawing/2014/main" id="{26105504-A897-31E5-94DF-F9464317ED6F}"/>
              </a:ext>
            </a:extLst>
          </p:cNvPr>
          <p:cNvGrpSpPr/>
          <p:nvPr/>
        </p:nvGrpSpPr>
        <p:grpSpPr>
          <a:xfrm>
            <a:off x="6736163" y="3186804"/>
            <a:ext cx="230087" cy="230087"/>
            <a:chOff x="2000422" y="2990995"/>
            <a:chExt cx="253345" cy="253345"/>
          </a:xfrm>
        </p:grpSpPr>
        <p:sp>
          <p:nvSpPr>
            <p:cNvPr id="283" name="Rectangle 282">
              <a:extLst>
                <a:ext uri="{FF2B5EF4-FFF2-40B4-BE49-F238E27FC236}">
                  <a16:creationId xmlns:a16="http://schemas.microsoft.com/office/drawing/2014/main" id="{A51D23FF-9094-8DA0-F048-43E2C7BC087F}"/>
                </a:ext>
              </a:extLst>
            </p:cNvPr>
            <p:cNvSpPr/>
            <p:nvPr/>
          </p:nvSpPr>
          <p:spPr>
            <a:xfrm>
              <a:off x="2006167" y="2996740"/>
              <a:ext cx="241856" cy="241856"/>
            </a:xfrm>
            <a:prstGeom prst="rect">
              <a:avLst/>
            </a:prstGeom>
            <a:solidFill>
              <a:srgbClr val="F3455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4" name="Graphic 283">
              <a:extLst>
                <a:ext uri="{FF2B5EF4-FFF2-40B4-BE49-F238E27FC236}">
                  <a16:creationId xmlns:a16="http://schemas.microsoft.com/office/drawing/2014/main" id="{CDE1D2F9-CBDF-A38C-4EA8-0568EEE8456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2000422" y="2990995"/>
              <a:ext cx="253345" cy="253345"/>
            </a:xfrm>
            <a:prstGeom prst="rect">
              <a:avLst/>
            </a:prstGeom>
          </p:spPr>
        </p:pic>
      </p:grpSp>
      <p:grpSp>
        <p:nvGrpSpPr>
          <p:cNvPr id="285" name="Group 284">
            <a:extLst>
              <a:ext uri="{FF2B5EF4-FFF2-40B4-BE49-F238E27FC236}">
                <a16:creationId xmlns:a16="http://schemas.microsoft.com/office/drawing/2014/main" id="{DD89B676-D3D3-9F70-5C77-32982E9B21DB}"/>
              </a:ext>
            </a:extLst>
          </p:cNvPr>
          <p:cNvGrpSpPr/>
          <p:nvPr/>
        </p:nvGrpSpPr>
        <p:grpSpPr>
          <a:xfrm>
            <a:off x="10342453" y="4215157"/>
            <a:ext cx="201144" cy="180001"/>
            <a:chOff x="2000422" y="2990995"/>
            <a:chExt cx="253345" cy="253345"/>
          </a:xfrm>
        </p:grpSpPr>
        <p:sp>
          <p:nvSpPr>
            <p:cNvPr id="286" name="Rectangle 285">
              <a:extLst>
                <a:ext uri="{FF2B5EF4-FFF2-40B4-BE49-F238E27FC236}">
                  <a16:creationId xmlns:a16="http://schemas.microsoft.com/office/drawing/2014/main" id="{343EB3F7-BFD3-4BE8-90BD-E6216A337EBC}"/>
                </a:ext>
              </a:extLst>
            </p:cNvPr>
            <p:cNvSpPr/>
            <p:nvPr/>
          </p:nvSpPr>
          <p:spPr>
            <a:xfrm>
              <a:off x="2006167" y="2996740"/>
              <a:ext cx="241856" cy="241856"/>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FR" sz="1400" b="0" i="0" u="none" strike="noStrike" kern="1200" cap="none" spc="0" normalizeH="0" baseline="0" noProof="0" err="1">
                <a:ln>
                  <a:noFill/>
                </a:ln>
                <a:solidFill>
                  <a:schemeClr val="tx1"/>
                </a:solidFill>
                <a:effectLst/>
                <a:uLnTx/>
                <a:uFillTx/>
                <a:latin typeface="Ubuntu"/>
                <a:ea typeface="+mn-ea"/>
                <a:cs typeface="+mn-cs"/>
              </a:endParaRPr>
            </a:p>
          </p:txBody>
        </p:sp>
        <p:pic>
          <p:nvPicPr>
            <p:cNvPr id="287" name="Graphic 286">
              <a:extLst>
                <a:ext uri="{FF2B5EF4-FFF2-40B4-BE49-F238E27FC236}">
                  <a16:creationId xmlns:a16="http://schemas.microsoft.com/office/drawing/2014/main" id="{477E7F16-37C6-E31F-DAC4-CCD441C5414E}"/>
                </a:ext>
              </a:extLst>
            </p:cNvPr>
            <p:cNvPicPr>
              <a:picLocks noChangeAspect="1"/>
            </p:cNvPicPr>
            <p:nvPr/>
          </p:nvPicPr>
          <p:blipFill>
            <a:blip r:embed="rId2">
              <a:extLst>
                <a:ext uri="{96DAC541-7B7A-43D3-8B79-37D633B846F1}">
                  <asvg:svgBlip xmlns:asvg="http://schemas.microsoft.com/office/drawing/2016/SVG/main" r:embed="rId10"/>
                </a:ext>
              </a:extLst>
            </a:blip>
            <a:srcRect/>
            <a:stretch/>
          </p:blipFill>
          <p:spPr>
            <a:xfrm>
              <a:off x="2000422" y="2990995"/>
              <a:ext cx="253345" cy="253345"/>
            </a:xfrm>
            <a:prstGeom prst="rect">
              <a:avLst/>
            </a:prstGeom>
          </p:spPr>
        </p:pic>
      </p:grpSp>
      <p:grpSp>
        <p:nvGrpSpPr>
          <p:cNvPr id="288" name="Group 287">
            <a:extLst>
              <a:ext uri="{FF2B5EF4-FFF2-40B4-BE49-F238E27FC236}">
                <a16:creationId xmlns:a16="http://schemas.microsoft.com/office/drawing/2014/main" id="{ED6FAF13-6BE7-43B6-376B-4158F70E93FE}"/>
              </a:ext>
            </a:extLst>
          </p:cNvPr>
          <p:cNvGrpSpPr/>
          <p:nvPr/>
        </p:nvGrpSpPr>
        <p:grpSpPr>
          <a:xfrm>
            <a:off x="10575617" y="4215358"/>
            <a:ext cx="201143" cy="188059"/>
            <a:chOff x="1439009" y="3914251"/>
            <a:chExt cx="201143" cy="188059"/>
          </a:xfrm>
        </p:grpSpPr>
        <p:sp>
          <p:nvSpPr>
            <p:cNvPr id="289" name="Rectangle 288">
              <a:extLst>
                <a:ext uri="{FF2B5EF4-FFF2-40B4-BE49-F238E27FC236}">
                  <a16:creationId xmlns:a16="http://schemas.microsoft.com/office/drawing/2014/main" id="{E3FC445D-DC9D-5AB4-0440-1199DBC811B2}"/>
                </a:ext>
              </a:extLst>
            </p:cNvPr>
            <p:cNvSpPr/>
            <p:nvPr/>
          </p:nvSpPr>
          <p:spPr>
            <a:xfrm>
              <a:off x="1439009" y="3914251"/>
              <a:ext cx="201143" cy="180000"/>
            </a:xfrm>
            <a:prstGeom prst="rect">
              <a:avLst/>
            </a:prstGeom>
            <a:solidFill>
              <a:srgbClr val="E556AE"/>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0" name="Graphic 289" descr="Chat outline">
              <a:extLst>
                <a:ext uri="{FF2B5EF4-FFF2-40B4-BE49-F238E27FC236}">
                  <a16:creationId xmlns:a16="http://schemas.microsoft.com/office/drawing/2014/main" id="{B2FF816A-CA43-F2FE-6147-8EFC32FB746F}"/>
                </a:ext>
              </a:extLst>
            </p:cNvPr>
            <p:cNvPicPr>
              <a:picLocks noChangeAspect="1"/>
            </p:cNvPicPr>
            <p:nvPr/>
          </p:nvPicPr>
          <p:blipFill>
            <a:blip r:embed="rId8">
              <a:extLst>
                <a:ext uri="{96DAC541-7B7A-43D3-8B79-37D633B846F1}">
                  <asvg:svgBlip xmlns:asvg="http://schemas.microsoft.com/office/drawing/2016/SVG/main" r:embed="rId9"/>
                </a:ext>
              </a:extLst>
            </a:blip>
            <a:srcRect t="10263" b="1"/>
            <a:stretch/>
          </p:blipFill>
          <p:spPr>
            <a:xfrm>
              <a:off x="1458010" y="3945258"/>
              <a:ext cx="170113" cy="157052"/>
            </a:xfrm>
            <a:prstGeom prst="rect">
              <a:avLst/>
            </a:prstGeom>
          </p:spPr>
        </p:pic>
      </p:grpSp>
      <p:grpSp>
        <p:nvGrpSpPr>
          <p:cNvPr id="291" name="Group 290">
            <a:extLst>
              <a:ext uri="{FF2B5EF4-FFF2-40B4-BE49-F238E27FC236}">
                <a16:creationId xmlns:a16="http://schemas.microsoft.com/office/drawing/2014/main" id="{3A95CBE5-A9BF-93EF-7E74-184A4A3208EB}"/>
              </a:ext>
            </a:extLst>
          </p:cNvPr>
          <p:cNvGrpSpPr>
            <a:grpSpLocks noChangeAspect="1"/>
          </p:cNvGrpSpPr>
          <p:nvPr/>
        </p:nvGrpSpPr>
        <p:grpSpPr>
          <a:xfrm>
            <a:off x="10818820" y="4221015"/>
            <a:ext cx="182857" cy="182879"/>
            <a:chOff x="2724405" y="3881760"/>
            <a:chExt cx="201143" cy="187817"/>
          </a:xfrm>
        </p:grpSpPr>
        <p:sp>
          <p:nvSpPr>
            <p:cNvPr id="292" name="Rectangle 291">
              <a:extLst>
                <a:ext uri="{FF2B5EF4-FFF2-40B4-BE49-F238E27FC236}">
                  <a16:creationId xmlns:a16="http://schemas.microsoft.com/office/drawing/2014/main" id="{E11A02A4-FAAA-12AC-73B6-3A75077DE970}"/>
                </a:ext>
              </a:extLst>
            </p:cNvPr>
            <p:cNvSpPr/>
            <p:nvPr/>
          </p:nvSpPr>
          <p:spPr>
            <a:xfrm>
              <a:off x="2724405" y="3881760"/>
              <a:ext cx="201143" cy="180000"/>
            </a:xfrm>
            <a:prstGeom prst="rect">
              <a:avLst/>
            </a:prstGeom>
            <a:solidFill>
              <a:srgbClr val="00B050"/>
            </a:solidFill>
            <a:ln>
              <a:solidFill>
                <a:schemeClr val="tx1"/>
              </a:solidFill>
            </a:ln>
          </p:spPr>
          <p:txBody>
            <a:bodyPr vert="horz" wrap="square" lIns="45720" tIns="45720" rIns="45720" bIns="4680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700" b="1" i="1" u="none" strike="noStrike" kern="1200" cap="none" spc="0" normalizeH="0" baseline="0" noProof="0">
                <a:ln>
                  <a:noFill/>
                </a:ln>
                <a:effectLst/>
                <a:uLnTx/>
                <a:uFillTx/>
                <a:latin typeface="Ubuntu"/>
                <a:ea typeface="+mn-ea"/>
                <a:cs typeface="+mn-cs"/>
              </a:endParaRPr>
            </a:p>
          </p:txBody>
        </p:sp>
        <p:pic>
          <p:nvPicPr>
            <p:cNvPr id="293" name="Graphic 292" descr="Tools outline">
              <a:extLst>
                <a:ext uri="{FF2B5EF4-FFF2-40B4-BE49-F238E27FC236}">
                  <a16:creationId xmlns:a16="http://schemas.microsoft.com/office/drawing/2014/main" id="{9FACA987-567E-7876-F93A-DB6F548CD8D3}"/>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2733654" y="3881939"/>
              <a:ext cx="187638" cy="187638"/>
            </a:xfrm>
            <a:prstGeom prst="rect">
              <a:avLst/>
            </a:prstGeom>
          </p:spPr>
        </p:pic>
      </p:gr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cxnSp>
        <p:nvCxnSpPr>
          <p:cNvPr id="304" name="Elbow Connector 303">
            <a:extLst>
              <a:ext uri="{FF2B5EF4-FFF2-40B4-BE49-F238E27FC236}">
                <a16:creationId xmlns:a16="http://schemas.microsoft.com/office/drawing/2014/main" id="{9ED264A3-2D0E-B7C4-37F3-52097B350A9F}"/>
              </a:ext>
            </a:extLst>
          </p:cNvPr>
          <p:cNvCxnSpPr>
            <a:cxnSpLocks/>
            <a:stCxn id="289" idx="0"/>
            <a:endCxn id="71" idx="2"/>
          </p:cNvCxnSpPr>
          <p:nvPr/>
        </p:nvCxnSpPr>
        <p:spPr>
          <a:xfrm rot="5400000" flipH="1" flipV="1">
            <a:off x="10506551" y="3943780"/>
            <a:ext cx="441216" cy="10194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Group 304">
            <a:extLst>
              <a:ext uri="{FF2B5EF4-FFF2-40B4-BE49-F238E27FC236}">
                <a16:creationId xmlns:a16="http://schemas.microsoft.com/office/drawing/2014/main" id="{B5258944-078F-77B8-2331-F50B0E6AB16E}"/>
              </a:ext>
            </a:extLst>
          </p:cNvPr>
          <p:cNvGrpSpPr/>
          <p:nvPr/>
        </p:nvGrpSpPr>
        <p:grpSpPr>
          <a:xfrm>
            <a:off x="8649187" y="5620191"/>
            <a:ext cx="2914393" cy="131284"/>
            <a:chOff x="8260676" y="974846"/>
            <a:chExt cx="2914393" cy="131284"/>
          </a:xfrm>
        </p:grpSpPr>
        <p:sp>
          <p:nvSpPr>
            <p:cNvPr id="306" name="Rectangle 305">
              <a:extLst>
                <a:ext uri="{FF2B5EF4-FFF2-40B4-BE49-F238E27FC236}">
                  <a16:creationId xmlns:a16="http://schemas.microsoft.com/office/drawing/2014/main" id="{BBCB93F9-42D1-F05F-E75B-2AD314CFB8BA}"/>
                </a:ext>
              </a:extLst>
            </p:cNvPr>
            <p:cNvSpPr/>
            <p:nvPr/>
          </p:nvSpPr>
          <p:spPr>
            <a:xfrm>
              <a:off x="10981239" y="990422"/>
              <a:ext cx="193830" cy="115708"/>
            </a:xfrm>
            <a:prstGeom prst="rect">
              <a:avLst/>
            </a:prstGeom>
            <a:solidFill>
              <a:srgbClr val="FF304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8" name="Rectangle 307">
              <a:extLst>
                <a:ext uri="{FF2B5EF4-FFF2-40B4-BE49-F238E27FC236}">
                  <a16:creationId xmlns:a16="http://schemas.microsoft.com/office/drawing/2014/main" id="{3EDC81DC-925A-9174-527E-D2848990562D}"/>
                </a:ext>
              </a:extLst>
            </p:cNvPr>
            <p:cNvSpPr/>
            <p:nvPr/>
          </p:nvSpPr>
          <p:spPr>
            <a:xfrm>
              <a:off x="9749231" y="990422"/>
              <a:ext cx="193830" cy="115708"/>
            </a:xfrm>
            <a:prstGeom prst="rect">
              <a:avLst/>
            </a:prstGeom>
            <a:solidFill>
              <a:srgbClr val="FFB24A"/>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09" name="ZoneTexte 52">
              <a:extLst>
                <a:ext uri="{FF2B5EF4-FFF2-40B4-BE49-F238E27FC236}">
                  <a16:creationId xmlns:a16="http://schemas.microsoft.com/office/drawing/2014/main" id="{D4D65649-327F-4E5D-0BF6-0CC848C5450A}"/>
                </a:ext>
              </a:extLst>
            </p:cNvPr>
            <p:cNvSpPr txBox="1"/>
            <p:nvPr/>
          </p:nvSpPr>
          <p:spPr>
            <a:xfrm>
              <a:off x="9984430" y="974846"/>
              <a:ext cx="277320"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AI/ML</a:t>
              </a:r>
            </a:p>
          </p:txBody>
        </p:sp>
        <p:sp>
          <p:nvSpPr>
            <p:cNvPr id="310" name="Rectangle 309">
              <a:extLst>
                <a:ext uri="{FF2B5EF4-FFF2-40B4-BE49-F238E27FC236}">
                  <a16:creationId xmlns:a16="http://schemas.microsoft.com/office/drawing/2014/main" id="{D019F243-997C-D462-7F7F-0E5963909ACA}"/>
                </a:ext>
              </a:extLst>
            </p:cNvPr>
            <p:cNvSpPr/>
            <p:nvPr/>
          </p:nvSpPr>
          <p:spPr>
            <a:xfrm>
              <a:off x="10352324" y="990422"/>
              <a:ext cx="193830" cy="115708"/>
            </a:xfrm>
            <a:prstGeom prst="rect">
              <a:avLst/>
            </a:prstGeom>
            <a:solidFill>
              <a:srgbClr val="E557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1" name="ZoneTexte 62">
              <a:extLst>
                <a:ext uri="{FF2B5EF4-FFF2-40B4-BE49-F238E27FC236}">
                  <a16:creationId xmlns:a16="http://schemas.microsoft.com/office/drawing/2014/main" id="{FD97BB79-0F46-C82D-70DF-1444F138F0BC}"/>
                </a:ext>
              </a:extLst>
            </p:cNvPr>
            <p:cNvSpPr txBox="1"/>
            <p:nvPr/>
          </p:nvSpPr>
          <p:spPr>
            <a:xfrm>
              <a:off x="10576277" y="974846"/>
              <a:ext cx="30457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Gen AI</a:t>
              </a:r>
            </a:p>
          </p:txBody>
        </p:sp>
        <p:sp>
          <p:nvSpPr>
            <p:cNvPr id="312" name="Rectangle 311">
              <a:extLst>
                <a:ext uri="{FF2B5EF4-FFF2-40B4-BE49-F238E27FC236}">
                  <a16:creationId xmlns:a16="http://schemas.microsoft.com/office/drawing/2014/main" id="{1D63EE05-CBE5-3558-68E9-8F2055C18709}"/>
                </a:ext>
              </a:extLst>
            </p:cNvPr>
            <p:cNvSpPr/>
            <p:nvPr/>
          </p:nvSpPr>
          <p:spPr>
            <a:xfrm>
              <a:off x="8915798" y="990422"/>
              <a:ext cx="193830" cy="115708"/>
            </a:xfrm>
            <a:prstGeom prst="rect">
              <a:avLst/>
            </a:prstGeom>
            <a:solidFill>
              <a:srgbClr val="2EA657"/>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3" name="ZoneTexte 52">
              <a:extLst>
                <a:ext uri="{FF2B5EF4-FFF2-40B4-BE49-F238E27FC236}">
                  <a16:creationId xmlns:a16="http://schemas.microsoft.com/office/drawing/2014/main" id="{9BCF583A-98B0-2BEF-35C5-05DADBE27DF7}"/>
                </a:ext>
              </a:extLst>
            </p:cNvPr>
            <p:cNvSpPr txBox="1"/>
            <p:nvPr/>
          </p:nvSpPr>
          <p:spPr>
            <a:xfrm>
              <a:off x="9154043" y="974846"/>
              <a:ext cx="496931"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RPA/script</a:t>
              </a:r>
            </a:p>
          </p:txBody>
        </p:sp>
        <p:sp>
          <p:nvSpPr>
            <p:cNvPr id="314" name="Rectangle 313">
              <a:extLst>
                <a:ext uri="{FF2B5EF4-FFF2-40B4-BE49-F238E27FC236}">
                  <a16:creationId xmlns:a16="http://schemas.microsoft.com/office/drawing/2014/main" id="{5E544E14-5595-A083-1678-F36E5AC7545F}"/>
                </a:ext>
              </a:extLst>
            </p:cNvPr>
            <p:cNvSpPr/>
            <p:nvPr/>
          </p:nvSpPr>
          <p:spPr>
            <a:xfrm>
              <a:off x="8260676" y="990422"/>
              <a:ext cx="193830" cy="115708"/>
            </a:xfrm>
            <a:prstGeom prst="rect">
              <a:avLst/>
            </a:prstGeom>
            <a:solidFill>
              <a:schemeClr val="accent1">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chemeClr val="tx1"/>
                </a:solidFill>
                <a:effectLst/>
                <a:uLnTx/>
                <a:uFillTx/>
                <a:latin typeface="Ubuntu"/>
                <a:ea typeface="+mn-ea"/>
                <a:cs typeface="+mn-cs"/>
              </a:endParaRPr>
            </a:p>
          </p:txBody>
        </p:sp>
        <p:sp>
          <p:nvSpPr>
            <p:cNvPr id="315" name="ZoneTexte 52">
              <a:extLst>
                <a:ext uri="{FF2B5EF4-FFF2-40B4-BE49-F238E27FC236}">
                  <a16:creationId xmlns:a16="http://schemas.microsoft.com/office/drawing/2014/main" id="{2CCE5216-440E-8DD7-D3AA-20EF0158A2D5}"/>
                </a:ext>
              </a:extLst>
            </p:cNvPr>
            <p:cNvSpPr txBox="1"/>
            <p:nvPr/>
          </p:nvSpPr>
          <p:spPr>
            <a:xfrm>
              <a:off x="8498921" y="974846"/>
              <a:ext cx="331822" cy="123111"/>
            </a:xfrm>
            <a:prstGeom prst="rect">
              <a:avLst/>
            </a:prstGeom>
            <a:noFill/>
            <a:ln>
              <a:noFill/>
            </a:ln>
          </p:spPr>
          <p:txBody>
            <a:bodyPr vert="horz" wrap="none" lIns="0" tIns="0" rIns="0" bIns="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effectLst/>
                  <a:uLnTx/>
                  <a:uFillTx/>
                  <a:latin typeface="Ubuntu"/>
                  <a:ea typeface="+mn-ea"/>
                  <a:cs typeface="+mn-cs"/>
                </a:rPr>
                <a:t>Human</a:t>
              </a:r>
            </a:p>
          </p:txBody>
        </p:sp>
      </p:grpSp>
      <p:sp>
        <p:nvSpPr>
          <p:cNvPr id="321" name="Rounded Rectangle 320"/>
          <p:cNvSpPr/>
          <p:nvPr/>
        </p:nvSpPr>
        <p:spPr>
          <a:xfrm>
            <a:off x="-16696" y="1308539"/>
            <a:ext cx="12208696" cy="5549462"/>
          </a:xfrm>
          <a:prstGeom prst="roundRect">
            <a:avLst/>
          </a:prstGeom>
          <a:solidFill>
            <a:srgbClr val="FFFFFF"/>
          </a:solidFill>
          <a:ln w="1270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3" name="TextBox 322"/>
          <p:cNvSpPr txBox="1"/>
          <p:nvPr/>
        </p:nvSpPr>
        <p:spPr>
          <a:xfrm>
            <a:off x="850149" y="2332607"/>
            <a:ext cx="9302547" cy="307777"/>
          </a:xfrm>
          <a:prstGeom prst="rect">
            <a:avLst/>
          </a:prstGeom>
          <a:noFill/>
        </p:spPr>
        <p:txBody>
          <a:bodyPr wrap="none">
            <a:spAutoFit/>
          </a:bodyPr>
          <a:lstStyle/>
          <a:p>
            <a:pPr>
              <a:defRPr sz="1200" b="0">
                <a:solidFill>
                  <a:srgbClr val="46505F"/>
                </a:solidFill>
              </a:defRPr>
            </a:pPr>
            <a:r>
              <a:rPr sz="1400" dirty="0"/>
              <a:t>Covered steps are highlighted: Intake, Validation, Ticket Create/Merge, Status Updates, Cancel, Close, Feedback</a:t>
            </a:r>
            <a:r>
              <a:rPr dirty="0"/>
              <a:t>.</a:t>
            </a:r>
          </a:p>
        </p:txBody>
      </p:sp>
      <p:sp>
        <p:nvSpPr>
          <p:cNvPr id="324" name="Rounded Rectangle 323"/>
          <p:cNvSpPr/>
          <p:nvPr/>
        </p:nvSpPr>
        <p:spPr>
          <a:xfrm>
            <a:off x="808583" y="3040723"/>
            <a:ext cx="1850941" cy="91440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rPr dirty="0"/>
              <a:t>Request Intake</a:t>
            </a:r>
          </a:p>
          <a:p>
            <a:pPr>
              <a:defRPr sz="1200">
                <a:solidFill>
                  <a:srgbClr val="46505F"/>
                </a:solidFill>
              </a:defRPr>
            </a:pPr>
            <a:r>
              <a:rPr dirty="0"/>
              <a:t>• Teams message</a:t>
            </a:r>
          </a:p>
          <a:p>
            <a:pPr>
              <a:defRPr sz="1200">
                <a:solidFill>
                  <a:srgbClr val="46505F"/>
                </a:solidFill>
              </a:defRPr>
            </a:pPr>
            <a:r>
              <a:rPr dirty="0"/>
              <a:t>• Capture details</a:t>
            </a:r>
          </a:p>
        </p:txBody>
      </p:sp>
      <p:sp>
        <p:nvSpPr>
          <p:cNvPr id="325" name="Chevron 324"/>
          <p:cNvSpPr/>
          <p:nvPr/>
        </p:nvSpPr>
        <p:spPr>
          <a:xfrm>
            <a:off x="2788920" y="3360763"/>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Rounded Rectangle 325"/>
          <p:cNvSpPr/>
          <p:nvPr/>
        </p:nvSpPr>
        <p:spPr>
          <a:xfrm>
            <a:off x="3017520" y="3040723"/>
            <a:ext cx="1807810" cy="91440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rPr dirty="0"/>
              <a:t>Validate</a:t>
            </a:r>
          </a:p>
          <a:p>
            <a:pPr>
              <a:defRPr sz="1200">
                <a:solidFill>
                  <a:srgbClr val="46505F"/>
                </a:solidFill>
              </a:defRPr>
            </a:pPr>
            <a:r>
              <a:rPr dirty="0"/>
              <a:t>• Clarify missing info</a:t>
            </a:r>
          </a:p>
          <a:p>
            <a:pPr>
              <a:defRPr sz="1200">
                <a:solidFill>
                  <a:srgbClr val="46505F"/>
                </a:solidFill>
              </a:defRPr>
            </a:pPr>
            <a:r>
              <a:rPr dirty="0"/>
              <a:t>• Safety check</a:t>
            </a:r>
          </a:p>
        </p:txBody>
      </p:sp>
      <p:sp>
        <p:nvSpPr>
          <p:cNvPr id="327" name="Chevron 326"/>
          <p:cNvSpPr/>
          <p:nvPr/>
        </p:nvSpPr>
        <p:spPr>
          <a:xfrm>
            <a:off x="4983480" y="3360763"/>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Rounded Rectangle 327"/>
          <p:cNvSpPr/>
          <p:nvPr/>
        </p:nvSpPr>
        <p:spPr>
          <a:xfrm>
            <a:off x="5327099" y="3040723"/>
            <a:ext cx="1793432" cy="91440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Create/Merge</a:t>
            </a:r>
          </a:p>
          <a:p>
            <a:pPr>
              <a:defRPr sz="1200">
                <a:solidFill>
                  <a:srgbClr val="46505F"/>
                </a:solidFill>
              </a:defRPr>
            </a:pPr>
            <a:r>
              <a:t>• Idempotency</a:t>
            </a:r>
          </a:p>
          <a:p>
            <a:pPr>
              <a:defRPr sz="1200">
                <a:solidFill>
                  <a:srgbClr val="46505F"/>
                </a:solidFill>
              </a:defRPr>
            </a:pPr>
            <a:r>
              <a:t>• Merge duplicates</a:t>
            </a:r>
          </a:p>
        </p:txBody>
      </p:sp>
      <p:sp>
        <p:nvSpPr>
          <p:cNvPr id="329" name="Chevron 328"/>
          <p:cNvSpPr/>
          <p:nvPr/>
        </p:nvSpPr>
        <p:spPr>
          <a:xfrm>
            <a:off x="7178040" y="3360763"/>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Rounded Rectangle 329"/>
          <p:cNvSpPr/>
          <p:nvPr/>
        </p:nvSpPr>
        <p:spPr>
          <a:xfrm>
            <a:off x="7521659" y="3040723"/>
            <a:ext cx="1779055" cy="91440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Fulfillment</a:t>
            </a:r>
          </a:p>
          <a:p>
            <a:pPr>
              <a:defRPr sz="1200">
                <a:solidFill>
                  <a:srgbClr val="46505F"/>
                </a:solidFill>
              </a:defRPr>
            </a:pPr>
            <a:r>
              <a:t>• Engineer works</a:t>
            </a:r>
          </a:p>
          <a:p>
            <a:pPr>
              <a:defRPr sz="1200">
                <a:solidFill>
                  <a:srgbClr val="46505F"/>
                </a:solidFill>
              </a:defRPr>
            </a:pPr>
            <a:r>
              <a:t>• Assign/Resolve</a:t>
            </a:r>
          </a:p>
        </p:txBody>
      </p:sp>
      <p:sp>
        <p:nvSpPr>
          <p:cNvPr id="331" name="Chevron 330"/>
          <p:cNvSpPr/>
          <p:nvPr/>
        </p:nvSpPr>
        <p:spPr>
          <a:xfrm>
            <a:off x="9372600" y="3360763"/>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Rounded Rectangle 331"/>
          <p:cNvSpPr/>
          <p:nvPr/>
        </p:nvSpPr>
        <p:spPr>
          <a:xfrm>
            <a:off x="9673087" y="3040723"/>
            <a:ext cx="1807809" cy="91440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Updates &amp; Close</a:t>
            </a:r>
          </a:p>
          <a:p>
            <a:pPr>
              <a:defRPr sz="1200">
                <a:solidFill>
                  <a:srgbClr val="46505F"/>
                </a:solidFill>
              </a:defRPr>
            </a:pPr>
            <a:r>
              <a:t>• Status refresh</a:t>
            </a:r>
          </a:p>
          <a:p>
            <a:pPr>
              <a:defRPr sz="1200">
                <a:solidFill>
                  <a:srgbClr val="46505F"/>
                </a:solidFill>
              </a:defRPr>
            </a:pPr>
            <a:r>
              <a:t>• Close + CSAT</a:t>
            </a:r>
          </a:p>
        </p:txBody>
      </p:sp>
      <p:sp>
        <p:nvSpPr>
          <p:cNvPr id="333" name="TextBox 332"/>
          <p:cNvSpPr txBox="1"/>
          <p:nvPr/>
        </p:nvSpPr>
        <p:spPr>
          <a:xfrm>
            <a:off x="787932" y="4681570"/>
            <a:ext cx="10515600" cy="365760"/>
          </a:xfrm>
          <a:prstGeom prst="rect">
            <a:avLst/>
          </a:prstGeom>
          <a:noFill/>
        </p:spPr>
        <p:txBody>
          <a:bodyPr wrap="none">
            <a:spAutoFit/>
          </a:bodyPr>
          <a:lstStyle/>
          <a:p>
            <a:pPr>
              <a:defRPr sz="1200" b="0">
                <a:solidFill>
                  <a:srgbClr val="10243D"/>
                </a:solidFill>
              </a:defRPr>
            </a:pPr>
            <a:r>
              <a:rPr dirty="0"/>
              <a:t>KPIs tracked: MTTR, Deflection, Duplicate‑merge rate, Cancel‑in‑window rate, CSAT</a:t>
            </a:r>
          </a:p>
        </p:txBody>
      </p:sp>
      <p:sp>
        <p:nvSpPr>
          <p:cNvPr id="2" name="Footer Placeholder 28">
            <a:extLst>
              <a:ext uri="{FF2B5EF4-FFF2-40B4-BE49-F238E27FC236}">
                <a16:creationId xmlns:a16="http://schemas.microsoft.com/office/drawing/2014/main" id="{C6BF72CB-2DB4-41E0-F66C-7370A3ADC99B}"/>
              </a:ext>
            </a:extLst>
          </p:cNvPr>
          <p:cNvSpPr txBox="1">
            <a:spLocks/>
          </p:cNvSpPr>
          <p:nvPr/>
        </p:nvSpPr>
        <p:spPr>
          <a:xfrm>
            <a:off x="653028" y="6549747"/>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505050"/>
                </a:solidFill>
              </a:rPr>
              <a:t>EE ORCh | Agent Bridge team | </a:t>
            </a:r>
          </a:p>
        </p:txBody>
      </p:sp>
      <p:sp>
        <p:nvSpPr>
          <p:cNvPr id="4" name="TextBox 3"/>
          <p:cNvSpPr txBox="1"/>
          <p:nvPr/>
        </p:nvSpPr>
        <p:spPr>
          <a:xfrm>
            <a:off x="822960" y="1417320"/>
            <a:ext cx="10515600" cy="457200"/>
          </a:xfrm>
          <a:prstGeom prst="rect">
            <a:avLst/>
          </a:prstGeom>
          <a:noFill/>
        </p:spPr>
        <p:txBody>
          <a:bodyPr wrap="none">
            <a:spAutoFit/>
          </a:bodyPr>
          <a:lstStyle/>
          <a:p>
            <a:pPr>
              <a:defRPr sz="2000" b="1">
                <a:solidFill>
                  <a:srgbClr val="10243D"/>
                </a:solidFill>
              </a:defRPr>
            </a:pPr>
            <a:r>
              <a:rPr dirty="0"/>
              <a:t>Employee Service Delivery — where EE ORCh fits</a:t>
            </a:r>
          </a:p>
        </p:txBody>
      </p:sp>
    </p:spTree>
    <p:extLst>
      <p:ext uri="{BB962C8B-B14F-4D97-AF65-F5344CB8AC3E}">
        <p14:creationId xmlns:p14="http://schemas.microsoft.com/office/powerpoint/2010/main" val="2417810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a:xfrm>
            <a:off x="580947" y="6684008"/>
            <a:ext cx="4716524" cy="123111"/>
          </a:xfrm>
        </p:spPr>
        <p:txBody>
          <a:bodyPr/>
          <a:lstStyle/>
          <a:p>
            <a:r>
              <a:rPr sz="1000">
                <a:solidFill>
                  <a:srgbClr val="505050"/>
                </a:solidFill>
              </a:rPr>
              <a:t>EE ORCh | AgentBridge Team | 02 Apr 2026</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sp>
        <p:nvSpPr>
          <p:cNvPr id="7" name="Flowchart: Document 1076">
            <a:extLst>
              <a:ext uri="{FF2B5EF4-FFF2-40B4-BE49-F238E27FC236}">
                <a16:creationId xmlns:a16="http://schemas.microsoft.com/office/drawing/2014/main" id="{A3EEC7B5-0FCD-0ADC-1F43-07FE4ED31ADE}"/>
              </a:ext>
            </a:extLst>
          </p:cNvPr>
          <p:cNvSpPr/>
          <p:nvPr/>
        </p:nvSpPr>
        <p:spPr>
          <a:xfrm>
            <a:off x="1370046" y="2870339"/>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kumimoji="0" lang="en-GB" sz="600" b="1" i="0" u="none" strike="noStrike" kern="1200" cap="none" spc="0" normalizeH="0" baseline="0" noProof="0">
                <a:ln>
                  <a:noFill/>
                </a:ln>
                <a:solidFill>
                  <a:prstClr val="black"/>
                </a:solidFill>
                <a:effectLst/>
                <a:uLnTx/>
                <a:uFillTx/>
                <a:latin typeface="Verdana"/>
                <a:ea typeface="+mn-ea"/>
                <a:cs typeface="+mn-cs"/>
              </a:rPr>
              <a:t>Customer </a:t>
            </a:r>
            <a:r>
              <a:rPr kumimoji="0" lang="en-GB" sz="600" b="1" i="0" u="none" strike="noStrike" kern="1200" cap="none" spc="0" normalizeH="0" baseline="0" noProof="0" err="1">
                <a:ln>
                  <a:noFill/>
                </a:ln>
                <a:solidFill>
                  <a:prstClr val="black"/>
                </a:solidFill>
                <a:effectLst/>
                <a:uLnTx/>
                <a:uFillTx/>
                <a:latin typeface="Verdana"/>
                <a:ea typeface="+mn-ea"/>
                <a:cs typeface="+mn-cs"/>
              </a:rPr>
              <a:t>plac</a:t>
            </a:r>
            <a:r>
              <a:rPr lang="en-GB" sz="600" b="1">
                <a:solidFill>
                  <a:prstClr val="black"/>
                </a:solidFill>
                <a:latin typeface="Verdana"/>
              </a:rPr>
              <a:t>order</a:t>
            </a:r>
            <a:r>
              <a:rPr kumimoji="0" lang="en-GB" sz="600" b="1" i="0" u="none" strike="noStrike" kern="1200" cap="none" spc="0" normalizeH="0" baseline="0" noProof="0">
                <a:ln>
                  <a:noFill/>
                </a:ln>
                <a:solidFill>
                  <a:prstClr val="black"/>
                </a:solidFill>
                <a:effectLst/>
                <a:uLnTx/>
                <a:uFillTx/>
                <a:latin typeface="Verdana"/>
                <a:ea typeface="+mn-ea"/>
                <a:cs typeface="+mn-cs"/>
              </a:rPr>
              <a:t>es an</a:t>
            </a:r>
          </a:p>
        </p:txBody>
      </p:sp>
      <p:sp>
        <p:nvSpPr>
          <p:cNvPr id="8" name="Flowchart: Document 1076">
            <a:extLst>
              <a:ext uri="{FF2B5EF4-FFF2-40B4-BE49-F238E27FC236}">
                <a16:creationId xmlns:a16="http://schemas.microsoft.com/office/drawing/2014/main" id="{AAA400FE-1E9C-F79B-289B-ACD657115C56}"/>
              </a:ext>
            </a:extLst>
          </p:cNvPr>
          <p:cNvSpPr/>
          <p:nvPr/>
        </p:nvSpPr>
        <p:spPr>
          <a:xfrm>
            <a:off x="2395043" y="2867892"/>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Email</a:t>
            </a:r>
          </a:p>
        </p:txBody>
      </p:sp>
      <p:cxnSp>
        <p:nvCxnSpPr>
          <p:cNvPr id="9" name="Connector: Elbow 11">
            <a:extLst>
              <a:ext uri="{FF2B5EF4-FFF2-40B4-BE49-F238E27FC236}">
                <a16:creationId xmlns:a16="http://schemas.microsoft.com/office/drawing/2014/main" id="{DD3505B9-BAEE-2C47-4D45-0C7609397EC9}"/>
              </a:ext>
            </a:extLst>
          </p:cNvPr>
          <p:cNvCxnSpPr>
            <a:cxnSpLocks/>
            <a:stCxn id="7" idx="3"/>
            <a:endCxn id="8" idx="1"/>
          </p:cNvCxnSpPr>
          <p:nvPr/>
        </p:nvCxnSpPr>
        <p:spPr>
          <a:xfrm flipV="1">
            <a:off x="2043683" y="3051348"/>
            <a:ext cx="351360" cy="24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or: Elbow 44">
            <a:extLst>
              <a:ext uri="{FF2B5EF4-FFF2-40B4-BE49-F238E27FC236}">
                <a16:creationId xmlns:a16="http://schemas.microsoft.com/office/drawing/2014/main" id="{474C1D97-399A-F706-F75E-330E0E4EDEC2}"/>
              </a:ext>
            </a:extLst>
          </p:cNvPr>
          <p:cNvCxnSpPr>
            <a:cxnSpLocks/>
            <a:stCxn id="8" idx="3"/>
            <a:endCxn id="11" idx="1"/>
          </p:cNvCxnSpPr>
          <p:nvPr/>
        </p:nvCxnSpPr>
        <p:spPr>
          <a:xfrm>
            <a:off x="3068680" y="3051348"/>
            <a:ext cx="419155" cy="313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2">
            <a:extLst>
              <a:ext uri="{FF2B5EF4-FFF2-40B4-BE49-F238E27FC236}">
                <a16:creationId xmlns:a16="http://schemas.microsoft.com/office/drawing/2014/main" id="{201501E9-7566-5F6C-951F-1A57CED3173C}"/>
              </a:ext>
            </a:extLst>
          </p:cNvPr>
          <p:cNvSpPr/>
          <p:nvPr/>
        </p:nvSpPr>
        <p:spPr>
          <a:xfrm>
            <a:off x="3487835" y="1876004"/>
            <a:ext cx="5122765" cy="2356962"/>
          </a:xfrm>
          <a:prstGeom prst="roundRect">
            <a:avLst/>
          </a:prstGeom>
          <a:noFill/>
          <a:ln w="9525">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grpSp>
        <p:nvGrpSpPr>
          <p:cNvPr id="12" name="Group 11">
            <a:extLst>
              <a:ext uri="{FF2B5EF4-FFF2-40B4-BE49-F238E27FC236}">
                <a16:creationId xmlns:a16="http://schemas.microsoft.com/office/drawing/2014/main" id="{08D3FB90-E2C9-390F-CECD-29175CE53AC0}"/>
              </a:ext>
            </a:extLst>
          </p:cNvPr>
          <p:cNvGrpSpPr/>
          <p:nvPr/>
        </p:nvGrpSpPr>
        <p:grpSpPr>
          <a:xfrm>
            <a:off x="3446849" y="1773521"/>
            <a:ext cx="338230" cy="343683"/>
            <a:chOff x="6591054" y="1922542"/>
            <a:chExt cx="604828" cy="614579"/>
          </a:xfrm>
        </p:grpSpPr>
        <p:sp>
          <p:nvSpPr>
            <p:cNvPr id="13" name="Oval 12">
              <a:extLst>
                <a:ext uri="{FF2B5EF4-FFF2-40B4-BE49-F238E27FC236}">
                  <a16:creationId xmlns:a16="http://schemas.microsoft.com/office/drawing/2014/main" id="{3B747354-E94B-F115-13D0-FB8FB5E1FF48}"/>
                </a:ext>
              </a:extLst>
            </p:cNvPr>
            <p:cNvSpPr/>
            <p:nvPr/>
          </p:nvSpPr>
          <p:spPr>
            <a:xfrm>
              <a:off x="6591054" y="1922542"/>
              <a:ext cx="604828" cy="614579"/>
            </a:xfrm>
            <a:prstGeom prst="ellipse">
              <a:avLst/>
            </a:prstGeom>
            <a:solidFill>
              <a:schemeClr val="accent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4" name="Picture 13">
              <a:extLst>
                <a:ext uri="{FF2B5EF4-FFF2-40B4-BE49-F238E27FC236}">
                  <a16:creationId xmlns:a16="http://schemas.microsoft.com/office/drawing/2014/main" id="{3D6B6A52-C1D4-98C8-73D8-D496C1DBBB53}"/>
                </a:ext>
              </a:extLst>
            </p:cNvPr>
            <p:cNvPicPr>
              <a:picLocks noChangeAspect="1"/>
            </p:cNvPicPr>
            <p:nvPr/>
          </p:nvPicPr>
          <p:blipFill>
            <a:blip r:embed="rId2"/>
            <a:stretch>
              <a:fillRect/>
            </a:stretch>
          </p:blipFill>
          <p:spPr>
            <a:xfrm>
              <a:off x="6621303" y="1957666"/>
              <a:ext cx="544330" cy="544330"/>
            </a:xfrm>
            <a:prstGeom prst="rect">
              <a:avLst/>
            </a:prstGeom>
          </p:spPr>
        </p:pic>
      </p:grpSp>
      <p:grpSp>
        <p:nvGrpSpPr>
          <p:cNvPr id="15" name="Group 14">
            <a:extLst>
              <a:ext uri="{FF2B5EF4-FFF2-40B4-BE49-F238E27FC236}">
                <a16:creationId xmlns:a16="http://schemas.microsoft.com/office/drawing/2014/main" id="{BB36258B-3121-0EB7-3128-A7903445F126}"/>
              </a:ext>
            </a:extLst>
          </p:cNvPr>
          <p:cNvGrpSpPr/>
          <p:nvPr/>
        </p:nvGrpSpPr>
        <p:grpSpPr>
          <a:xfrm>
            <a:off x="4622560" y="2730860"/>
            <a:ext cx="316762" cy="316762"/>
            <a:chOff x="3904884" y="4179013"/>
            <a:chExt cx="720000" cy="720000"/>
          </a:xfrm>
        </p:grpSpPr>
        <p:sp>
          <p:nvSpPr>
            <p:cNvPr id="16" name="Oval 15">
              <a:extLst>
                <a:ext uri="{FF2B5EF4-FFF2-40B4-BE49-F238E27FC236}">
                  <a16:creationId xmlns:a16="http://schemas.microsoft.com/office/drawing/2014/main" id="{0A69ACB4-376E-4A4F-6338-2E0DC7B04F0D}"/>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17" name="Picture 16">
              <a:extLst>
                <a:ext uri="{FF2B5EF4-FFF2-40B4-BE49-F238E27FC236}">
                  <a16:creationId xmlns:a16="http://schemas.microsoft.com/office/drawing/2014/main" id="{3D5820B1-4466-9EE0-AE4E-1DDDB18E5A3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8" name="ZoneTexte 40">
            <a:extLst>
              <a:ext uri="{FF2B5EF4-FFF2-40B4-BE49-F238E27FC236}">
                <a16:creationId xmlns:a16="http://schemas.microsoft.com/office/drawing/2014/main" id="{CF36EACB-4C54-5D97-F23B-ADBB6D53A349}"/>
              </a:ext>
            </a:extLst>
          </p:cNvPr>
          <p:cNvSpPr txBox="1"/>
          <p:nvPr/>
        </p:nvSpPr>
        <p:spPr>
          <a:xfrm>
            <a:off x="4422516" y="2982385"/>
            <a:ext cx="71337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Validate Information</a:t>
            </a:r>
          </a:p>
        </p:txBody>
      </p:sp>
      <p:grpSp>
        <p:nvGrpSpPr>
          <p:cNvPr id="19" name="Group 18">
            <a:extLst>
              <a:ext uri="{FF2B5EF4-FFF2-40B4-BE49-F238E27FC236}">
                <a16:creationId xmlns:a16="http://schemas.microsoft.com/office/drawing/2014/main" id="{9AAB84B9-B549-6F55-3B09-12D34E2CF3A5}"/>
              </a:ext>
            </a:extLst>
          </p:cNvPr>
          <p:cNvGrpSpPr/>
          <p:nvPr/>
        </p:nvGrpSpPr>
        <p:grpSpPr>
          <a:xfrm>
            <a:off x="5379290" y="2731933"/>
            <a:ext cx="316762" cy="316762"/>
            <a:chOff x="3904884" y="4179013"/>
            <a:chExt cx="720000" cy="720000"/>
          </a:xfrm>
        </p:grpSpPr>
        <p:sp>
          <p:nvSpPr>
            <p:cNvPr id="20" name="Oval 19">
              <a:extLst>
                <a:ext uri="{FF2B5EF4-FFF2-40B4-BE49-F238E27FC236}">
                  <a16:creationId xmlns:a16="http://schemas.microsoft.com/office/drawing/2014/main" id="{F207608D-9C69-E862-738A-83A8015861B3}"/>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1" name="Picture 20">
              <a:extLst>
                <a:ext uri="{FF2B5EF4-FFF2-40B4-BE49-F238E27FC236}">
                  <a16:creationId xmlns:a16="http://schemas.microsoft.com/office/drawing/2014/main" id="{9773B1E7-FB30-1485-E630-1B626CDB1432}"/>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22" name="ZoneTexte 40">
            <a:extLst>
              <a:ext uri="{FF2B5EF4-FFF2-40B4-BE49-F238E27FC236}">
                <a16:creationId xmlns:a16="http://schemas.microsoft.com/office/drawing/2014/main" id="{13EC5845-E663-91BC-63CA-6172E2D472B8}"/>
              </a:ext>
            </a:extLst>
          </p:cNvPr>
          <p:cNvSpPr txBox="1"/>
          <p:nvPr/>
        </p:nvSpPr>
        <p:spPr>
          <a:xfrm>
            <a:off x="5217342" y="3025125"/>
            <a:ext cx="72651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a:t>
            </a:r>
            <a:br>
              <a:rPr lang="en-GB" sz="675" noProof="0">
                <a:solidFill>
                  <a:prstClr val="black"/>
                </a:solidFill>
                <a:latin typeface="Verdana"/>
              </a:rPr>
            </a:br>
            <a:r>
              <a:rPr lang="en-GB" sz="675" noProof="0">
                <a:solidFill>
                  <a:prstClr val="black"/>
                </a:solidFill>
                <a:latin typeface="Verdana"/>
              </a:rPr>
              <a:t>contract</a:t>
            </a:r>
            <a:endParaRPr lang="en-GB" sz="675" noProof="0">
              <a:solidFill>
                <a:srgbClr val="FF304D"/>
              </a:solidFill>
              <a:latin typeface="Verdana"/>
            </a:endParaRPr>
          </a:p>
        </p:txBody>
      </p:sp>
      <p:grpSp>
        <p:nvGrpSpPr>
          <p:cNvPr id="23" name="Group 22">
            <a:extLst>
              <a:ext uri="{FF2B5EF4-FFF2-40B4-BE49-F238E27FC236}">
                <a16:creationId xmlns:a16="http://schemas.microsoft.com/office/drawing/2014/main" id="{DF59E00F-ADDA-45FE-274E-A0ABDE438F37}"/>
              </a:ext>
            </a:extLst>
          </p:cNvPr>
          <p:cNvGrpSpPr/>
          <p:nvPr/>
        </p:nvGrpSpPr>
        <p:grpSpPr>
          <a:xfrm>
            <a:off x="4610406" y="2187851"/>
            <a:ext cx="316762" cy="316762"/>
            <a:chOff x="3904884" y="4179013"/>
            <a:chExt cx="720000" cy="720000"/>
          </a:xfrm>
        </p:grpSpPr>
        <p:sp>
          <p:nvSpPr>
            <p:cNvPr id="24" name="Oval 23">
              <a:extLst>
                <a:ext uri="{FF2B5EF4-FFF2-40B4-BE49-F238E27FC236}">
                  <a16:creationId xmlns:a16="http://schemas.microsoft.com/office/drawing/2014/main" id="{F8289CD7-2A2B-4137-6145-7D0FCA782095}"/>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5" name="Picture 24">
              <a:extLst>
                <a:ext uri="{FF2B5EF4-FFF2-40B4-BE49-F238E27FC236}">
                  <a16:creationId xmlns:a16="http://schemas.microsoft.com/office/drawing/2014/main" id="{B9EA7C71-6CD7-2227-8B46-0D3B0531BB31}"/>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26" name="ZoneTexte 40">
            <a:extLst>
              <a:ext uri="{FF2B5EF4-FFF2-40B4-BE49-F238E27FC236}">
                <a16:creationId xmlns:a16="http://schemas.microsoft.com/office/drawing/2014/main" id="{88245B1D-1D35-4708-41B5-85BD5C6BA568}"/>
              </a:ext>
            </a:extLst>
          </p:cNvPr>
          <p:cNvSpPr txBox="1"/>
          <p:nvPr/>
        </p:nvSpPr>
        <p:spPr>
          <a:xfrm>
            <a:off x="3904847" y="1910593"/>
            <a:ext cx="938605"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Request missing/ conflicting information</a:t>
            </a:r>
          </a:p>
        </p:txBody>
      </p:sp>
      <p:grpSp>
        <p:nvGrpSpPr>
          <p:cNvPr id="27" name="Group 26">
            <a:extLst>
              <a:ext uri="{FF2B5EF4-FFF2-40B4-BE49-F238E27FC236}">
                <a16:creationId xmlns:a16="http://schemas.microsoft.com/office/drawing/2014/main" id="{43098DF1-A2B0-E67E-8DA4-5EFBB70EFE23}"/>
              </a:ext>
            </a:extLst>
          </p:cNvPr>
          <p:cNvGrpSpPr/>
          <p:nvPr/>
        </p:nvGrpSpPr>
        <p:grpSpPr>
          <a:xfrm>
            <a:off x="3716524" y="2756783"/>
            <a:ext cx="316762" cy="316762"/>
            <a:chOff x="3904884" y="4179013"/>
            <a:chExt cx="720000" cy="720000"/>
          </a:xfrm>
        </p:grpSpPr>
        <p:sp>
          <p:nvSpPr>
            <p:cNvPr id="28" name="Oval 27">
              <a:extLst>
                <a:ext uri="{FF2B5EF4-FFF2-40B4-BE49-F238E27FC236}">
                  <a16:creationId xmlns:a16="http://schemas.microsoft.com/office/drawing/2014/main" id="{BC2A9997-A7CB-9DEE-2B73-1051D9DAE32F}"/>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29" name="Picture 28">
              <a:extLst>
                <a:ext uri="{FF2B5EF4-FFF2-40B4-BE49-F238E27FC236}">
                  <a16:creationId xmlns:a16="http://schemas.microsoft.com/office/drawing/2014/main" id="{BFF05D4A-D523-E28B-567F-8DD602FF3B76}"/>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0" name="ZoneTexte 40">
            <a:extLst>
              <a:ext uri="{FF2B5EF4-FFF2-40B4-BE49-F238E27FC236}">
                <a16:creationId xmlns:a16="http://schemas.microsoft.com/office/drawing/2014/main" id="{9ABC4B31-31C4-BD78-321E-7C951AA2A5C8}"/>
              </a:ext>
            </a:extLst>
          </p:cNvPr>
          <p:cNvSpPr txBox="1"/>
          <p:nvPr/>
        </p:nvSpPr>
        <p:spPr>
          <a:xfrm>
            <a:off x="3650383" y="2418120"/>
            <a:ext cx="449045"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Text to Insight</a:t>
            </a:r>
          </a:p>
        </p:txBody>
      </p:sp>
      <p:cxnSp>
        <p:nvCxnSpPr>
          <p:cNvPr id="31" name="Straight Connector 30">
            <a:extLst>
              <a:ext uri="{FF2B5EF4-FFF2-40B4-BE49-F238E27FC236}">
                <a16:creationId xmlns:a16="http://schemas.microsoft.com/office/drawing/2014/main" id="{A80D65C8-14DF-C18B-2B56-4898D13EDA37}"/>
              </a:ext>
            </a:extLst>
          </p:cNvPr>
          <p:cNvCxnSpPr>
            <a:cxnSpLocks/>
          </p:cNvCxnSpPr>
          <p:nvPr/>
        </p:nvCxnSpPr>
        <p:spPr>
          <a:xfrm flipV="1">
            <a:off x="4038168" y="2889241"/>
            <a:ext cx="584392" cy="21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D1FC84-7764-5714-63CC-E85C40A85A03}"/>
              </a:ext>
            </a:extLst>
          </p:cNvPr>
          <p:cNvCxnSpPr>
            <a:cxnSpLocks/>
          </p:cNvCxnSpPr>
          <p:nvPr/>
        </p:nvCxnSpPr>
        <p:spPr>
          <a:xfrm flipH="1" flipV="1">
            <a:off x="4768787" y="2504613"/>
            <a:ext cx="12154" cy="22624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4B0CC6-5AA1-8092-DB1E-D1749FEDA344}"/>
              </a:ext>
            </a:extLst>
          </p:cNvPr>
          <p:cNvCxnSpPr>
            <a:cxnSpLocks/>
          </p:cNvCxnSpPr>
          <p:nvPr/>
        </p:nvCxnSpPr>
        <p:spPr>
          <a:xfrm>
            <a:off x="4939322" y="2889241"/>
            <a:ext cx="454528" cy="107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5E2419A6-0FCF-9D35-F5F0-533DF9E86F22}"/>
              </a:ext>
            </a:extLst>
          </p:cNvPr>
          <p:cNvGrpSpPr/>
          <p:nvPr/>
        </p:nvGrpSpPr>
        <p:grpSpPr>
          <a:xfrm>
            <a:off x="6337858" y="2727907"/>
            <a:ext cx="316762" cy="316762"/>
            <a:chOff x="3904884" y="4179013"/>
            <a:chExt cx="720000" cy="720000"/>
          </a:xfrm>
        </p:grpSpPr>
        <p:sp>
          <p:nvSpPr>
            <p:cNvPr id="35" name="Oval 34">
              <a:extLst>
                <a:ext uri="{FF2B5EF4-FFF2-40B4-BE49-F238E27FC236}">
                  <a16:creationId xmlns:a16="http://schemas.microsoft.com/office/drawing/2014/main" id="{C1B8985B-5A66-E7E3-0824-ABA763941002}"/>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36" name="Picture 35">
              <a:extLst>
                <a:ext uri="{FF2B5EF4-FFF2-40B4-BE49-F238E27FC236}">
                  <a16:creationId xmlns:a16="http://schemas.microsoft.com/office/drawing/2014/main" id="{9DD3DC8F-404D-DB4C-FD27-4C7DBD9979EB}"/>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37" name="ZoneTexte 40">
            <a:extLst>
              <a:ext uri="{FF2B5EF4-FFF2-40B4-BE49-F238E27FC236}">
                <a16:creationId xmlns:a16="http://schemas.microsoft.com/office/drawing/2014/main" id="{51F41F83-75F7-1192-B2BD-24B11CC8D2E6}"/>
              </a:ext>
            </a:extLst>
          </p:cNvPr>
          <p:cNvSpPr txBox="1"/>
          <p:nvPr/>
        </p:nvSpPr>
        <p:spPr>
          <a:xfrm>
            <a:off x="6265146" y="3100579"/>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pricing &amp; Block</a:t>
            </a:r>
          </a:p>
        </p:txBody>
      </p:sp>
      <p:cxnSp>
        <p:nvCxnSpPr>
          <p:cNvPr id="38" name="Straight Connector 37">
            <a:extLst>
              <a:ext uri="{FF2B5EF4-FFF2-40B4-BE49-F238E27FC236}">
                <a16:creationId xmlns:a16="http://schemas.microsoft.com/office/drawing/2014/main" id="{19B4BC07-0DBC-8EC0-927D-96D6FF782550}"/>
              </a:ext>
            </a:extLst>
          </p:cNvPr>
          <p:cNvCxnSpPr>
            <a:cxnSpLocks/>
          </p:cNvCxnSpPr>
          <p:nvPr/>
        </p:nvCxnSpPr>
        <p:spPr>
          <a:xfrm flipV="1">
            <a:off x="5710612" y="2886288"/>
            <a:ext cx="627246" cy="4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0A214FC8-C62C-879F-CB84-839FBD389002}"/>
              </a:ext>
            </a:extLst>
          </p:cNvPr>
          <p:cNvGrpSpPr/>
          <p:nvPr/>
        </p:nvGrpSpPr>
        <p:grpSpPr>
          <a:xfrm>
            <a:off x="5458876" y="3530112"/>
            <a:ext cx="316762" cy="316762"/>
            <a:chOff x="3904884" y="4179013"/>
            <a:chExt cx="720000" cy="720000"/>
          </a:xfrm>
        </p:grpSpPr>
        <p:sp>
          <p:nvSpPr>
            <p:cNvPr id="40" name="Oval 39">
              <a:extLst>
                <a:ext uri="{FF2B5EF4-FFF2-40B4-BE49-F238E27FC236}">
                  <a16:creationId xmlns:a16="http://schemas.microsoft.com/office/drawing/2014/main" id="{D7CDA837-A742-D4F9-DDE4-C52168509928}"/>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41" name="Picture 40">
              <a:extLst>
                <a:ext uri="{FF2B5EF4-FFF2-40B4-BE49-F238E27FC236}">
                  <a16:creationId xmlns:a16="http://schemas.microsoft.com/office/drawing/2014/main" id="{90F378A3-6342-A559-B19C-4373AE3F60B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42" name="ZoneTexte 40">
            <a:extLst>
              <a:ext uri="{FF2B5EF4-FFF2-40B4-BE49-F238E27FC236}">
                <a16:creationId xmlns:a16="http://schemas.microsoft.com/office/drawing/2014/main" id="{89DAB789-2661-3F21-8D29-A9EA813B4132}"/>
              </a:ext>
            </a:extLst>
          </p:cNvPr>
          <p:cNvSpPr txBox="1"/>
          <p:nvPr/>
        </p:nvSpPr>
        <p:spPr>
          <a:xfrm>
            <a:off x="5329335" y="3818905"/>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Update Contract</a:t>
            </a:r>
          </a:p>
        </p:txBody>
      </p:sp>
      <p:cxnSp>
        <p:nvCxnSpPr>
          <p:cNvPr id="43" name="Straight Connector 42">
            <a:extLst>
              <a:ext uri="{FF2B5EF4-FFF2-40B4-BE49-F238E27FC236}">
                <a16:creationId xmlns:a16="http://schemas.microsoft.com/office/drawing/2014/main" id="{88C9E8FC-A9E7-1BF1-9595-F266D273CA45}"/>
              </a:ext>
            </a:extLst>
          </p:cNvPr>
          <p:cNvCxnSpPr>
            <a:cxnSpLocks/>
          </p:cNvCxnSpPr>
          <p:nvPr/>
        </p:nvCxnSpPr>
        <p:spPr>
          <a:xfrm flipV="1">
            <a:off x="5775638" y="2886288"/>
            <a:ext cx="562220" cy="80220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D5CC127-BC2A-3B1B-9957-D286450A7757}"/>
              </a:ext>
            </a:extLst>
          </p:cNvPr>
          <p:cNvCxnSpPr>
            <a:cxnSpLocks/>
          </p:cNvCxnSpPr>
          <p:nvPr/>
        </p:nvCxnSpPr>
        <p:spPr>
          <a:xfrm>
            <a:off x="4939322" y="2889241"/>
            <a:ext cx="519554" cy="79925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03B319BC-046D-ED78-49C4-934580389D9D}"/>
              </a:ext>
            </a:extLst>
          </p:cNvPr>
          <p:cNvSpPr/>
          <p:nvPr/>
        </p:nvSpPr>
        <p:spPr>
          <a:xfrm>
            <a:off x="7313060" y="2722591"/>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46" name="ZoneTexte 40">
            <a:extLst>
              <a:ext uri="{FF2B5EF4-FFF2-40B4-BE49-F238E27FC236}">
                <a16:creationId xmlns:a16="http://schemas.microsoft.com/office/drawing/2014/main" id="{DB5E02F4-CD15-9102-A138-BF4E31072B3B}"/>
              </a:ext>
            </a:extLst>
          </p:cNvPr>
          <p:cNvSpPr txBox="1"/>
          <p:nvPr/>
        </p:nvSpPr>
        <p:spPr>
          <a:xfrm>
            <a:off x="7637060" y="2701706"/>
            <a:ext cx="573746"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Contract</a:t>
            </a:r>
            <a:br>
              <a:rPr lang="en-GB" sz="675" noProof="0">
                <a:solidFill>
                  <a:prstClr val="black"/>
                </a:solidFill>
                <a:latin typeface="Verdana"/>
              </a:rPr>
            </a:br>
            <a:r>
              <a:rPr lang="en-GB" sz="675" noProof="0">
                <a:solidFill>
                  <a:prstClr val="black"/>
                </a:solidFill>
                <a:latin typeface="Verdana"/>
              </a:rPr>
              <a:t>Created</a:t>
            </a:r>
          </a:p>
        </p:txBody>
      </p:sp>
      <p:sp>
        <p:nvSpPr>
          <p:cNvPr id="47" name="Flowchart: Document 1076">
            <a:extLst>
              <a:ext uri="{FF2B5EF4-FFF2-40B4-BE49-F238E27FC236}">
                <a16:creationId xmlns:a16="http://schemas.microsoft.com/office/drawing/2014/main" id="{293AB0DD-832B-855A-D0D7-CC217FC770D0}"/>
              </a:ext>
            </a:extLst>
          </p:cNvPr>
          <p:cNvSpPr/>
          <p:nvPr/>
        </p:nvSpPr>
        <p:spPr>
          <a:xfrm>
            <a:off x="1298038" y="5471675"/>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request for Settlement of Agreement</a:t>
            </a:r>
          </a:p>
        </p:txBody>
      </p:sp>
      <p:sp>
        <p:nvSpPr>
          <p:cNvPr id="48" name="Flowchart: Document 1076">
            <a:extLst>
              <a:ext uri="{FF2B5EF4-FFF2-40B4-BE49-F238E27FC236}">
                <a16:creationId xmlns:a16="http://schemas.microsoft.com/office/drawing/2014/main" id="{67D500A2-7CE2-8137-E5BC-F9F7869DB7C6}"/>
              </a:ext>
            </a:extLst>
          </p:cNvPr>
          <p:cNvSpPr/>
          <p:nvPr/>
        </p:nvSpPr>
        <p:spPr>
          <a:xfrm>
            <a:off x="2352593" y="5478853"/>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49" name="Connector: Elbow 170">
            <a:extLst>
              <a:ext uri="{FF2B5EF4-FFF2-40B4-BE49-F238E27FC236}">
                <a16:creationId xmlns:a16="http://schemas.microsoft.com/office/drawing/2014/main" id="{2A1BA142-3EC7-EC44-02AD-1B76808E7B77}"/>
              </a:ext>
            </a:extLst>
          </p:cNvPr>
          <p:cNvCxnSpPr>
            <a:cxnSpLocks/>
            <a:stCxn id="47" idx="3"/>
            <a:endCxn id="48" idx="1"/>
          </p:cNvCxnSpPr>
          <p:nvPr/>
        </p:nvCxnSpPr>
        <p:spPr>
          <a:xfrm>
            <a:off x="1971675" y="5655131"/>
            <a:ext cx="380918" cy="7178"/>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172">
            <a:extLst>
              <a:ext uri="{FF2B5EF4-FFF2-40B4-BE49-F238E27FC236}">
                <a16:creationId xmlns:a16="http://schemas.microsoft.com/office/drawing/2014/main" id="{BC7F38E1-169F-954F-A9ED-6C6756523002}"/>
              </a:ext>
            </a:extLst>
          </p:cNvPr>
          <p:cNvCxnSpPr>
            <a:cxnSpLocks/>
            <a:stCxn id="48" idx="3"/>
          </p:cNvCxnSpPr>
          <p:nvPr/>
        </p:nvCxnSpPr>
        <p:spPr>
          <a:xfrm>
            <a:off x="3026230" y="5662309"/>
            <a:ext cx="461605" cy="220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DCB6CA6F-2A1A-866D-607D-2D8F405903EE}"/>
              </a:ext>
            </a:extLst>
          </p:cNvPr>
          <p:cNvGrpSpPr/>
          <p:nvPr/>
        </p:nvGrpSpPr>
        <p:grpSpPr>
          <a:xfrm>
            <a:off x="3721406" y="5351399"/>
            <a:ext cx="316762" cy="316762"/>
            <a:chOff x="3904884" y="4179013"/>
            <a:chExt cx="720000" cy="720000"/>
          </a:xfrm>
        </p:grpSpPr>
        <p:sp>
          <p:nvSpPr>
            <p:cNvPr id="53" name="Oval 52">
              <a:extLst>
                <a:ext uri="{FF2B5EF4-FFF2-40B4-BE49-F238E27FC236}">
                  <a16:creationId xmlns:a16="http://schemas.microsoft.com/office/drawing/2014/main" id="{608E467B-5868-5839-2257-EAF96A44FBD6}"/>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54" name="Picture 53">
              <a:extLst>
                <a:ext uri="{FF2B5EF4-FFF2-40B4-BE49-F238E27FC236}">
                  <a16:creationId xmlns:a16="http://schemas.microsoft.com/office/drawing/2014/main" id="{85CB28FD-7B72-EF79-BA89-FDC4D5BF6AD2}"/>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55" name="Straight Connector 54">
            <a:extLst>
              <a:ext uri="{FF2B5EF4-FFF2-40B4-BE49-F238E27FC236}">
                <a16:creationId xmlns:a16="http://schemas.microsoft.com/office/drawing/2014/main" id="{082F3E46-AE07-5AF4-B34D-99FE00F96607}"/>
              </a:ext>
            </a:extLst>
          </p:cNvPr>
          <p:cNvCxnSpPr>
            <a:cxnSpLocks/>
          </p:cNvCxnSpPr>
          <p:nvPr/>
        </p:nvCxnSpPr>
        <p:spPr>
          <a:xfrm flipV="1">
            <a:off x="4038168" y="5504735"/>
            <a:ext cx="623804" cy="5045"/>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Flowchart: Document 1076">
            <a:extLst>
              <a:ext uri="{FF2B5EF4-FFF2-40B4-BE49-F238E27FC236}">
                <a16:creationId xmlns:a16="http://schemas.microsoft.com/office/drawing/2014/main" id="{D6AC4776-3617-E60A-AC7A-BCA89FCE0662}"/>
              </a:ext>
            </a:extLst>
          </p:cNvPr>
          <p:cNvSpPr/>
          <p:nvPr/>
        </p:nvSpPr>
        <p:spPr>
          <a:xfrm>
            <a:off x="1295929" y="6101451"/>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GB" sz="600" b="1" i="0" u="none" strike="noStrike" kern="1200" cap="none" spc="0" normalizeH="0" baseline="0" noProof="0" dirty="0">
              <a:ln>
                <a:noFill/>
              </a:ln>
              <a:solidFill>
                <a:prstClr val="black"/>
              </a:solidFill>
              <a:effectLst/>
              <a:uLnTx/>
              <a:uFillTx/>
              <a:latin typeface="Verdana"/>
              <a:ea typeface="Verdana"/>
            </a:endParaRPr>
          </a:p>
        </p:txBody>
      </p:sp>
      <p:cxnSp>
        <p:nvCxnSpPr>
          <p:cNvPr id="57" name="Connector: Elbow 1066">
            <a:extLst>
              <a:ext uri="{FF2B5EF4-FFF2-40B4-BE49-F238E27FC236}">
                <a16:creationId xmlns:a16="http://schemas.microsoft.com/office/drawing/2014/main" id="{BADBA380-0F0D-8425-D057-2F051A584EE1}"/>
              </a:ext>
            </a:extLst>
          </p:cNvPr>
          <p:cNvCxnSpPr>
            <a:cxnSpLocks/>
            <a:stCxn id="56" idx="0"/>
            <a:endCxn id="47" idx="2"/>
          </p:cNvCxnSpPr>
          <p:nvPr/>
        </p:nvCxnSpPr>
        <p:spPr>
          <a:xfrm rot="5400000" flipH="1" flipV="1">
            <a:off x="1502370" y="5968965"/>
            <a:ext cx="262865" cy="2109"/>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Flowchart: Document 1076">
            <a:extLst>
              <a:ext uri="{FF2B5EF4-FFF2-40B4-BE49-F238E27FC236}">
                <a16:creationId xmlns:a16="http://schemas.microsoft.com/office/drawing/2014/main" id="{9EC400FD-1E8B-D501-F3BF-A4CFA4D55928}"/>
              </a:ext>
            </a:extLst>
          </p:cNvPr>
          <p:cNvSpPr/>
          <p:nvPr/>
        </p:nvSpPr>
        <p:spPr>
          <a:xfrm>
            <a:off x="1370046" y="3361838"/>
            <a:ext cx="673637" cy="366911"/>
          </a:xfrm>
          <a:prstGeom prst="roundRect">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600" b="1" i="0" u="none" strike="noStrike" kern="1200" cap="none" spc="0" normalizeH="0" baseline="0" noProof="0">
                <a:ln>
                  <a:noFill/>
                </a:ln>
                <a:solidFill>
                  <a:prstClr val="black"/>
                </a:solidFill>
                <a:effectLst/>
                <a:uLnTx/>
                <a:uFillTx/>
                <a:latin typeface="Verdana"/>
                <a:ea typeface="+mn-ea"/>
                <a:cs typeface="+mn-cs"/>
              </a:rPr>
              <a:t>Sales raises request to modify agreement</a:t>
            </a:r>
          </a:p>
        </p:txBody>
      </p:sp>
      <p:sp>
        <p:nvSpPr>
          <p:cNvPr id="59" name="Flowchart: Document 1076">
            <a:extLst>
              <a:ext uri="{FF2B5EF4-FFF2-40B4-BE49-F238E27FC236}">
                <a16:creationId xmlns:a16="http://schemas.microsoft.com/office/drawing/2014/main" id="{6E6FB37B-05AD-5095-2F38-6C3F10B63F4B}"/>
              </a:ext>
            </a:extLst>
          </p:cNvPr>
          <p:cNvSpPr/>
          <p:nvPr/>
        </p:nvSpPr>
        <p:spPr>
          <a:xfrm>
            <a:off x="2395043" y="3358076"/>
            <a:ext cx="673637" cy="366911"/>
          </a:xfrm>
          <a:prstGeom prst="homePlate">
            <a:avLst/>
          </a:prstGeom>
          <a:noFill/>
          <a:ln w="127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defTabSz="685800">
              <a:defRPr/>
            </a:pPr>
            <a:r>
              <a:rPr lang="en-GB" sz="600" b="1" noProof="0">
                <a:solidFill>
                  <a:prstClr val="black"/>
                </a:solidFill>
                <a:latin typeface="Verdana"/>
              </a:rPr>
              <a:t>ServiceNow</a:t>
            </a:r>
          </a:p>
        </p:txBody>
      </p:sp>
      <p:cxnSp>
        <p:nvCxnSpPr>
          <p:cNvPr id="60" name="Connector: Elbow 1080">
            <a:extLst>
              <a:ext uri="{FF2B5EF4-FFF2-40B4-BE49-F238E27FC236}">
                <a16:creationId xmlns:a16="http://schemas.microsoft.com/office/drawing/2014/main" id="{9C530E70-26B2-A8A2-322E-3D80A0C17086}"/>
              </a:ext>
            </a:extLst>
          </p:cNvPr>
          <p:cNvCxnSpPr>
            <a:cxnSpLocks/>
            <a:stCxn id="58" idx="3"/>
            <a:endCxn id="59" idx="1"/>
          </p:cNvCxnSpPr>
          <p:nvPr/>
        </p:nvCxnSpPr>
        <p:spPr>
          <a:xfrm flipV="1">
            <a:off x="2043683" y="3541532"/>
            <a:ext cx="351360" cy="3762"/>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Elbow 1081">
            <a:extLst>
              <a:ext uri="{FF2B5EF4-FFF2-40B4-BE49-F238E27FC236}">
                <a16:creationId xmlns:a16="http://schemas.microsoft.com/office/drawing/2014/main" id="{FB45416D-1841-A622-B33F-CC593594EBAC}"/>
              </a:ext>
            </a:extLst>
          </p:cNvPr>
          <p:cNvCxnSpPr>
            <a:cxnSpLocks/>
            <a:stCxn id="59" idx="3"/>
            <a:endCxn id="11" idx="1"/>
          </p:cNvCxnSpPr>
          <p:nvPr/>
        </p:nvCxnSpPr>
        <p:spPr>
          <a:xfrm flipV="1">
            <a:off x="3068680" y="3054485"/>
            <a:ext cx="419155" cy="487047"/>
          </a:xfrm>
          <a:prstGeom prst="bentConnector3">
            <a:avLst>
              <a:gd name="adj1" fmla="val 50000"/>
            </a:avLst>
          </a:prstGeom>
          <a:ln w="127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ZoneTexte 40">
            <a:extLst>
              <a:ext uri="{FF2B5EF4-FFF2-40B4-BE49-F238E27FC236}">
                <a16:creationId xmlns:a16="http://schemas.microsoft.com/office/drawing/2014/main" id="{F1823CA4-96D6-1782-BAD4-22B525E63BD7}"/>
              </a:ext>
            </a:extLst>
          </p:cNvPr>
          <p:cNvSpPr txBox="1"/>
          <p:nvPr/>
        </p:nvSpPr>
        <p:spPr>
          <a:xfrm>
            <a:off x="4298339" y="5663116"/>
            <a:ext cx="1095512"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Gather CN approval</a:t>
            </a:r>
          </a:p>
          <a:p>
            <a:pPr algn="ctr" defTabSz="685115">
              <a:defRPr/>
            </a:pPr>
            <a:r>
              <a:rPr lang="en-GB" sz="675" noProof="0">
                <a:latin typeface="Verdana"/>
              </a:rPr>
              <a:t>(get approval in case out of def. threshold)</a:t>
            </a:r>
          </a:p>
        </p:txBody>
      </p:sp>
      <p:grpSp>
        <p:nvGrpSpPr>
          <p:cNvPr id="63" name="Group 62">
            <a:extLst>
              <a:ext uri="{FF2B5EF4-FFF2-40B4-BE49-F238E27FC236}">
                <a16:creationId xmlns:a16="http://schemas.microsoft.com/office/drawing/2014/main" id="{8B7DE295-D2F3-27EE-5259-B432B31B059B}"/>
              </a:ext>
            </a:extLst>
          </p:cNvPr>
          <p:cNvGrpSpPr/>
          <p:nvPr/>
        </p:nvGrpSpPr>
        <p:grpSpPr>
          <a:xfrm>
            <a:off x="4661972" y="5346354"/>
            <a:ext cx="316762" cy="316762"/>
            <a:chOff x="3904884" y="4179013"/>
            <a:chExt cx="720000" cy="720000"/>
          </a:xfrm>
        </p:grpSpPr>
        <p:sp>
          <p:nvSpPr>
            <p:cNvPr id="64" name="Oval 63">
              <a:extLst>
                <a:ext uri="{FF2B5EF4-FFF2-40B4-BE49-F238E27FC236}">
                  <a16:creationId xmlns:a16="http://schemas.microsoft.com/office/drawing/2014/main" id="{507D1C24-B488-BD7E-A424-F562594DAA2E}"/>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5" name="Picture 64">
              <a:extLst>
                <a:ext uri="{FF2B5EF4-FFF2-40B4-BE49-F238E27FC236}">
                  <a16:creationId xmlns:a16="http://schemas.microsoft.com/office/drawing/2014/main" id="{D9A5B5A6-8155-3FC9-8BCF-6B56E743553D}"/>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66" name="ZoneTexte 40">
            <a:extLst>
              <a:ext uri="{FF2B5EF4-FFF2-40B4-BE49-F238E27FC236}">
                <a16:creationId xmlns:a16="http://schemas.microsoft.com/office/drawing/2014/main" id="{56D8EB83-2479-807C-9887-26C5A32C0DDD}"/>
              </a:ext>
            </a:extLst>
          </p:cNvPr>
          <p:cNvSpPr txBox="1"/>
          <p:nvPr/>
        </p:nvSpPr>
        <p:spPr>
          <a:xfrm>
            <a:off x="3485857" y="5023099"/>
            <a:ext cx="844507"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Create/upload</a:t>
            </a:r>
            <a:br>
              <a:rPr lang="en-GB" sz="675" noProof="0">
                <a:solidFill>
                  <a:prstClr val="black"/>
                </a:solidFill>
                <a:latin typeface="Verdana"/>
              </a:rPr>
            </a:br>
            <a:r>
              <a:rPr lang="en-GB" sz="675" noProof="0">
                <a:solidFill>
                  <a:prstClr val="black"/>
                </a:solidFill>
                <a:latin typeface="Verdana"/>
              </a:rPr>
              <a:t>Settlement</a:t>
            </a:r>
          </a:p>
        </p:txBody>
      </p:sp>
      <p:grpSp>
        <p:nvGrpSpPr>
          <p:cNvPr id="67" name="Group 66">
            <a:extLst>
              <a:ext uri="{FF2B5EF4-FFF2-40B4-BE49-F238E27FC236}">
                <a16:creationId xmlns:a16="http://schemas.microsoft.com/office/drawing/2014/main" id="{55E2A598-B147-CF83-7B28-EECFD238BF6F}"/>
              </a:ext>
            </a:extLst>
          </p:cNvPr>
          <p:cNvGrpSpPr/>
          <p:nvPr/>
        </p:nvGrpSpPr>
        <p:grpSpPr>
          <a:xfrm>
            <a:off x="5616208" y="5340328"/>
            <a:ext cx="316762" cy="316762"/>
            <a:chOff x="3904884" y="4179013"/>
            <a:chExt cx="720000" cy="720000"/>
          </a:xfrm>
        </p:grpSpPr>
        <p:sp>
          <p:nvSpPr>
            <p:cNvPr id="68" name="Oval 67">
              <a:extLst>
                <a:ext uri="{FF2B5EF4-FFF2-40B4-BE49-F238E27FC236}">
                  <a16:creationId xmlns:a16="http://schemas.microsoft.com/office/drawing/2014/main" id="{CC77882E-2184-E7F3-C417-936363CBF9A1}"/>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69" name="Picture 68">
              <a:extLst>
                <a:ext uri="{FF2B5EF4-FFF2-40B4-BE49-F238E27FC236}">
                  <a16:creationId xmlns:a16="http://schemas.microsoft.com/office/drawing/2014/main" id="{5B169900-D683-D4EB-8CB4-DF9FA65C912F}"/>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70" name="ZoneTexte 40">
            <a:extLst>
              <a:ext uri="{FF2B5EF4-FFF2-40B4-BE49-F238E27FC236}">
                <a16:creationId xmlns:a16="http://schemas.microsoft.com/office/drawing/2014/main" id="{F199BAC8-97C0-3860-4C15-7E4EBB92D840}"/>
              </a:ext>
            </a:extLst>
          </p:cNvPr>
          <p:cNvSpPr txBox="1"/>
          <p:nvPr/>
        </p:nvSpPr>
        <p:spPr>
          <a:xfrm>
            <a:off x="5458876" y="5660833"/>
            <a:ext cx="712561"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Create Credit Note</a:t>
            </a:r>
          </a:p>
        </p:txBody>
      </p:sp>
      <p:cxnSp>
        <p:nvCxnSpPr>
          <p:cNvPr id="71" name="Straight Connector 70">
            <a:extLst>
              <a:ext uri="{FF2B5EF4-FFF2-40B4-BE49-F238E27FC236}">
                <a16:creationId xmlns:a16="http://schemas.microsoft.com/office/drawing/2014/main" id="{3ECFDC1D-45B5-B790-2520-82205FF1AA57}"/>
              </a:ext>
            </a:extLst>
          </p:cNvPr>
          <p:cNvCxnSpPr>
            <a:cxnSpLocks/>
          </p:cNvCxnSpPr>
          <p:nvPr/>
        </p:nvCxnSpPr>
        <p:spPr>
          <a:xfrm flipV="1">
            <a:off x="4978734" y="5498709"/>
            <a:ext cx="637474" cy="6026"/>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37A92F97-1414-AE41-C539-321F7D839768}"/>
              </a:ext>
            </a:extLst>
          </p:cNvPr>
          <p:cNvGrpSpPr/>
          <p:nvPr/>
        </p:nvGrpSpPr>
        <p:grpSpPr>
          <a:xfrm>
            <a:off x="6994596" y="5841674"/>
            <a:ext cx="316762" cy="316762"/>
            <a:chOff x="3904884" y="4179013"/>
            <a:chExt cx="720000" cy="720000"/>
          </a:xfrm>
        </p:grpSpPr>
        <p:sp>
          <p:nvSpPr>
            <p:cNvPr id="73" name="Oval 72">
              <a:extLst>
                <a:ext uri="{FF2B5EF4-FFF2-40B4-BE49-F238E27FC236}">
                  <a16:creationId xmlns:a16="http://schemas.microsoft.com/office/drawing/2014/main" id="{0C03C604-BF03-BA3D-26F2-882E42293C5B}"/>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74" name="Picture 73">
              <a:extLst>
                <a:ext uri="{FF2B5EF4-FFF2-40B4-BE49-F238E27FC236}">
                  <a16:creationId xmlns:a16="http://schemas.microsoft.com/office/drawing/2014/main" id="{5D8411B5-2227-C821-A601-FEBA82F111DC}"/>
                </a:ext>
              </a:extLst>
            </p:cNvPr>
            <p:cNvPicPr>
              <a:picLocks noChangeAspect="1"/>
            </p:cNvPicPr>
            <p:nvPr/>
          </p:nvPicPr>
          <p:blipFill>
            <a:blip r:embed="rId3"/>
            <a:stretch>
              <a:fillRect/>
            </a:stretch>
          </p:blipFill>
          <p:spPr>
            <a:xfrm>
              <a:off x="3954068" y="4189228"/>
              <a:ext cx="634621" cy="634621"/>
            </a:xfrm>
            <a:prstGeom prst="rect">
              <a:avLst/>
            </a:prstGeom>
          </p:spPr>
        </p:pic>
      </p:grpSp>
      <p:cxnSp>
        <p:nvCxnSpPr>
          <p:cNvPr id="76" name="Straight Connector 75">
            <a:extLst>
              <a:ext uri="{FF2B5EF4-FFF2-40B4-BE49-F238E27FC236}">
                <a16:creationId xmlns:a16="http://schemas.microsoft.com/office/drawing/2014/main" id="{442DDDD6-F14A-FD73-0E51-04E70FA7990D}"/>
              </a:ext>
            </a:extLst>
          </p:cNvPr>
          <p:cNvCxnSpPr>
            <a:cxnSpLocks/>
            <a:stCxn id="68" idx="6"/>
            <a:endCxn id="77" idx="2"/>
          </p:cNvCxnSpPr>
          <p:nvPr/>
        </p:nvCxnSpPr>
        <p:spPr>
          <a:xfrm flipV="1">
            <a:off x="5932970" y="5494560"/>
            <a:ext cx="1056090" cy="4149"/>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7" name="Oval 76">
            <a:extLst>
              <a:ext uri="{FF2B5EF4-FFF2-40B4-BE49-F238E27FC236}">
                <a16:creationId xmlns:a16="http://schemas.microsoft.com/office/drawing/2014/main" id="{8D39DCE0-0D5A-D409-7023-342C5EC32988}"/>
              </a:ext>
            </a:extLst>
          </p:cNvPr>
          <p:cNvSpPr/>
          <p:nvPr/>
        </p:nvSpPr>
        <p:spPr>
          <a:xfrm>
            <a:off x="6989060" y="5332560"/>
            <a:ext cx="324000" cy="324000"/>
          </a:xfrm>
          <a:prstGeom prst="ellipse">
            <a:avLst/>
          </a:prstGeom>
          <a:noFill/>
          <a:ln w="19050">
            <a:solidFill>
              <a:schemeClr val="accent2">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400" noProof="0">
              <a:solidFill>
                <a:schemeClr val="tx1"/>
              </a:solidFill>
            </a:endParaRPr>
          </a:p>
        </p:txBody>
      </p:sp>
      <p:sp>
        <p:nvSpPr>
          <p:cNvPr id="78" name="ZoneTexte 40">
            <a:extLst>
              <a:ext uri="{FF2B5EF4-FFF2-40B4-BE49-F238E27FC236}">
                <a16:creationId xmlns:a16="http://schemas.microsoft.com/office/drawing/2014/main" id="{222443CA-1877-2B2D-F2D6-0C3EB97DDB3D}"/>
              </a:ext>
            </a:extLst>
          </p:cNvPr>
          <p:cNvSpPr txBox="1"/>
          <p:nvPr/>
        </p:nvSpPr>
        <p:spPr>
          <a:xfrm>
            <a:off x="7313060" y="5329963"/>
            <a:ext cx="573746" cy="45000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Credit Note created</a:t>
            </a:r>
          </a:p>
        </p:txBody>
      </p:sp>
      <p:cxnSp>
        <p:nvCxnSpPr>
          <p:cNvPr id="79" name="Straight Connector 78">
            <a:extLst>
              <a:ext uri="{FF2B5EF4-FFF2-40B4-BE49-F238E27FC236}">
                <a16:creationId xmlns:a16="http://schemas.microsoft.com/office/drawing/2014/main" id="{71DDA509-C35A-2431-3DEE-AA87A79CDF4E}"/>
              </a:ext>
            </a:extLst>
          </p:cNvPr>
          <p:cNvCxnSpPr>
            <a:cxnSpLocks/>
            <a:stCxn id="77" idx="4"/>
          </p:cNvCxnSpPr>
          <p:nvPr/>
        </p:nvCxnSpPr>
        <p:spPr>
          <a:xfrm>
            <a:off x="7151060" y="5656560"/>
            <a:ext cx="4774" cy="340161"/>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A74C9616-F86A-D315-F323-B604D44024C7}"/>
              </a:ext>
            </a:extLst>
          </p:cNvPr>
          <p:cNvGrpSpPr/>
          <p:nvPr/>
        </p:nvGrpSpPr>
        <p:grpSpPr>
          <a:xfrm>
            <a:off x="7321462" y="3335554"/>
            <a:ext cx="316762" cy="316762"/>
            <a:chOff x="3904884" y="4179013"/>
            <a:chExt cx="720000" cy="720000"/>
          </a:xfrm>
        </p:grpSpPr>
        <p:sp>
          <p:nvSpPr>
            <p:cNvPr id="81" name="Oval 80">
              <a:extLst>
                <a:ext uri="{FF2B5EF4-FFF2-40B4-BE49-F238E27FC236}">
                  <a16:creationId xmlns:a16="http://schemas.microsoft.com/office/drawing/2014/main" id="{2A82483F-19C7-7E81-1FCC-A842EFC6D441}"/>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82" name="Picture 81">
              <a:extLst>
                <a:ext uri="{FF2B5EF4-FFF2-40B4-BE49-F238E27FC236}">
                  <a16:creationId xmlns:a16="http://schemas.microsoft.com/office/drawing/2014/main" id="{040B5218-DC5B-1147-FE49-8A4EE88ED9CE}"/>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83" name="ZoneTexte 40">
            <a:extLst>
              <a:ext uri="{FF2B5EF4-FFF2-40B4-BE49-F238E27FC236}">
                <a16:creationId xmlns:a16="http://schemas.microsoft.com/office/drawing/2014/main" id="{567F352D-23EE-B9B0-8EDA-C5770422E1FB}"/>
              </a:ext>
            </a:extLst>
          </p:cNvPr>
          <p:cNvSpPr txBox="1"/>
          <p:nvPr/>
        </p:nvSpPr>
        <p:spPr>
          <a:xfrm>
            <a:off x="6812928" y="3638785"/>
            <a:ext cx="14005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Communicate to customer/Sales &amp; AR team</a:t>
            </a:r>
            <a:endParaRPr lang="en-GB" sz="675" noProof="0">
              <a:solidFill>
                <a:srgbClr val="FF304D"/>
              </a:solidFill>
              <a:latin typeface="Verdana"/>
            </a:endParaRPr>
          </a:p>
        </p:txBody>
      </p:sp>
      <p:cxnSp>
        <p:nvCxnSpPr>
          <p:cNvPr id="84" name="Straight Connector 83">
            <a:extLst>
              <a:ext uri="{FF2B5EF4-FFF2-40B4-BE49-F238E27FC236}">
                <a16:creationId xmlns:a16="http://schemas.microsoft.com/office/drawing/2014/main" id="{8BDF23C8-15EC-CF78-AC57-4373BBB96EE8}"/>
              </a:ext>
            </a:extLst>
          </p:cNvPr>
          <p:cNvCxnSpPr>
            <a:cxnSpLocks/>
            <a:stCxn id="45" idx="4"/>
          </p:cNvCxnSpPr>
          <p:nvPr/>
        </p:nvCxnSpPr>
        <p:spPr>
          <a:xfrm>
            <a:off x="7475060" y="3046591"/>
            <a:ext cx="4783" cy="288963"/>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99F0C937-8E08-51B5-ADBC-8A760176D8A9}"/>
              </a:ext>
            </a:extLst>
          </p:cNvPr>
          <p:cNvSpPr/>
          <p:nvPr/>
        </p:nvSpPr>
        <p:spPr>
          <a:xfrm>
            <a:off x="5219321" y="1811711"/>
            <a:ext cx="126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Service Agreement</a:t>
            </a:r>
          </a:p>
        </p:txBody>
      </p:sp>
      <p:sp>
        <p:nvSpPr>
          <p:cNvPr id="86" name="Rectangle 85">
            <a:extLst>
              <a:ext uri="{FF2B5EF4-FFF2-40B4-BE49-F238E27FC236}">
                <a16:creationId xmlns:a16="http://schemas.microsoft.com/office/drawing/2014/main" id="{601D0E53-2E73-68BF-C3C8-75B39235E7EA}"/>
              </a:ext>
            </a:extLst>
          </p:cNvPr>
          <p:cNvSpPr/>
          <p:nvPr/>
        </p:nvSpPr>
        <p:spPr>
          <a:xfrm>
            <a:off x="5143320" y="4711788"/>
            <a:ext cx="1080000" cy="1786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b="1" noProof="0">
                <a:solidFill>
                  <a:schemeClr val="tx1"/>
                </a:solidFill>
              </a:rPr>
              <a:t>Rebates Payout</a:t>
            </a:r>
          </a:p>
        </p:txBody>
      </p:sp>
      <p:sp>
        <p:nvSpPr>
          <p:cNvPr id="87" name="Rectangle 86">
            <a:extLst>
              <a:ext uri="{FF2B5EF4-FFF2-40B4-BE49-F238E27FC236}">
                <a16:creationId xmlns:a16="http://schemas.microsoft.com/office/drawing/2014/main" id="{43F10EE4-923E-9475-71EA-FC9B20F3546F}"/>
              </a:ext>
            </a:extLst>
          </p:cNvPr>
          <p:cNvSpPr/>
          <p:nvPr/>
        </p:nvSpPr>
        <p:spPr>
          <a:xfrm>
            <a:off x="2349408" y="264418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sp>
        <p:nvSpPr>
          <p:cNvPr id="88" name="Rectangle 87">
            <a:extLst>
              <a:ext uri="{FF2B5EF4-FFF2-40B4-BE49-F238E27FC236}">
                <a16:creationId xmlns:a16="http://schemas.microsoft.com/office/drawing/2014/main" id="{D46313C0-A85D-DC6E-F319-56C48A4140D8}"/>
              </a:ext>
            </a:extLst>
          </p:cNvPr>
          <p:cNvSpPr/>
          <p:nvPr/>
        </p:nvSpPr>
        <p:spPr>
          <a:xfrm>
            <a:off x="2349408" y="5254031"/>
            <a:ext cx="1017979" cy="130443"/>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800" noProof="0">
                <a:solidFill>
                  <a:schemeClr val="tx1"/>
                </a:solidFill>
              </a:rPr>
              <a:t>Inbound Channels</a:t>
            </a:r>
          </a:p>
        </p:txBody>
      </p:sp>
      <p:grpSp>
        <p:nvGrpSpPr>
          <p:cNvPr id="89" name="Group 88">
            <a:extLst>
              <a:ext uri="{FF2B5EF4-FFF2-40B4-BE49-F238E27FC236}">
                <a16:creationId xmlns:a16="http://schemas.microsoft.com/office/drawing/2014/main" id="{3A92B29D-F2CC-8327-A275-C0AEDC7B5A59}"/>
              </a:ext>
            </a:extLst>
          </p:cNvPr>
          <p:cNvGrpSpPr/>
          <p:nvPr/>
        </p:nvGrpSpPr>
        <p:grpSpPr>
          <a:xfrm>
            <a:off x="3716524" y="3617042"/>
            <a:ext cx="316762" cy="316762"/>
            <a:chOff x="3904884" y="4179013"/>
            <a:chExt cx="720000" cy="720000"/>
          </a:xfrm>
        </p:grpSpPr>
        <p:sp>
          <p:nvSpPr>
            <p:cNvPr id="90" name="Oval 89">
              <a:extLst>
                <a:ext uri="{FF2B5EF4-FFF2-40B4-BE49-F238E27FC236}">
                  <a16:creationId xmlns:a16="http://schemas.microsoft.com/office/drawing/2014/main" id="{4C5D4F18-A045-3C51-9914-8EDB6A53C54E}"/>
                </a:ext>
              </a:extLst>
            </p:cNvPr>
            <p:cNvSpPr/>
            <p:nvPr/>
          </p:nvSpPr>
          <p:spPr>
            <a:xfrm>
              <a:off x="3904884" y="4179013"/>
              <a:ext cx="720000" cy="720000"/>
            </a:xfrm>
            <a:prstGeom prst="ellipse">
              <a:avLst/>
            </a:prstGeom>
            <a:solidFill>
              <a:schemeClr val="bg1">
                <a:lumMod val="95000"/>
              </a:schemeClr>
            </a:solidFill>
            <a:ln w="9525">
              <a:solidFill>
                <a:schemeClr val="bg2">
                  <a:lumMod val="9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1" name="Picture 90">
              <a:extLst>
                <a:ext uri="{FF2B5EF4-FFF2-40B4-BE49-F238E27FC236}">
                  <a16:creationId xmlns:a16="http://schemas.microsoft.com/office/drawing/2014/main" id="{32BBBF0D-851D-2C78-2185-065AE2F23695}"/>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92" name="ZoneTexte 40">
            <a:extLst>
              <a:ext uri="{FF2B5EF4-FFF2-40B4-BE49-F238E27FC236}">
                <a16:creationId xmlns:a16="http://schemas.microsoft.com/office/drawing/2014/main" id="{A753F950-5229-8F81-51AA-9DC0659A680C}"/>
              </a:ext>
            </a:extLst>
          </p:cNvPr>
          <p:cNvSpPr txBox="1"/>
          <p:nvPr/>
        </p:nvSpPr>
        <p:spPr>
          <a:xfrm>
            <a:off x="3558858" y="3304137"/>
            <a:ext cx="632094"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latin typeface="Verdana"/>
              </a:rPr>
              <a:t>Language Translation</a:t>
            </a:r>
          </a:p>
        </p:txBody>
      </p:sp>
      <p:cxnSp>
        <p:nvCxnSpPr>
          <p:cNvPr id="93" name="Straight Connector 92">
            <a:extLst>
              <a:ext uri="{FF2B5EF4-FFF2-40B4-BE49-F238E27FC236}">
                <a16:creationId xmlns:a16="http://schemas.microsoft.com/office/drawing/2014/main" id="{044E5005-0FCE-AE65-931F-D33B41F16304}"/>
              </a:ext>
            </a:extLst>
          </p:cNvPr>
          <p:cNvCxnSpPr>
            <a:cxnSpLocks/>
          </p:cNvCxnSpPr>
          <p:nvPr/>
        </p:nvCxnSpPr>
        <p:spPr>
          <a:xfrm>
            <a:off x="3872464" y="3073545"/>
            <a:ext cx="0" cy="230592"/>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7EE914-04F0-3512-7947-036B87D41D99}"/>
              </a:ext>
            </a:extLst>
          </p:cNvPr>
          <p:cNvCxnSpPr>
            <a:cxnSpLocks/>
            <a:endCxn id="45" idx="2"/>
          </p:cNvCxnSpPr>
          <p:nvPr/>
        </p:nvCxnSpPr>
        <p:spPr>
          <a:xfrm flipV="1">
            <a:off x="6654620" y="2884591"/>
            <a:ext cx="658440" cy="1697"/>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87992CAB-2BA4-465C-71CB-8DF24EE397A1}"/>
              </a:ext>
            </a:extLst>
          </p:cNvPr>
          <p:cNvGrpSpPr/>
          <p:nvPr/>
        </p:nvGrpSpPr>
        <p:grpSpPr>
          <a:xfrm>
            <a:off x="5379290" y="2187851"/>
            <a:ext cx="316762" cy="316762"/>
            <a:chOff x="3904884" y="4179013"/>
            <a:chExt cx="720000" cy="720000"/>
          </a:xfrm>
        </p:grpSpPr>
        <p:sp>
          <p:nvSpPr>
            <p:cNvPr id="96" name="Oval 95">
              <a:extLst>
                <a:ext uri="{FF2B5EF4-FFF2-40B4-BE49-F238E27FC236}">
                  <a16:creationId xmlns:a16="http://schemas.microsoft.com/office/drawing/2014/main" id="{47AF41EA-6510-AD18-01E0-CEC61DE27CEA}"/>
                </a:ext>
              </a:extLst>
            </p:cNvPr>
            <p:cNvSpPr/>
            <p:nvPr/>
          </p:nvSpPr>
          <p:spPr>
            <a:xfrm>
              <a:off x="3904884" y="4179013"/>
              <a:ext cx="720000" cy="720000"/>
            </a:xfrm>
            <a:prstGeom prst="ellipse">
              <a:avLst/>
            </a:prstGeom>
            <a:solidFill>
              <a:schemeClr val="bg1">
                <a:lumMod val="95000"/>
              </a:schemeClr>
            </a:solidFill>
            <a:ln w="19050">
              <a:solidFill>
                <a:srgbClr val="FFB24A"/>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latin typeface="Ubuntu"/>
              </a:endParaRPr>
            </a:p>
          </p:txBody>
        </p:sp>
        <p:pic>
          <p:nvPicPr>
            <p:cNvPr id="97" name="Picture 96">
              <a:extLst>
                <a:ext uri="{FF2B5EF4-FFF2-40B4-BE49-F238E27FC236}">
                  <a16:creationId xmlns:a16="http://schemas.microsoft.com/office/drawing/2014/main" id="{005754FD-BC90-BD5F-DCC3-DC6B954F089F}"/>
                </a:ext>
              </a:extLst>
            </p:cNvPr>
            <p:cNvPicPr>
              <a:picLocks noChangeAspect="1"/>
            </p:cNvPicPr>
            <p:nvPr/>
          </p:nvPicPr>
          <p:blipFill>
            <a:blip r:embed="rId3"/>
            <a:stretch>
              <a:fillRect/>
            </a:stretch>
          </p:blipFill>
          <p:spPr>
            <a:xfrm>
              <a:off x="3936476" y="4189228"/>
              <a:ext cx="634622" cy="634622"/>
            </a:xfrm>
            <a:prstGeom prst="rect">
              <a:avLst/>
            </a:prstGeom>
          </p:spPr>
        </p:pic>
      </p:grpSp>
      <p:sp>
        <p:nvSpPr>
          <p:cNvPr id="98" name="ZoneTexte 40">
            <a:extLst>
              <a:ext uri="{FF2B5EF4-FFF2-40B4-BE49-F238E27FC236}">
                <a16:creationId xmlns:a16="http://schemas.microsoft.com/office/drawing/2014/main" id="{3D5DD285-8634-7F7B-004E-1364ABA3E71B}"/>
              </a:ext>
            </a:extLst>
          </p:cNvPr>
          <p:cNvSpPr txBox="1"/>
          <p:nvPr/>
        </p:nvSpPr>
        <p:spPr>
          <a:xfrm>
            <a:off x="5645382" y="2072565"/>
            <a:ext cx="837232" cy="34612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8521" tIns="68521" rIns="68521" bIns="68521" numCol="1" spcCol="76207" rtlCol="0" anchor="t">
            <a:spAutoFit/>
          </a:bodyPr>
          <a:lstStyle/>
          <a:p>
            <a:pPr algn="ctr" defTabSz="685115">
              <a:defRPr/>
            </a:pPr>
            <a:r>
              <a:rPr lang="en-GB" sz="675" noProof="0">
                <a:solidFill>
                  <a:prstClr val="black"/>
                </a:solidFill>
                <a:latin typeface="Verdana"/>
              </a:rPr>
              <a:t>Gather approval if needed</a:t>
            </a:r>
          </a:p>
        </p:txBody>
      </p:sp>
      <p:cxnSp>
        <p:nvCxnSpPr>
          <p:cNvPr id="99" name="Straight Connector 98">
            <a:extLst>
              <a:ext uri="{FF2B5EF4-FFF2-40B4-BE49-F238E27FC236}">
                <a16:creationId xmlns:a16="http://schemas.microsoft.com/office/drawing/2014/main" id="{E1FBD5E6-9699-170C-05F5-60323F11BBD6}"/>
              </a:ext>
            </a:extLst>
          </p:cNvPr>
          <p:cNvCxnSpPr>
            <a:cxnSpLocks/>
          </p:cNvCxnSpPr>
          <p:nvPr/>
        </p:nvCxnSpPr>
        <p:spPr>
          <a:xfrm flipH="1" flipV="1">
            <a:off x="5537671" y="2504613"/>
            <a:ext cx="2857" cy="231814"/>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225C35B1-1CF2-FBD7-CC49-014C5577526F}"/>
              </a:ext>
            </a:extLst>
          </p:cNvPr>
          <p:cNvCxnSpPr>
            <a:cxnSpLocks/>
          </p:cNvCxnSpPr>
          <p:nvPr/>
        </p:nvCxnSpPr>
        <p:spPr>
          <a:xfrm flipH="1">
            <a:off x="4927168" y="2346232"/>
            <a:ext cx="452122" cy="0"/>
          </a:xfrm>
          <a:prstGeom prst="line">
            <a:avLst/>
          </a:prstGeom>
          <a:ln w="12700">
            <a:solidFill>
              <a:schemeClr val="bg1">
                <a:lumMod val="6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01" name="Picture 100" descr="A person with short dark hair&#10;&#10;AI-generated content may be incorrect.">
            <a:extLst>
              <a:ext uri="{FF2B5EF4-FFF2-40B4-BE49-F238E27FC236}">
                <a16:creationId xmlns:a16="http://schemas.microsoft.com/office/drawing/2014/main" id="{0021D1A7-7E49-F90D-DB17-2DBDC5DF554F}"/>
              </a:ext>
            </a:extLst>
          </p:cNvPr>
          <p:cNvPicPr>
            <a:picLocks noChangeAspect="1"/>
          </p:cNvPicPr>
          <p:nvPr/>
        </p:nvPicPr>
        <p:blipFill>
          <a:blip r:embed="rId4"/>
          <a:stretch/>
        </p:blipFill>
        <p:spPr>
          <a:xfrm>
            <a:off x="3165496" y="1752600"/>
            <a:ext cx="621792" cy="621792"/>
          </a:xfrm>
          <a:prstGeom prst="roundRect">
            <a:avLst/>
          </a:prstGeom>
        </p:spPr>
      </p:pic>
      <p:sp>
        <p:nvSpPr>
          <p:cNvPr id="102" name="TextBox 101">
            <a:extLst>
              <a:ext uri="{FF2B5EF4-FFF2-40B4-BE49-F238E27FC236}">
                <a16:creationId xmlns:a16="http://schemas.microsoft.com/office/drawing/2014/main" id="{04C833AA-286C-8F8D-530E-86D5E9F45B3A}"/>
              </a:ext>
            </a:extLst>
          </p:cNvPr>
          <p:cNvSpPr txBox="1"/>
          <p:nvPr/>
        </p:nvSpPr>
        <p:spPr>
          <a:xfrm>
            <a:off x="2929202" y="5005736"/>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Agent2</a:t>
            </a:r>
            <a:endParaRPr lang="en-GB" sz="900" i="1" noProof="0"/>
          </a:p>
        </p:txBody>
      </p:sp>
      <p:pic>
        <p:nvPicPr>
          <p:cNvPr id="103" name="Picture 102">
            <a:extLst>
              <a:ext uri="{FF2B5EF4-FFF2-40B4-BE49-F238E27FC236}">
                <a16:creationId xmlns:a16="http://schemas.microsoft.com/office/drawing/2014/main" id="{0210CDC0-FCAD-FFE1-360A-6E107D5B729B}"/>
              </a:ext>
            </a:extLst>
          </p:cNvPr>
          <p:cNvPicPr>
            <a:picLocks noChangeAspect="1"/>
          </p:cNvPicPr>
          <p:nvPr/>
        </p:nvPicPr>
        <p:blipFill>
          <a:blip r:embed="rId5"/>
          <a:stretch/>
        </p:blipFill>
        <p:spPr>
          <a:xfrm>
            <a:off x="3165496" y="4397628"/>
            <a:ext cx="621792" cy="621792"/>
          </a:xfrm>
          <a:prstGeom prst="roundRect">
            <a:avLst/>
          </a:prstGeom>
        </p:spPr>
      </p:pic>
      <p:sp>
        <p:nvSpPr>
          <p:cNvPr id="104" name="TextBox 103">
            <a:extLst>
              <a:ext uri="{FF2B5EF4-FFF2-40B4-BE49-F238E27FC236}">
                <a16:creationId xmlns:a16="http://schemas.microsoft.com/office/drawing/2014/main" id="{ABD92D18-EE38-C703-7778-99C9A5EBACF4}"/>
              </a:ext>
            </a:extLst>
          </p:cNvPr>
          <p:cNvSpPr txBox="1"/>
          <p:nvPr/>
        </p:nvSpPr>
        <p:spPr>
          <a:xfrm>
            <a:off x="2942637" y="2355964"/>
            <a:ext cx="604981" cy="230832"/>
          </a:xfrm>
          <a:prstGeom prst="rect">
            <a:avLst/>
          </a:prstGeom>
          <a:noFill/>
        </p:spPr>
        <p:txBody>
          <a:bodyPr wrap="square">
            <a:spAutoFit/>
          </a:bodyPr>
          <a:lstStyle/>
          <a:p>
            <a:r>
              <a:rPr lang="en-GB" sz="900" b="1" noProof="0">
                <a:solidFill>
                  <a:prstClr val="black"/>
                </a:solidFill>
                <a:ea typeface="Times New Roman" panose="02020603050405020304" pitchFamily="18" charset="0"/>
                <a:cs typeface="Aptos" panose="020B0004020202020204" pitchFamily="34" charset="0"/>
              </a:rPr>
              <a:t>Agent1</a:t>
            </a:r>
            <a:endParaRPr lang="en-GB" sz="900" i="1" noProof="0"/>
          </a:p>
        </p:txBody>
      </p:sp>
      <p:sp>
        <p:nvSpPr>
          <p:cNvPr id="105" name="Rectangle 104">
            <a:extLst>
              <a:ext uri="{FF2B5EF4-FFF2-40B4-BE49-F238E27FC236}">
                <a16:creationId xmlns:a16="http://schemas.microsoft.com/office/drawing/2014/main" id="{A1FA938B-5BAE-7333-8B7B-3798006B886E}"/>
              </a:ext>
            </a:extLst>
          </p:cNvPr>
          <p:cNvSpPr/>
          <p:nvPr/>
        </p:nvSpPr>
        <p:spPr>
          <a:xfrm>
            <a:off x="10077023" y="1866141"/>
            <a:ext cx="2182451" cy="399941"/>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GB" sz="1050" noProof="0">
                <a:solidFill>
                  <a:schemeClr val="tx1"/>
                </a:solidFill>
              </a:rPr>
              <a:t>Interaction (customer, third- party or internal teams)</a:t>
            </a:r>
          </a:p>
        </p:txBody>
      </p:sp>
      <p:grpSp>
        <p:nvGrpSpPr>
          <p:cNvPr id="106" name="Group 105">
            <a:extLst>
              <a:ext uri="{FF2B5EF4-FFF2-40B4-BE49-F238E27FC236}">
                <a16:creationId xmlns:a16="http://schemas.microsoft.com/office/drawing/2014/main" id="{CBF2E396-343E-1ED9-B2A3-DE874CA8BDAF}"/>
              </a:ext>
            </a:extLst>
          </p:cNvPr>
          <p:cNvGrpSpPr/>
          <p:nvPr/>
        </p:nvGrpSpPr>
        <p:grpSpPr>
          <a:xfrm>
            <a:off x="9672078" y="1907730"/>
            <a:ext cx="316762" cy="316762"/>
            <a:chOff x="3904884" y="4179013"/>
            <a:chExt cx="720000" cy="720000"/>
          </a:xfrm>
        </p:grpSpPr>
        <p:sp>
          <p:nvSpPr>
            <p:cNvPr id="107" name="Oval 106">
              <a:extLst>
                <a:ext uri="{FF2B5EF4-FFF2-40B4-BE49-F238E27FC236}">
                  <a16:creationId xmlns:a16="http://schemas.microsoft.com/office/drawing/2014/main" id="{1BEA5A9F-0CE6-D268-1530-B2D99C9AA518}"/>
                </a:ext>
              </a:extLst>
            </p:cNvPr>
            <p:cNvSpPr/>
            <p:nvPr/>
          </p:nvSpPr>
          <p:spPr>
            <a:xfrm>
              <a:off x="3904884" y="4179013"/>
              <a:ext cx="720000" cy="720000"/>
            </a:xfrm>
            <a:prstGeom prst="ellipse">
              <a:avLst/>
            </a:prstGeom>
            <a:solidFill>
              <a:schemeClr val="bg1">
                <a:lumMod val="95000"/>
              </a:schemeClr>
            </a:solidFill>
            <a:ln w="19050" cap="flat" cmpd="sng" algn="ctr">
              <a:solidFill>
                <a:srgbClr val="FF8E1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en-GB" sz="1050" noProof="0">
                <a:solidFill>
                  <a:prstClr val="black"/>
                </a:solidFill>
              </a:endParaRPr>
            </a:p>
          </p:txBody>
        </p:sp>
        <p:pic>
          <p:nvPicPr>
            <p:cNvPr id="108" name="Picture 107">
              <a:extLst>
                <a:ext uri="{FF2B5EF4-FFF2-40B4-BE49-F238E27FC236}">
                  <a16:creationId xmlns:a16="http://schemas.microsoft.com/office/drawing/2014/main" id="{697E63A2-E1C1-F6F0-10ED-EB977399E93A}"/>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09" name="Rectangle 108">
            <a:extLst>
              <a:ext uri="{FF2B5EF4-FFF2-40B4-BE49-F238E27FC236}">
                <a16:creationId xmlns:a16="http://schemas.microsoft.com/office/drawing/2014/main" id="{548BFFA8-BE1A-9BB2-93BA-866F1A173C17}"/>
              </a:ext>
            </a:extLst>
          </p:cNvPr>
          <p:cNvSpPr/>
          <p:nvPr/>
        </p:nvSpPr>
        <p:spPr>
          <a:xfrm>
            <a:off x="10077023" y="2309934"/>
            <a:ext cx="2182451" cy="399941"/>
          </a:xfrm>
          <a:prstGeom prst="rect">
            <a:avLst/>
          </a:prstGeom>
          <a:noFill/>
          <a:ln w="9525" cap="flat" cmpd="sng" algn="ctr">
            <a:noFill/>
            <a:prstDash val="solid"/>
            <a:miter lim="800000"/>
          </a:ln>
          <a:effectLst/>
          <a:extLst>
            <a:ext uri="{909E8E84-426E-40DD-AFC4-6F175D3DCCD1}">
              <a14:hiddenFill xmlns:a14="http://schemas.microsoft.com/office/drawing/2010/main">
                <a:solidFill>
                  <a:schemeClr val="bg1">
                    <a:lumMod val="95000"/>
                  </a:schemeClr>
                </a:solidFill>
              </a14:hiddenFill>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ea typeface="+mn-ea"/>
                <a:cs typeface="+mn-cs"/>
              </a:rPr>
              <a:t>Agent interacting only with systems not with humans</a:t>
            </a:r>
          </a:p>
        </p:txBody>
      </p:sp>
      <p:grpSp>
        <p:nvGrpSpPr>
          <p:cNvPr id="110" name="Group 109">
            <a:extLst>
              <a:ext uri="{FF2B5EF4-FFF2-40B4-BE49-F238E27FC236}">
                <a16:creationId xmlns:a16="http://schemas.microsoft.com/office/drawing/2014/main" id="{45462EB2-F75A-CF0C-9681-571A3825BD3A}"/>
              </a:ext>
            </a:extLst>
          </p:cNvPr>
          <p:cNvGrpSpPr/>
          <p:nvPr/>
        </p:nvGrpSpPr>
        <p:grpSpPr>
          <a:xfrm>
            <a:off x="9672078" y="2351523"/>
            <a:ext cx="316762" cy="316762"/>
            <a:chOff x="3904884" y="4179013"/>
            <a:chExt cx="720000" cy="720000"/>
          </a:xfrm>
        </p:grpSpPr>
        <p:sp>
          <p:nvSpPr>
            <p:cNvPr id="111" name="Oval 110">
              <a:extLst>
                <a:ext uri="{FF2B5EF4-FFF2-40B4-BE49-F238E27FC236}">
                  <a16:creationId xmlns:a16="http://schemas.microsoft.com/office/drawing/2014/main" id="{C98025B4-6950-AEA0-BEEA-2782FC2A016F}"/>
                </a:ext>
              </a:extLst>
            </p:cNvPr>
            <p:cNvSpPr/>
            <p:nvPr/>
          </p:nvSpPr>
          <p:spPr>
            <a:xfrm>
              <a:off x="3904884" y="4179013"/>
              <a:ext cx="720000" cy="720000"/>
            </a:xfrm>
            <a:prstGeom prst="ellipse">
              <a:avLst/>
            </a:prstGeom>
            <a:solidFill>
              <a:srgbClr val="FFFFFF">
                <a:lumMod val="95000"/>
              </a:srgbClr>
            </a:solidFill>
            <a:ln w="9525" cap="flat" cmpd="sng" algn="ctr">
              <a:solidFill>
                <a:srgbClr val="ECECEC">
                  <a:lumMod val="9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prstClr val="black"/>
                </a:solidFill>
                <a:effectLst/>
                <a:uLnTx/>
                <a:uFillTx/>
                <a:ea typeface="+mn-ea"/>
                <a:cs typeface="+mn-cs"/>
              </a:endParaRPr>
            </a:p>
          </p:txBody>
        </p:sp>
        <p:pic>
          <p:nvPicPr>
            <p:cNvPr id="112" name="Picture 111">
              <a:extLst>
                <a:ext uri="{FF2B5EF4-FFF2-40B4-BE49-F238E27FC236}">
                  <a16:creationId xmlns:a16="http://schemas.microsoft.com/office/drawing/2014/main" id="{DC413086-7DE6-DC1E-E5A6-D93D31E49890}"/>
                </a:ext>
              </a:extLst>
            </p:cNvPr>
            <p:cNvPicPr>
              <a:picLocks noChangeAspect="1"/>
            </p:cNvPicPr>
            <p:nvPr/>
          </p:nvPicPr>
          <p:blipFill>
            <a:blip r:embed="rId3"/>
            <a:stretch>
              <a:fillRect/>
            </a:stretch>
          </p:blipFill>
          <p:spPr>
            <a:xfrm>
              <a:off x="3954068" y="4189228"/>
              <a:ext cx="634621" cy="634621"/>
            </a:xfrm>
            <a:prstGeom prst="rect">
              <a:avLst/>
            </a:prstGeom>
          </p:spPr>
        </p:pic>
      </p:grpSp>
      <p:sp>
        <p:nvSpPr>
          <p:cNvPr id="113" name="Rounded Rectangle 112"/>
          <p:cNvSpPr/>
          <p:nvPr/>
        </p:nvSpPr>
        <p:spPr>
          <a:xfrm>
            <a:off x="0" y="1331331"/>
            <a:ext cx="12192000" cy="5526669"/>
          </a:xfrm>
          <a:prstGeom prst="roundRect">
            <a:avLst/>
          </a:prstGeom>
          <a:solidFill>
            <a:srgbClr val="FFFFFF"/>
          </a:solidFill>
          <a:ln w="1270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822960" y="1417320"/>
            <a:ext cx="10515600" cy="457200"/>
          </a:xfrm>
          <a:prstGeom prst="rect">
            <a:avLst/>
          </a:prstGeom>
          <a:noFill/>
        </p:spPr>
        <p:txBody>
          <a:bodyPr wrap="none">
            <a:spAutoFit/>
          </a:bodyPr>
          <a:lstStyle/>
          <a:p>
            <a:pPr>
              <a:defRPr sz="2000" b="1">
                <a:solidFill>
                  <a:srgbClr val="10243D"/>
                </a:solidFill>
              </a:defRPr>
            </a:pPr>
            <a:r>
              <a:t>Functional Solution + AI‑Human Chemistry</a:t>
            </a:r>
          </a:p>
        </p:txBody>
      </p:sp>
      <p:sp>
        <p:nvSpPr>
          <p:cNvPr id="115" name="Rounded Rectangle 114"/>
          <p:cNvSpPr/>
          <p:nvPr/>
        </p:nvSpPr>
        <p:spPr>
          <a:xfrm>
            <a:off x="822960" y="2103120"/>
            <a:ext cx="2926080" cy="109728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Employee (Teams)</a:t>
            </a:r>
          </a:p>
          <a:p>
            <a:pPr>
              <a:defRPr sz="1200">
                <a:solidFill>
                  <a:srgbClr val="46505F"/>
                </a:solidFill>
              </a:defRPr>
            </a:pPr>
            <a:r>
              <a:t>• Submit request</a:t>
            </a:r>
          </a:p>
          <a:p>
            <a:pPr>
              <a:defRPr sz="1200">
                <a:solidFill>
                  <a:srgbClr val="46505F"/>
                </a:solidFill>
              </a:defRPr>
            </a:pPr>
            <a:r>
              <a:t>• Cancel/Check status</a:t>
            </a:r>
          </a:p>
        </p:txBody>
      </p:sp>
      <p:sp>
        <p:nvSpPr>
          <p:cNvPr id="116" name="Rounded Rectangle 115"/>
          <p:cNvSpPr/>
          <p:nvPr/>
        </p:nvSpPr>
        <p:spPr>
          <a:xfrm>
            <a:off x="4708297" y="2131874"/>
            <a:ext cx="2716747" cy="1068526"/>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EE ORCh Agent</a:t>
            </a:r>
          </a:p>
          <a:p>
            <a:pPr>
              <a:defRPr sz="1200">
                <a:solidFill>
                  <a:srgbClr val="46505F"/>
                </a:solidFill>
              </a:defRPr>
            </a:pPr>
            <a:r>
              <a:t>• Plan (Pending)</a:t>
            </a:r>
          </a:p>
          <a:p>
            <a:pPr>
              <a:defRPr sz="1200">
                <a:solidFill>
                  <a:srgbClr val="46505F"/>
                </a:solidFill>
              </a:defRPr>
            </a:pPr>
            <a:r>
              <a:t>• Create/Merge</a:t>
            </a:r>
          </a:p>
          <a:p>
            <a:pPr>
              <a:defRPr sz="1200">
                <a:solidFill>
                  <a:srgbClr val="46505F"/>
                </a:solidFill>
              </a:defRPr>
            </a:pPr>
            <a:r>
              <a:t>• Post cards</a:t>
            </a:r>
          </a:p>
        </p:txBody>
      </p:sp>
      <p:sp>
        <p:nvSpPr>
          <p:cNvPr id="117" name="Rounded Rectangle 116"/>
          <p:cNvSpPr/>
          <p:nvPr/>
        </p:nvSpPr>
        <p:spPr>
          <a:xfrm>
            <a:off x="8375098" y="2117497"/>
            <a:ext cx="2932407" cy="1068526"/>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Service Desk (Human)</a:t>
            </a:r>
          </a:p>
          <a:p>
            <a:pPr>
              <a:defRPr sz="1200">
                <a:solidFill>
                  <a:srgbClr val="46505F"/>
                </a:solidFill>
              </a:defRPr>
            </a:pPr>
            <a:r>
              <a:t>• Work the ticket</a:t>
            </a:r>
          </a:p>
          <a:p>
            <a:pPr>
              <a:defRPr sz="1200">
                <a:solidFill>
                  <a:srgbClr val="46505F"/>
                </a:solidFill>
              </a:defRPr>
            </a:pPr>
            <a:r>
              <a:t>• Add notes</a:t>
            </a:r>
          </a:p>
          <a:p>
            <a:pPr>
              <a:defRPr sz="1200">
                <a:solidFill>
                  <a:srgbClr val="46505F"/>
                </a:solidFill>
              </a:defRPr>
            </a:pPr>
            <a:r>
              <a:t>• Resolve</a:t>
            </a:r>
          </a:p>
        </p:txBody>
      </p:sp>
      <p:sp>
        <p:nvSpPr>
          <p:cNvPr id="118" name="Chevron 117"/>
          <p:cNvSpPr/>
          <p:nvPr/>
        </p:nvSpPr>
        <p:spPr>
          <a:xfrm>
            <a:off x="4071955" y="2500223"/>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Chevron 118"/>
          <p:cNvSpPr/>
          <p:nvPr/>
        </p:nvSpPr>
        <p:spPr>
          <a:xfrm>
            <a:off x="7767512" y="2514600"/>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822960" y="4099839"/>
            <a:ext cx="8345554" cy="830997"/>
          </a:xfrm>
          <a:prstGeom prst="rect">
            <a:avLst/>
          </a:prstGeom>
          <a:noFill/>
        </p:spPr>
        <p:txBody>
          <a:bodyPr wrap="none">
            <a:spAutoFit/>
          </a:bodyPr>
          <a:lstStyle/>
          <a:p>
            <a:pPr>
              <a:defRPr sz="1400">
                <a:solidFill>
                  <a:srgbClr val="1E1E1E"/>
                </a:solidFill>
              </a:defRPr>
            </a:pPr>
            <a:r>
              <a:rPr sz="1600" dirty="0"/>
              <a:t>AI handles repetitive intake and routing; humans focus on fulfillment and exceptions.</a:t>
            </a:r>
          </a:p>
          <a:p>
            <a:pPr>
              <a:defRPr sz="1400">
                <a:solidFill>
                  <a:srgbClr val="1E1E1E"/>
                </a:solidFill>
              </a:defRPr>
            </a:pPr>
            <a:r>
              <a:rPr sz="1600" dirty="0"/>
              <a:t>Agent posts status/ETA updates and reflects engineer comments back to the employee.</a:t>
            </a:r>
          </a:p>
          <a:p>
            <a:pPr>
              <a:defRPr sz="1400">
                <a:solidFill>
                  <a:srgbClr val="1E1E1E"/>
                </a:solidFill>
              </a:defRPr>
            </a:pPr>
            <a:r>
              <a:rPr sz="1600" dirty="0"/>
              <a:t>Cancel + compensation prevents unnecessary tickets when the user changes their mind.</a:t>
            </a:r>
          </a:p>
        </p:txBody>
      </p:sp>
      <p:sp>
        <p:nvSpPr>
          <p:cNvPr id="6" name="Footer Placeholder 28">
            <a:extLst>
              <a:ext uri="{FF2B5EF4-FFF2-40B4-BE49-F238E27FC236}">
                <a16:creationId xmlns:a16="http://schemas.microsoft.com/office/drawing/2014/main" id="{F2426EA1-260D-655A-0AB8-2380F3A87B30}"/>
              </a:ext>
            </a:extLst>
          </p:cNvPr>
          <p:cNvSpPr txBox="1">
            <a:spLocks/>
          </p:cNvSpPr>
          <p:nvPr/>
        </p:nvSpPr>
        <p:spPr>
          <a:xfrm>
            <a:off x="516559" y="6604388"/>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505050"/>
                </a:solidFill>
              </a:rPr>
              <a:t>EE ORCh | Agent Bridge Team | </a:t>
            </a:r>
          </a:p>
        </p:txBody>
      </p:sp>
    </p:spTree>
    <p:extLst>
      <p:ext uri="{BB962C8B-B14F-4D97-AF65-F5344CB8AC3E}">
        <p14:creationId xmlns:p14="http://schemas.microsoft.com/office/powerpoint/2010/main" val="294618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pPr algn="ctr"/>
            <a:r>
              <a:rPr lang="en-US"/>
              <a:t>  Technical Solution</a:t>
            </a:r>
          </a:p>
        </p:txBody>
      </p:sp>
      <p:sp>
        <p:nvSpPr>
          <p:cNvPr id="6" name="TextBox 5">
            <a:extLst>
              <a:ext uri="{FF2B5EF4-FFF2-40B4-BE49-F238E27FC236}">
                <a16:creationId xmlns:a16="http://schemas.microsoft.com/office/drawing/2014/main" id="{E6BB4061-8A1B-5EB2-94A6-FEEF050F190D}"/>
              </a:ext>
            </a:extLst>
          </p:cNvPr>
          <p:cNvSpPr txBox="1"/>
          <p:nvPr/>
        </p:nvSpPr>
        <p:spPr>
          <a:xfrm>
            <a:off x="451721" y="1315319"/>
            <a:ext cx="11145028" cy="309958"/>
          </a:xfrm>
          <a:prstGeom prst="rect">
            <a:avLst/>
          </a:prstGeom>
          <a:noFill/>
        </p:spPr>
        <p:txBody>
          <a:bodyPr vert="horz" wrap="square" lIns="90000" tIns="46800" rIns="90000" bIns="46800" rtlCol="0" anchor="ctr">
            <a:spAutoFit/>
          </a:bodyPr>
          <a:lstStyle/>
          <a:p>
            <a:pPr algn="l">
              <a:spcBef>
                <a:spcPct val="0"/>
              </a:spcBef>
            </a:pPr>
            <a:r>
              <a:rPr lang="en-US" sz="1400">
                <a:solidFill>
                  <a:schemeClr val="tx2"/>
                </a:solidFill>
                <a:highlight>
                  <a:srgbClr val="FFFF00"/>
                </a:highlight>
              </a:rPr>
              <a:t>Provide a Diagram with the Technical components of the solution and the key Microsoft components that will be used</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10210800" y="1841770"/>
            <a:ext cx="1676400" cy="21206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lgn="l">
              <a:spcBef>
                <a:spcPct val="0"/>
              </a:spcBef>
              <a:buFont typeface="Arial" panose="020B0604020202020204" pitchFamily="34" charset="0"/>
              <a:buChar char="•"/>
            </a:pPr>
            <a:r>
              <a:rPr lang="en-US" sz="1400">
                <a:highlight>
                  <a:srgbClr val="FFFF00"/>
                </a:highlight>
              </a:rPr>
              <a:t>GitHub Copilot</a:t>
            </a:r>
          </a:p>
          <a:p>
            <a:pPr marL="285750" indent="-285750" algn="l">
              <a:spcBef>
                <a:spcPct val="0"/>
              </a:spcBef>
              <a:buFont typeface="Arial" panose="020B0604020202020204" pitchFamily="34" charset="0"/>
              <a:buChar char="•"/>
            </a:pPr>
            <a:r>
              <a:rPr lang="en-US" sz="1400">
                <a:highlight>
                  <a:srgbClr val="FFFF00"/>
                </a:highlight>
              </a:rPr>
              <a:t>Microsoft Foundry</a:t>
            </a:r>
          </a:p>
          <a:p>
            <a:pPr marL="285750" indent="-285750" algn="l">
              <a:spcBef>
                <a:spcPct val="0"/>
              </a:spcBef>
              <a:buFont typeface="Arial" panose="020B0604020202020204" pitchFamily="34" charset="0"/>
              <a:buChar char="•"/>
            </a:pPr>
            <a:r>
              <a:rPr lang="en-US" sz="1400">
                <a:highlight>
                  <a:srgbClr val="FFFF00"/>
                </a:highlight>
              </a:rPr>
              <a:t>Microsoft Fabric</a:t>
            </a:r>
          </a:p>
          <a:p>
            <a:pPr marL="285750" indent="-285750" algn="l">
              <a:spcBef>
                <a:spcPct val="0"/>
              </a:spcBef>
              <a:buFont typeface="Arial" panose="020B0604020202020204" pitchFamily="34" charset="0"/>
              <a:buChar char="•"/>
            </a:pPr>
            <a:r>
              <a:rPr lang="en-US" sz="1400">
                <a:highlight>
                  <a:srgbClr val="FFFF00"/>
                </a:highlight>
              </a:rPr>
              <a:t>M365 Copilot</a:t>
            </a:r>
          </a:p>
          <a:p>
            <a:pPr marL="285750" indent="-285750" algn="l">
              <a:spcBef>
                <a:spcPct val="0"/>
              </a:spcBef>
              <a:buFont typeface="Arial" panose="020B0604020202020204" pitchFamily="34" charset="0"/>
              <a:buChar char="•"/>
            </a:pPr>
            <a:r>
              <a:rPr lang="en-US" sz="1400">
                <a:highlight>
                  <a:srgbClr val="FFFF00"/>
                </a:highlight>
              </a:rPr>
              <a:t>Copilot Studio</a:t>
            </a:r>
          </a:p>
          <a:p>
            <a:pPr marL="285750" indent="-285750" algn="l">
              <a:spcBef>
                <a:spcPct val="0"/>
              </a:spcBef>
              <a:buFont typeface="Arial" panose="020B0604020202020204" pitchFamily="34" charset="0"/>
              <a:buChar char="•"/>
            </a:pPr>
            <a:r>
              <a:rPr lang="en-US" sz="1400">
                <a:highlight>
                  <a:srgbClr val="FFFF00"/>
                </a:highlight>
              </a:rPr>
              <a:t>D365 Copilot</a:t>
            </a:r>
          </a:p>
        </p:txBody>
      </p:sp>
      <p:pic>
        <p:nvPicPr>
          <p:cNvPr id="2" name="Picture 1" descr="A diagram of a service management process&#10;&#10;AI-generated content may be incorrect.">
            <a:extLst>
              <a:ext uri="{FF2B5EF4-FFF2-40B4-BE49-F238E27FC236}">
                <a16:creationId xmlns:a16="http://schemas.microsoft.com/office/drawing/2014/main" id="{58A5796B-1A3D-1D3E-C5D5-176BB95728C2}"/>
              </a:ext>
            </a:extLst>
          </p:cNvPr>
          <p:cNvPicPr>
            <a:picLocks noChangeAspect="1"/>
          </p:cNvPicPr>
          <p:nvPr/>
        </p:nvPicPr>
        <p:blipFill>
          <a:blip r:embed="rId2"/>
          <a:stretch>
            <a:fillRect/>
          </a:stretch>
        </p:blipFill>
        <p:spPr>
          <a:xfrm>
            <a:off x="453003" y="1833194"/>
            <a:ext cx="8378949" cy="4713612"/>
          </a:xfrm>
          <a:prstGeom prst="rect">
            <a:avLst/>
          </a:prstGeom>
        </p:spPr>
      </p:pic>
      <p:sp>
        <p:nvSpPr>
          <p:cNvPr id="22" name="Rounded Rectangle 21"/>
          <p:cNvSpPr/>
          <p:nvPr/>
        </p:nvSpPr>
        <p:spPr>
          <a:xfrm>
            <a:off x="0" y="1315318"/>
            <a:ext cx="12192000" cy="5440323"/>
          </a:xfrm>
          <a:prstGeom prst="roundRect">
            <a:avLst/>
          </a:prstGeom>
          <a:solidFill>
            <a:srgbClr val="FFFFFF"/>
          </a:solidFill>
          <a:ln w="1270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1417320"/>
            <a:ext cx="10515600" cy="457200"/>
          </a:xfrm>
          <a:prstGeom prst="rect">
            <a:avLst/>
          </a:prstGeom>
          <a:noFill/>
        </p:spPr>
        <p:txBody>
          <a:bodyPr wrap="none">
            <a:spAutoFit/>
          </a:bodyPr>
          <a:lstStyle/>
          <a:p>
            <a:pPr>
              <a:defRPr sz="2000" b="1">
                <a:solidFill>
                  <a:srgbClr val="10243D"/>
                </a:solidFill>
              </a:defRPr>
            </a:pPr>
            <a:r>
              <a:t>Technical Solution (high‑level)</a:t>
            </a:r>
          </a:p>
        </p:txBody>
      </p:sp>
      <p:sp>
        <p:nvSpPr>
          <p:cNvPr id="24" name="Rounded Rectangle 23"/>
          <p:cNvSpPr/>
          <p:nvPr/>
        </p:nvSpPr>
        <p:spPr>
          <a:xfrm>
            <a:off x="828137" y="2194559"/>
            <a:ext cx="1614290" cy="842514"/>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Teams App</a:t>
            </a:r>
          </a:p>
          <a:p>
            <a:pPr>
              <a:defRPr sz="1200">
                <a:solidFill>
                  <a:srgbClr val="46505F"/>
                </a:solidFill>
              </a:defRPr>
            </a:pPr>
            <a:r>
              <a:t>• Bot UI</a:t>
            </a:r>
          </a:p>
        </p:txBody>
      </p:sp>
      <p:sp>
        <p:nvSpPr>
          <p:cNvPr id="25" name="Rounded Rectangle 24"/>
          <p:cNvSpPr/>
          <p:nvPr/>
        </p:nvSpPr>
        <p:spPr>
          <a:xfrm>
            <a:off x="3021258" y="2208936"/>
            <a:ext cx="1614291" cy="799383"/>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Bot Service</a:t>
            </a:r>
          </a:p>
          <a:p>
            <a:pPr>
              <a:defRPr sz="1200">
                <a:solidFill>
                  <a:srgbClr val="46505F"/>
                </a:solidFill>
              </a:defRPr>
            </a:pPr>
            <a:r>
              <a:t>• (Node/TS)</a:t>
            </a:r>
          </a:p>
        </p:txBody>
      </p:sp>
      <p:sp>
        <p:nvSpPr>
          <p:cNvPr id="26" name="Rounded Rectangle 25"/>
          <p:cNvSpPr/>
          <p:nvPr/>
        </p:nvSpPr>
        <p:spPr>
          <a:xfrm>
            <a:off x="5243136" y="2208937"/>
            <a:ext cx="1643044" cy="828136"/>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Safety + Intent</a:t>
            </a:r>
          </a:p>
          <a:p>
            <a:pPr>
              <a:defRPr sz="1200">
                <a:solidFill>
                  <a:srgbClr val="46505F"/>
                </a:solidFill>
              </a:defRPr>
            </a:pPr>
            <a:r>
              <a:t>• (OpenAI + Shields)</a:t>
            </a:r>
          </a:p>
        </p:txBody>
      </p:sp>
      <p:sp>
        <p:nvSpPr>
          <p:cNvPr id="27" name="Rounded Rectangle 26"/>
          <p:cNvSpPr/>
          <p:nvPr/>
        </p:nvSpPr>
        <p:spPr>
          <a:xfrm>
            <a:off x="7393125" y="2208936"/>
            <a:ext cx="1413007" cy="828136"/>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ServiceNow</a:t>
            </a:r>
          </a:p>
          <a:p>
            <a:pPr>
              <a:defRPr sz="1200">
                <a:solidFill>
                  <a:srgbClr val="46505F"/>
                </a:solidFill>
              </a:defRPr>
            </a:pPr>
            <a:r>
              <a:t>• Table API</a:t>
            </a:r>
          </a:p>
        </p:txBody>
      </p:sp>
      <p:sp>
        <p:nvSpPr>
          <p:cNvPr id="28" name="Rounded Rectangle 27"/>
          <p:cNvSpPr/>
          <p:nvPr/>
        </p:nvSpPr>
        <p:spPr>
          <a:xfrm>
            <a:off x="9356211" y="2194559"/>
            <a:ext cx="1700555" cy="813760"/>
          </a:xfrm>
          <a:prstGeom prst="roundRect">
            <a:avLst/>
          </a:prstGeom>
          <a:solidFill>
            <a:srgbClr val="F5F8FF"/>
          </a:solidFill>
          <a:ln>
            <a:solidFill>
              <a:srgbClr val="467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0243D"/>
                </a:solidFill>
              </a:defRPr>
            </a:pPr>
            <a:r>
              <a:t>Adaptive Cards</a:t>
            </a:r>
          </a:p>
          <a:p>
            <a:pPr>
              <a:defRPr sz="1200">
                <a:solidFill>
                  <a:srgbClr val="46505F"/>
                </a:solidFill>
              </a:defRPr>
            </a:pPr>
            <a:r>
              <a:t>• Status/Metrics</a:t>
            </a:r>
          </a:p>
        </p:txBody>
      </p:sp>
      <p:sp>
        <p:nvSpPr>
          <p:cNvPr id="29" name="Chevron 28"/>
          <p:cNvSpPr/>
          <p:nvPr/>
        </p:nvSpPr>
        <p:spPr>
          <a:xfrm>
            <a:off x="2586199" y="2514600"/>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Chevron 29"/>
          <p:cNvSpPr/>
          <p:nvPr/>
        </p:nvSpPr>
        <p:spPr>
          <a:xfrm>
            <a:off x="4851208" y="2457091"/>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hevron 30"/>
          <p:cNvSpPr/>
          <p:nvPr/>
        </p:nvSpPr>
        <p:spPr>
          <a:xfrm>
            <a:off x="7029953" y="2514600"/>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hevron 31"/>
          <p:cNvSpPr/>
          <p:nvPr/>
        </p:nvSpPr>
        <p:spPr>
          <a:xfrm>
            <a:off x="8949906" y="2485845"/>
            <a:ext cx="228600" cy="274320"/>
          </a:xfrm>
          <a:prstGeom prst="chevron">
            <a:avLst/>
          </a:prstGeom>
          <a:solidFill>
            <a:srgbClr val="119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22960" y="3749039"/>
            <a:ext cx="3861955" cy="1384995"/>
          </a:xfrm>
          <a:prstGeom prst="rect">
            <a:avLst/>
          </a:prstGeom>
          <a:noFill/>
        </p:spPr>
        <p:txBody>
          <a:bodyPr wrap="none" lIns="91440" tIns="45720" rIns="91440" bIns="45720" anchor="t">
            <a:spAutoFit/>
          </a:bodyPr>
          <a:lstStyle/>
          <a:p>
            <a:pPr>
              <a:defRPr sz="1400">
                <a:solidFill>
                  <a:srgbClr val="1E1E1E"/>
                </a:solidFill>
              </a:defRPr>
            </a:pPr>
            <a:r>
              <a:rPr dirty="0"/>
              <a:t>Local dev: Dev Tunnel → /</a:t>
            </a:r>
            <a:r>
              <a:rPr dirty="0" err="1"/>
              <a:t>api</a:t>
            </a:r>
            <a:r>
              <a:rPr dirty="0"/>
              <a:t>/messages;</a:t>
            </a:r>
            <a:endParaRPr lang="en-US" dirty="0"/>
          </a:p>
          <a:p>
            <a:pPr>
              <a:defRPr sz="1400">
                <a:solidFill>
                  <a:srgbClr val="1E1E1E"/>
                </a:solidFill>
              </a:defRPr>
            </a:pPr>
            <a:r>
              <a:rPr lang="en-US" dirty="0"/>
              <a:t>Production</a:t>
            </a:r>
            <a:r>
              <a:rPr dirty="0"/>
              <a:t>: Azure Bot Service + App hosting.</a:t>
            </a:r>
          </a:p>
          <a:p>
            <a:pPr>
              <a:defRPr sz="1400">
                <a:solidFill>
                  <a:srgbClr val="1E1E1E"/>
                </a:solidFill>
              </a:defRPr>
            </a:pPr>
            <a:r>
              <a:rPr dirty="0"/>
              <a:t>Security: Entra ID auth (OBO), least privilege;</a:t>
            </a:r>
            <a:endParaRPr lang="en-US" dirty="0"/>
          </a:p>
          <a:p>
            <a:pPr>
              <a:defRPr sz="1400">
                <a:solidFill>
                  <a:srgbClr val="1E1E1E"/>
                </a:solidFill>
              </a:defRPr>
            </a:pPr>
            <a:r>
              <a:rPr lang="en-US" dirty="0"/>
              <a:t>Safety</a:t>
            </a:r>
            <a:r>
              <a:rPr dirty="0"/>
              <a:t> checks before tool calls.</a:t>
            </a:r>
          </a:p>
          <a:p>
            <a:pPr>
              <a:defRPr sz="1400">
                <a:solidFill>
                  <a:srgbClr val="1E1E1E"/>
                </a:solidFill>
              </a:defRPr>
            </a:pPr>
            <a:r>
              <a:rPr dirty="0"/>
              <a:t>Observability: </a:t>
            </a:r>
            <a:r>
              <a:rPr dirty="0" err="1"/>
              <a:t>traceId</a:t>
            </a:r>
            <a:r>
              <a:rPr dirty="0"/>
              <a:t> + logs;</a:t>
            </a:r>
            <a:endParaRPr lang="en-US" dirty="0"/>
          </a:p>
          <a:p>
            <a:pPr>
              <a:defRPr sz="1400">
                <a:solidFill>
                  <a:srgbClr val="1E1E1E"/>
                </a:solidFill>
              </a:defRPr>
            </a:pPr>
            <a:r>
              <a:rPr dirty="0"/>
              <a:t>KPIs computed from event stream.</a:t>
            </a:r>
          </a:p>
        </p:txBody>
      </p:sp>
      <p:sp>
        <p:nvSpPr>
          <p:cNvPr id="3" name="Footer Placeholder 28">
            <a:extLst>
              <a:ext uri="{FF2B5EF4-FFF2-40B4-BE49-F238E27FC236}">
                <a16:creationId xmlns:a16="http://schemas.microsoft.com/office/drawing/2014/main" id="{9782D5EA-42B4-43C4-186C-60C9864F8758}"/>
              </a:ext>
            </a:extLst>
          </p:cNvPr>
          <p:cNvSpPr txBox="1">
            <a:spLocks/>
          </p:cNvSpPr>
          <p:nvPr/>
        </p:nvSpPr>
        <p:spPr>
          <a:xfrm>
            <a:off x="653028" y="6549747"/>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505050"/>
                </a:solidFill>
              </a:rPr>
              <a:t>EE ORCh | Agent Bridge team | </a:t>
            </a:r>
          </a:p>
        </p:txBody>
      </p:sp>
    </p:spTree>
    <p:extLst>
      <p:ext uri="{BB962C8B-B14F-4D97-AF65-F5344CB8AC3E}">
        <p14:creationId xmlns:p14="http://schemas.microsoft.com/office/powerpoint/2010/main" val="3657648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algn="ctr" fontAlgn="base"/>
            <a:br>
              <a:rPr lang="en-IN" dirty="0"/>
            </a:br>
            <a:br>
              <a:rPr lang="en-IN" dirty="0"/>
            </a:br>
            <a:r>
              <a:rPr lang="en-IN" dirty="0"/>
              <a:t>Business Case Proposal – AI Assistant</a:t>
            </a:r>
            <a:endParaRPr lang="en-US" dirty="0"/>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pPr>
              <a:spcBef>
                <a:spcPct val="0"/>
              </a:spcBef>
            </a:pPr>
            <a:r>
              <a:rPr lang="en-US" sz="800"/>
              <a:t>⬆️ 25–35% Reduction in clinician administrative workload</a:t>
            </a:r>
            <a:br>
              <a:rPr lang="en-US" sz="800"/>
            </a:br>
            <a:r>
              <a:rPr lang="en-US" sz="800"/>
              <a:t>⬆️ 20–30% Faster patient response time</a:t>
            </a:r>
            <a:br>
              <a:rPr lang="en-US" sz="800"/>
            </a:br>
            <a:r>
              <a:rPr lang="en-US" sz="800"/>
              <a:t>⬆️ 15–25% Improvement in patient satisfaction scores</a:t>
            </a:r>
            <a:br>
              <a:rPr lang="en-US" sz="800"/>
            </a:br>
            <a:r>
              <a:rPr lang="en-US" sz="800"/>
              <a:t>⬆️ 10–20% Increase in operational efficiency</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pPr marL="171450" indent="-171450">
              <a:spcBef>
                <a:spcPct val="0"/>
              </a:spcBef>
              <a:buFont typeface="Wingdings" panose="05000000000000000000" pitchFamily="2" charset="2"/>
              <a:buChar char="§"/>
            </a:pPr>
            <a:r>
              <a:rPr lang="en-US" sz="1000"/>
              <a:t>Reduces clinician burnout by automating documentation and routine queries</a:t>
            </a:r>
          </a:p>
          <a:p>
            <a:pPr marL="171450" indent="-171450">
              <a:spcBef>
                <a:spcPct val="0"/>
              </a:spcBef>
              <a:buFont typeface="Wingdings" panose="05000000000000000000" pitchFamily="2" charset="2"/>
              <a:buChar char="§"/>
            </a:pPr>
            <a:r>
              <a:rPr lang="en-US" sz="1000"/>
              <a:t>Improves patient experience through faster triage and appointment handling</a:t>
            </a:r>
          </a:p>
          <a:p>
            <a:pPr marL="171450" indent="-171450">
              <a:spcBef>
                <a:spcPct val="0"/>
              </a:spcBef>
              <a:buFont typeface="Wingdings" panose="05000000000000000000" pitchFamily="2" charset="2"/>
              <a:buChar char="§"/>
            </a:pPr>
            <a:r>
              <a:rPr lang="en-US" sz="1000"/>
              <a:t>Enables doctors to focus more on critical care instead of paperwork</a:t>
            </a:r>
          </a:p>
          <a:p>
            <a:pPr marL="171450" indent="-171450">
              <a:spcBef>
                <a:spcPct val="0"/>
              </a:spcBef>
              <a:buFont typeface="Wingdings" panose="05000000000000000000" pitchFamily="2" charset="2"/>
              <a:buChar char="§"/>
            </a:pPr>
            <a:r>
              <a:rPr lang="en-US" sz="1000"/>
              <a:t>Enhances decision-making with AI-powered clinical support</a:t>
            </a:r>
          </a:p>
          <a:p>
            <a:pPr marL="171450" indent="-171450">
              <a:spcBef>
                <a:spcPct val="0"/>
              </a:spcBef>
              <a:buFont typeface="Wingdings" panose="05000000000000000000" pitchFamily="2" charset="2"/>
              <a:buChar char="§"/>
            </a:pPr>
            <a:r>
              <a:rPr lang="en-US" sz="1000"/>
              <a:t>Ensures standardized and accurate medical documentation</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2366061" cy="759247"/>
          </a:xfrm>
          <a:prstGeom prst="rect">
            <a:avLst/>
          </a:prstGeom>
          <a:noFill/>
        </p:spPr>
        <p:txBody>
          <a:bodyPr vert="horz" wrap="square" lIns="90000" tIns="46800" rIns="90000" bIns="46800" rtlCol="0" anchor="t">
            <a:noAutofit/>
          </a:bodyPr>
          <a:lstStyle/>
          <a:p>
            <a:pPr>
              <a:spcBef>
                <a:spcPct val="0"/>
              </a:spcBef>
            </a:pPr>
            <a:r>
              <a:rPr lang="en-IN" sz="900"/>
              <a:t>Model Development (Mistral Fine-tuning): ₹8–10 Lakhs</a:t>
            </a:r>
            <a:br>
              <a:rPr lang="en-IN" sz="900"/>
            </a:br>
            <a:r>
              <a:rPr lang="en-IN" sz="900"/>
              <a:t>Azure Deployment &amp; Infrastructure: ₹5–7 Lakhs/year</a:t>
            </a:r>
            <a:br>
              <a:rPr lang="en-IN" sz="900"/>
            </a:br>
            <a:r>
              <a:rPr lang="en-IN" sz="900"/>
              <a:t>Maintenance &amp; Updates: ₹3–5 Lakhs/year</a:t>
            </a:r>
            <a:endParaRPr lang="en-US" sz="900"/>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pPr>
              <a:spcBef>
                <a:spcPct val="0"/>
              </a:spcBef>
            </a:pPr>
            <a:r>
              <a:rPr lang="en-US" sz="900" b="1"/>
              <a:t>Revenue (Rv1):</a:t>
            </a:r>
            <a:r>
              <a:rPr lang="en-US" sz="900"/>
              <a:t> Revenue impacted due to delays and inefficiencies</a:t>
            </a:r>
            <a:br>
              <a:rPr lang="en-US" sz="900"/>
            </a:br>
            <a:r>
              <a:rPr lang="en-US" sz="900"/>
              <a:t> Estimated Annual Revenue: ₹1–2 Crores</a:t>
            </a:r>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54381"/>
            <a:ext cx="3398252"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r>
              <a:rPr lang="en-US" sz="900"/>
              <a:t> </a:t>
            </a:r>
          </a:p>
          <a:p>
            <a:pPr algn="ctr">
              <a:spcBef>
                <a:spcPct val="0"/>
              </a:spcBef>
            </a:pPr>
            <a:r>
              <a:rPr lang="en-US" sz="900"/>
              <a:t>Time to recover implementation cost:</a:t>
            </a:r>
            <a:br>
              <a:rPr lang="en-US" sz="900"/>
            </a:br>
            <a:r>
              <a:rPr lang="en-US" sz="900"/>
              <a:t>12–18 months through:</a:t>
            </a:r>
            <a:br>
              <a:rPr lang="en-US" sz="900"/>
            </a:br>
            <a:r>
              <a:rPr lang="en-US" sz="900"/>
              <a:t>Reduced admin staffing costs</a:t>
            </a:r>
            <a:br>
              <a:rPr lang="en-US" sz="900"/>
            </a:br>
            <a:r>
              <a:rPr lang="en-US" sz="900"/>
              <a:t>Faster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7"/>
            <a:ext cx="2375408" cy="1081521"/>
          </a:xfrm>
          <a:prstGeom prst="rect">
            <a:avLst/>
          </a:prstGeom>
          <a:noFill/>
        </p:spPr>
        <p:txBody>
          <a:bodyPr vert="horz" wrap="square" lIns="90000" tIns="46800" rIns="90000" bIns="46800" rtlCol="0" anchor="t">
            <a:noAutofit/>
          </a:bodyPr>
          <a:lstStyle/>
          <a:p>
            <a:pPr>
              <a:spcBef>
                <a:spcPct val="0"/>
              </a:spcBef>
            </a:pPr>
            <a:r>
              <a:rPr lang="en-US" sz="900" b="1"/>
              <a:t>Revenue (Rv2):</a:t>
            </a:r>
            <a:r>
              <a:rPr lang="en-US" sz="900"/>
              <a:t> Increased patient handling capacity</a:t>
            </a:r>
            <a:br>
              <a:rPr lang="en-US" sz="900"/>
            </a:br>
            <a:r>
              <a:rPr lang="en-US" sz="900"/>
              <a:t>Faster turnaround → more consultations</a:t>
            </a:r>
            <a:br>
              <a:rPr lang="en-US" sz="900"/>
            </a:br>
            <a:r>
              <a:rPr lang="en-US" sz="900"/>
              <a:t>Improved service quality → higher retention</a:t>
            </a:r>
          </a:p>
          <a:p>
            <a:pPr>
              <a:spcBef>
                <a:spcPct val="0"/>
              </a:spcBef>
            </a:pPr>
            <a:r>
              <a:rPr lang="en-US" sz="900"/>
              <a:t> Expected Revenue Increase: +10–20% (₹20–40 Lakhs/year)</a:t>
            </a:r>
          </a:p>
        </p:txBody>
      </p:sp>
      <p:sp>
        <p:nvSpPr>
          <p:cNvPr id="55" name="TextBox 54">
            <a:extLst>
              <a:ext uri="{FF2B5EF4-FFF2-40B4-BE49-F238E27FC236}">
                <a16:creationId xmlns:a16="http://schemas.microsoft.com/office/drawing/2014/main" id="{5CE59DD4-C974-1527-7BA5-6F485A8EC6C4}"/>
              </a:ext>
            </a:extLst>
          </p:cNvPr>
          <p:cNvSpPr txBox="1"/>
          <p:nvPr/>
        </p:nvSpPr>
        <p:spPr>
          <a:xfrm>
            <a:off x="3874561" y="4075515"/>
            <a:ext cx="2341449" cy="707886"/>
          </a:xfrm>
          <a:prstGeom prst="rect">
            <a:avLst/>
          </a:prstGeom>
          <a:noFill/>
        </p:spPr>
        <p:txBody>
          <a:bodyPr wrap="square">
            <a:spAutoFit/>
          </a:bodyPr>
          <a:lstStyle/>
          <a:p>
            <a:pPr fontAlgn="base"/>
            <a:r>
              <a:rPr lang="en-US" sz="1000" b="1"/>
              <a:t>Total New Cost </a:t>
            </a:r>
            <a:r>
              <a:rPr lang="en-US" sz="1000"/>
              <a:t>(Year 1): ~₹15–20 Lakhs</a:t>
            </a:r>
          </a:p>
          <a:p>
            <a:br>
              <a:rPr lang="en-US" sz="1000"/>
            </a:br>
            <a:endParaRPr kumimoji="0" lang="en-US" sz="1000" b="1" i="0" u="none" strike="noStrike" kern="1200" cap="none" spc="0" normalizeH="0" baseline="0" noProof="0">
              <a:ln>
                <a:noFill/>
              </a:ln>
              <a:solidFill>
                <a:srgbClr val="000000"/>
              </a:solidFill>
              <a:effectLst/>
              <a:uLnTx/>
              <a:uFillTx/>
              <a:latin typeface="Ubuntu"/>
              <a:ea typeface="+mn-ea"/>
              <a:cs typeface="+mn-cs"/>
            </a:endParaRP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230832"/>
          </a:xfrm>
          <a:prstGeom prst="rect">
            <a:avLst/>
          </a:prstGeom>
          <a:noFill/>
        </p:spPr>
        <p:txBody>
          <a:bodyPr wrap="square" lIns="91440" tIns="45720" rIns="91440" bIns="45720" anchor="t">
            <a:spAutoFit/>
          </a:bodyPr>
          <a:lstStyle/>
          <a:p>
            <a:pPr>
              <a:spcBef>
                <a:spcPct val="0"/>
              </a:spcBef>
              <a:defRPr/>
            </a:pPr>
            <a:r>
              <a:rPr lang="en-US" sz="900" b="1" dirty="0">
                <a:solidFill>
                  <a:srgbClr val="000000"/>
                </a:solidFill>
                <a:latin typeface="Ubuntu"/>
              </a:rPr>
              <a:t>BREAK EVEN: </a:t>
            </a:r>
            <a:r>
              <a:rPr lang="en-US" sz="900" dirty="0"/>
              <a:t>The solution becomes financially viable within the first year</a:t>
            </a:r>
            <a:endParaRPr lang="en-US" sz="900" i="0" u="none" strike="noStrike" kern="1200" cap="none" spc="0" normalizeH="0" baseline="0" noProof="0" dirty="0">
              <a:ln>
                <a:noFill/>
              </a:ln>
              <a:effectLst/>
              <a:uLnTx/>
              <a:uFillTx/>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extra revenue:</a:t>
            </a:r>
            <a:br>
              <a:rPr lang="en-US" sz="900"/>
            </a:br>
            <a:r>
              <a:rPr lang="en-US" sz="900"/>
              <a:t> 8–12 months due to:</a:t>
            </a:r>
            <a:br>
              <a:rPr lang="en-US" sz="900"/>
            </a:br>
            <a:r>
              <a:rPr lang="en-US" sz="900"/>
              <a:t>Increased patient throughput</a:t>
            </a:r>
            <a:br>
              <a:rPr lang="en-US" sz="900"/>
            </a:br>
            <a:r>
              <a:rPr lang="en-US" sz="900"/>
              <a:t>Better service quality</a:t>
            </a:r>
          </a:p>
        </p:txBody>
      </p:sp>
      <p:sp>
        <p:nvSpPr>
          <p:cNvPr id="6" name="TextBox 5">
            <a:extLst>
              <a:ext uri="{FF2B5EF4-FFF2-40B4-BE49-F238E27FC236}">
                <a16:creationId xmlns:a16="http://schemas.microsoft.com/office/drawing/2014/main" id="{19ACB973-523E-3AA1-CE0B-872221C60628}"/>
              </a:ext>
            </a:extLst>
          </p:cNvPr>
          <p:cNvSpPr txBox="1"/>
          <p:nvPr/>
        </p:nvSpPr>
        <p:spPr>
          <a:xfrm>
            <a:off x="3800996" y="2178483"/>
            <a:ext cx="2599793" cy="640918"/>
          </a:xfrm>
          <a:prstGeom prst="rect">
            <a:avLst/>
          </a:prstGeom>
          <a:noFill/>
        </p:spPr>
        <p:txBody>
          <a:bodyPr vert="horz" wrap="square" lIns="90000" tIns="46800" rIns="90000" bIns="46800" rtlCol="0" anchor="t">
            <a:noAutofit/>
          </a:bodyPr>
          <a:lstStyle/>
          <a:p>
            <a:pPr>
              <a:spcBef>
                <a:spcPct val="0"/>
              </a:spcBef>
            </a:pPr>
            <a:r>
              <a:rPr lang="en-US" sz="900"/>
              <a:t>Manual documentation workload: High operational cost</a:t>
            </a:r>
            <a:br>
              <a:rPr lang="en-US" sz="900"/>
            </a:br>
            <a:r>
              <a:rPr lang="en-US" sz="900"/>
              <a:t>Administrative staff dependency: ₹15–20 Lakhs/year</a:t>
            </a:r>
            <a:br>
              <a:rPr lang="en-US" sz="900"/>
            </a:br>
            <a:r>
              <a:rPr lang="en-US" sz="900"/>
              <a:t>Delayed patient handling → indirect revenue loss</a:t>
            </a:r>
            <a:endParaRPr lang="en-US" sz="900" b="1"/>
          </a:p>
        </p:txBody>
      </p:sp>
      <p:sp>
        <p:nvSpPr>
          <p:cNvPr id="120" name="Rounded Rectangle 119"/>
          <p:cNvSpPr/>
          <p:nvPr/>
        </p:nvSpPr>
        <p:spPr>
          <a:xfrm>
            <a:off x="1" y="1229078"/>
            <a:ext cx="12187974" cy="5628922"/>
          </a:xfrm>
          <a:prstGeom prst="roundRect">
            <a:avLst/>
          </a:prstGeom>
          <a:solidFill>
            <a:srgbClr val="FFFFFF"/>
          </a:solidFill>
          <a:ln w="1270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822960" y="1417320"/>
            <a:ext cx="10515600" cy="457200"/>
          </a:xfrm>
          <a:prstGeom prst="rect">
            <a:avLst/>
          </a:prstGeom>
          <a:noFill/>
        </p:spPr>
        <p:txBody>
          <a:bodyPr wrap="none">
            <a:spAutoFit/>
          </a:bodyPr>
          <a:lstStyle/>
          <a:p>
            <a:pPr>
              <a:defRPr sz="2000" b="1">
                <a:solidFill>
                  <a:srgbClr val="10243D"/>
                </a:solidFill>
              </a:defRPr>
            </a:pPr>
            <a:r>
              <a:t>Business Case (proposal)</a:t>
            </a:r>
          </a:p>
        </p:txBody>
      </p:sp>
      <p:sp>
        <p:nvSpPr>
          <p:cNvPr id="122" name="TextBox 121"/>
          <p:cNvSpPr txBox="1"/>
          <p:nvPr/>
        </p:nvSpPr>
        <p:spPr>
          <a:xfrm>
            <a:off x="621677" y="1968548"/>
            <a:ext cx="6444393" cy="1169551"/>
          </a:xfrm>
          <a:prstGeom prst="rect">
            <a:avLst/>
          </a:prstGeom>
          <a:noFill/>
        </p:spPr>
        <p:txBody>
          <a:bodyPr wrap="none" lIns="91440" tIns="45720" rIns="91440" bIns="45720" anchor="t">
            <a:spAutoFit/>
          </a:bodyPr>
          <a:lstStyle/>
          <a:p>
            <a:pPr>
              <a:defRPr sz="1400">
                <a:solidFill>
                  <a:srgbClr val="1E1E1E"/>
                </a:solidFill>
              </a:defRPr>
            </a:pPr>
            <a:r>
              <a:rPr b="1" dirty="0"/>
              <a:t>Expected impact</a:t>
            </a:r>
            <a:r>
              <a:rPr dirty="0"/>
              <a:t> (targets):</a:t>
            </a:r>
          </a:p>
          <a:p>
            <a:pPr>
              <a:defRPr sz="1400">
                <a:solidFill>
                  <a:srgbClr val="1E1E1E"/>
                </a:solidFill>
              </a:defRPr>
            </a:pPr>
            <a:r>
              <a:rPr dirty="0"/>
              <a:t>• 30–50% reduction in time‑to‑resolve for routine requests</a:t>
            </a:r>
          </a:p>
          <a:p>
            <a:pPr>
              <a:defRPr sz="1400">
                <a:solidFill>
                  <a:srgbClr val="1E1E1E"/>
                </a:solidFill>
              </a:defRPr>
            </a:pPr>
            <a:r>
              <a:rPr dirty="0"/>
              <a:t>• 20–40% fewer duplicate/mistaken tickets</a:t>
            </a:r>
          </a:p>
          <a:p>
            <a:pPr>
              <a:defRPr sz="1400">
                <a:solidFill>
                  <a:srgbClr val="1E1E1E"/>
                </a:solidFill>
              </a:defRPr>
            </a:pPr>
            <a:r>
              <a:rPr dirty="0"/>
              <a:t>• +10</a:t>
            </a:r>
            <a:r>
              <a:rPr lang="en-IN"/>
              <a:t> </a:t>
            </a:r>
            <a:r>
              <a:t>pt </a:t>
            </a:r>
            <a:r>
              <a:rPr dirty="0"/>
              <a:t>improvement in employee satisfaction (CSAT) for support journeys</a:t>
            </a:r>
          </a:p>
          <a:p>
            <a:pPr>
              <a:defRPr sz="1400">
                <a:solidFill>
                  <a:srgbClr val="1E1E1E"/>
                </a:solidFill>
              </a:defRPr>
            </a:pPr>
            <a:r>
              <a:rPr dirty="0"/>
              <a:t>• 15–25% deflection via policy answers (no ticket)</a:t>
            </a:r>
          </a:p>
        </p:txBody>
      </p:sp>
      <p:sp>
        <p:nvSpPr>
          <p:cNvPr id="123" name="TextBox 122"/>
          <p:cNvSpPr txBox="1"/>
          <p:nvPr/>
        </p:nvSpPr>
        <p:spPr>
          <a:xfrm>
            <a:off x="573391" y="3639978"/>
            <a:ext cx="6173485" cy="1169551"/>
          </a:xfrm>
          <a:prstGeom prst="rect">
            <a:avLst/>
          </a:prstGeom>
          <a:noFill/>
        </p:spPr>
        <p:txBody>
          <a:bodyPr wrap="none" lIns="91440" tIns="45720" rIns="91440" bIns="45720" anchor="t">
            <a:spAutoFit/>
          </a:bodyPr>
          <a:lstStyle/>
          <a:p>
            <a:pPr>
              <a:defRPr sz="1400">
                <a:solidFill>
                  <a:srgbClr val="1E1E1E"/>
                </a:solidFill>
              </a:defRPr>
            </a:pPr>
            <a:r>
              <a:rPr b="1" dirty="0"/>
              <a:t>Cost &amp; feasibility</a:t>
            </a:r>
            <a:r>
              <a:rPr dirty="0"/>
              <a:t>:</a:t>
            </a:r>
          </a:p>
          <a:p>
            <a:pPr>
              <a:defRPr sz="1400">
                <a:solidFill>
                  <a:srgbClr val="1E1E1E"/>
                </a:solidFill>
              </a:defRPr>
            </a:pPr>
            <a:r>
              <a:rPr dirty="0"/>
              <a:t>• Leverages existing Teams + ServiceNow</a:t>
            </a:r>
          </a:p>
          <a:p>
            <a:pPr>
              <a:defRPr sz="1400">
                <a:solidFill>
                  <a:srgbClr val="1E1E1E"/>
                </a:solidFill>
              </a:defRPr>
            </a:pPr>
            <a:r>
              <a:rPr dirty="0"/>
              <a:t>• Incremental AI usage (intent + safety) and app hosting</a:t>
            </a:r>
          </a:p>
          <a:p>
            <a:pPr>
              <a:defRPr sz="1400">
                <a:solidFill>
                  <a:srgbClr val="1E1E1E"/>
                </a:solidFill>
              </a:defRPr>
            </a:pPr>
            <a:r>
              <a:rPr dirty="0"/>
              <a:t>• MVP achievable in hackathon phase; scalable to HR/Facilities</a:t>
            </a:r>
          </a:p>
          <a:p>
            <a:pPr>
              <a:defRPr sz="1400">
                <a:solidFill>
                  <a:srgbClr val="1E1E1E"/>
                </a:solidFill>
              </a:defRPr>
            </a:pPr>
            <a:r>
              <a:rPr dirty="0"/>
              <a:t>• Break‑even expected within months via hours saved and reduced rework</a:t>
            </a:r>
          </a:p>
        </p:txBody>
      </p:sp>
      <p:sp>
        <p:nvSpPr>
          <p:cNvPr id="124" name="TextBox 123"/>
          <p:cNvSpPr txBox="1"/>
          <p:nvPr/>
        </p:nvSpPr>
        <p:spPr>
          <a:xfrm>
            <a:off x="822960" y="5440680"/>
            <a:ext cx="10515600" cy="457200"/>
          </a:xfrm>
          <a:prstGeom prst="rect">
            <a:avLst/>
          </a:prstGeom>
          <a:noFill/>
        </p:spPr>
        <p:txBody>
          <a:bodyPr wrap="none">
            <a:spAutoFit/>
          </a:bodyPr>
          <a:lstStyle/>
          <a:p>
            <a:pPr>
              <a:defRPr sz="1200" b="0">
                <a:solidFill>
                  <a:srgbClr val="10243D"/>
                </a:solidFill>
              </a:defRPr>
            </a:pPr>
            <a:r>
              <a:t>KPIs tracked live in Teams: MTTR • Deflection • Duplicate‑merge rate • Cancel‑in‑window • CSAT</a:t>
            </a:r>
          </a:p>
        </p:txBody>
      </p:sp>
      <p:sp>
        <p:nvSpPr>
          <p:cNvPr id="3" name="Footer Placeholder 28">
            <a:extLst>
              <a:ext uri="{FF2B5EF4-FFF2-40B4-BE49-F238E27FC236}">
                <a16:creationId xmlns:a16="http://schemas.microsoft.com/office/drawing/2014/main" id="{FCE55338-22F0-6C2B-622B-B081BE32154A}"/>
              </a:ext>
            </a:extLst>
          </p:cNvPr>
          <p:cNvSpPr txBox="1">
            <a:spLocks/>
          </p:cNvSpPr>
          <p:nvPr/>
        </p:nvSpPr>
        <p:spPr>
          <a:xfrm>
            <a:off x="621677" y="6562552"/>
            <a:ext cx="4716524" cy="123111"/>
          </a:xfrm>
          <a:prstGeom prst="rect">
            <a:avLst/>
          </a:prstGeom>
        </p:spPr>
        <p:txBody>
          <a:bodyPr wrap="none" lIns="0" tIns="0" rIns="0" bIns="0" anchor="ctr" anchorCtr="0">
            <a:noAutofit/>
          </a:bodyPr>
          <a:lstStyle>
            <a:defPPr>
              <a:defRPr lang="en-PL"/>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000" dirty="0">
                <a:solidFill>
                  <a:srgbClr val="505050"/>
                </a:solidFill>
              </a:rPr>
              <a:t>EE ORCh | Agent Bridge team | </a:t>
            </a: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19</TotalTime>
  <Words>1280</Words>
  <Application>Microsoft Office PowerPoint</Application>
  <PresentationFormat>Widescreen</PresentationFormat>
  <Paragraphs>249</Paragraphs>
  <Slides>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vt:i4>
      </vt:variant>
    </vt:vector>
  </HeadingPairs>
  <TitlesOfParts>
    <vt:vector size="16" baseType="lpstr">
      <vt:lpstr>Aptos</vt:lpstr>
      <vt:lpstr>Arial</vt:lpstr>
      <vt:lpstr>Segoe UI</vt:lpstr>
      <vt:lpstr>System Font Regular</vt:lpstr>
      <vt:lpstr>Times New Roman</vt:lpstr>
      <vt:lpstr>Ubuntu</vt:lpstr>
      <vt:lpstr>Ubuntu Light</vt:lpstr>
      <vt:lpstr>Ubuntu Medium</vt:lpstr>
      <vt:lpstr>Verdana</vt:lpstr>
      <vt:lpstr>Wingdings</vt:lpstr>
      <vt:lpstr>Capgemini_Bright_2025</vt:lpstr>
      <vt:lpstr>PowerPoint Presentation</vt:lpstr>
      <vt:lpstr>Use Case Scope in the Business Process</vt:lpstr>
      <vt:lpstr>Functional Solution + AI-Human Chemistry</vt:lpstr>
      <vt:lpstr>  Technical Solution</vt:lpstr>
      <vt:lpstr>  Business Case Proposal – AI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Vinjamuri, Pradyumna</cp:lastModifiedBy>
  <cp:revision>95</cp:revision>
  <dcterms:created xsi:type="dcterms:W3CDTF">2026-02-09T11:16:54Z</dcterms:created>
  <dcterms:modified xsi:type="dcterms:W3CDTF">2026-04-02T06:17:32Z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