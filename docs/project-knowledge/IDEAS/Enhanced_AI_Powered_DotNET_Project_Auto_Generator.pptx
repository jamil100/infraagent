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1" r:id="rId2"/>
    <p:sldId id="2563" r:id="rId3"/>
    <p:sldId id="2564" r:id="rId4"/>
    <p:sldId id="2566" r:id="rId5"/>
    <p:sldId id="2568" r:id="rId6"/>
    <p:sldId id="2570" r:id="rId7"/>
    <p:sldId id="2572" r:id="rId8"/>
    <p:sldId id="2574" r:id="rId9"/>
    <p:sldId id="2576" r:id="rId10"/>
    <p:sldId id="2577" r:id="rId11"/>
    <p:sldId id="2579" r:id="rId12"/>
    <p:sldId id="2580" r:id="rId13"/>
    <p:sldId id="2582" r:id="rId14"/>
    <p:sldId id="2584"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nhanced AI‑Powered .NET Project Auto‑Generator" id="{E5016571-53CD-46CF-AD78-1EBDEE0C567E}">
          <p14:sldIdLst>
            <p14:sldId id="2561"/>
          </p14:sldIdLst>
        </p14:section>
        <p14:section name="AI‑Driven .NET Application Generation" id="{6F249BE2-6FC0-40AD-B21B-D7A1B665D91C}">
          <p14:sldIdLst>
            <p14:sldId id="2563"/>
            <p14:sldId id="2564"/>
          </p14:sldIdLst>
        </p14:section>
        <p14:section name="System Capabilities and Architecture" id="{9DFFA2A8-0D2E-4589-A55A-AF3E2A9A50CE}">
          <p14:sldIdLst>
            <p14:sldId id="2566"/>
          </p14:sldIdLst>
        </p14:section>
        <p14:section name="Automation Pipeline and Metadata Processing" id="{20A306A7-3C8D-478B-BB94-497F66549F7F}">
          <p14:sldIdLst>
            <p14:sldId id="2568"/>
          </p14:sldIdLst>
        </p14:section>
        <p14:section name="Metadata and System Intelligence" id="{B75CF8AD-4B3A-4F68-A92C-E332ED634657}">
          <p14:sldIdLst>
            <p14:sldId id="2570"/>
          </p14:sldIdLst>
        </p14:section>
        <p14:section name="System Visualization and Process Flow" id="{43E77D85-152B-4518-800C-A966F303394D}">
          <p14:sldIdLst>
            <p14:sldId id="2572"/>
          </p14:sldIdLst>
        </p14:section>
        <p14:section name="Technical Feasibility and Integrations" id="{9565C3B3-93BE-4495-84D3-50786FFD5039}">
          <p14:sldIdLst>
            <p14:sldId id="2574"/>
          </p14:sldIdLst>
        </p14:section>
        <p14:section name="Solution Strengths and Challenges" id="{F819A54D-B9A7-4332-9141-D26315B4D90B}">
          <p14:sldIdLst>
            <p14:sldId id="2576"/>
            <p14:sldId id="2577"/>
          </p14:sldIdLst>
        </p14:section>
        <p14:section name="User Customization and MVP Scope" id="{ED08B7B8-D02E-475C-8449-BB5ACD2CB954}">
          <p14:sldIdLst>
            <p14:sldId id="2579"/>
            <p14:sldId id="2580"/>
          </p14:sldIdLst>
        </p14:section>
        <p14:section name="Team Execution Model" id="{2EE89B09-46E2-4225-8822-2A2F03BA0AE8}">
          <p14:sldIdLst>
            <p14:sldId id="2582"/>
          </p14:sldIdLst>
        </p14:section>
        <p14:section name="Final Assessment" id="{AA0DFDA5-FECD-46B5-9869-2B44130BB99D}">
          <p14:sldIdLst>
            <p14:sldId id="258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2877" autoAdjust="0"/>
  </p:normalViewPr>
  <p:slideViewPr>
    <p:cSldViewPr snapToGrid="0">
      <p:cViewPr varScale="1">
        <p:scale>
          <a:sx n="59" d="100"/>
          <a:sy n="59" d="100"/>
        </p:scale>
        <p:origin x="940"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customXml" Target="../customXml/item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ustomXml" Target="../customXml/item3.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ustomXml" Target="../customXml/item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EE8A16-2BED-4A21-B466-2D0F0D304063}" type="datetimeFigureOut">
              <a:t>3/31/2026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4ECAC4-0C90-48DE-8C21-D66B0A7B57D1}" type="slidenum">
              <a:t>‹#›</a:t>
            </a:fld>
            <a:endParaRPr lang="en-US"/>
          </a:p>
        </p:txBody>
      </p:sp>
    </p:spTree>
    <p:extLst>
      <p:ext uri="{BB962C8B-B14F-4D97-AF65-F5344CB8AC3E}">
        <p14:creationId xmlns:p14="http://schemas.microsoft.com/office/powerpoint/2010/main" val="2511546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7E05DB4-CA2F-4813-B078-1F77A78CD701}" type="slidenum">
              <a:t>1</a:t>
            </a:fld>
            <a:endParaRPr lang="en-US"/>
          </a:p>
        </p:txBody>
      </p:sp>
    </p:spTree>
    <p:extLst>
      <p:ext uri="{BB962C8B-B14F-4D97-AF65-F5344CB8AC3E}">
        <p14:creationId xmlns:p14="http://schemas.microsoft.com/office/powerpoint/2010/main" val="36489215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7E05DB4-CA2F-4813-B078-1F77A78CD701}" type="slidenum">
              <a:t>2</a:t>
            </a:fld>
            <a:endParaRPr lang="en-US"/>
          </a:p>
        </p:txBody>
      </p:sp>
    </p:spTree>
    <p:extLst>
      <p:ext uri="{BB962C8B-B14F-4D97-AF65-F5344CB8AC3E}">
        <p14:creationId xmlns:p14="http://schemas.microsoft.com/office/powerpoint/2010/main" val="4887153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7E05DB4-CA2F-4813-B078-1F77A78CD701}" type="slidenum">
              <a:t>3</a:t>
            </a:fld>
            <a:endParaRPr lang="en-US"/>
          </a:p>
        </p:txBody>
      </p:sp>
    </p:spTree>
    <p:extLst>
      <p:ext uri="{BB962C8B-B14F-4D97-AF65-F5344CB8AC3E}">
        <p14:creationId xmlns:p14="http://schemas.microsoft.com/office/powerpoint/2010/main" val="14097806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7E05DB4-CA2F-4813-B078-1F77A78CD701}" type="slidenum">
              <a:t>4</a:t>
            </a:fld>
            <a:endParaRPr lang="en-US"/>
          </a:p>
        </p:txBody>
      </p:sp>
    </p:spTree>
    <p:extLst>
      <p:ext uri="{BB962C8B-B14F-4D97-AF65-F5344CB8AC3E}">
        <p14:creationId xmlns:p14="http://schemas.microsoft.com/office/powerpoint/2010/main" val="13078169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7E05DB4-CA2F-4813-B078-1F77A78CD701}" type="slidenum">
              <a:t>5</a:t>
            </a:fld>
            <a:endParaRPr lang="en-US"/>
          </a:p>
        </p:txBody>
      </p:sp>
    </p:spTree>
    <p:extLst>
      <p:ext uri="{BB962C8B-B14F-4D97-AF65-F5344CB8AC3E}">
        <p14:creationId xmlns:p14="http://schemas.microsoft.com/office/powerpoint/2010/main" val="38316809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7E05DB4-CA2F-4813-B078-1F77A78CD701}" type="slidenum">
              <a:t>6</a:t>
            </a:fld>
            <a:endParaRPr lang="en-US"/>
          </a:p>
        </p:txBody>
      </p:sp>
    </p:spTree>
    <p:extLst>
      <p:ext uri="{BB962C8B-B14F-4D97-AF65-F5344CB8AC3E}">
        <p14:creationId xmlns:p14="http://schemas.microsoft.com/office/powerpoint/2010/main" val="42870225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Visualization of the system’s operation illustrates how user inputs transition through multiple intelligent stages before resulting in deployable output. The flow typically begins with requirement capture, which activates the metadata synthesis engine responsible for extracting structured insights from the provided content. This metadata then feeds into a template resolver that aligns system needs with predefined architectural and design templates. Following selection, the system’s code generation module orchestrates file creation, domain modeling, database integration, and service layering. The final phase packages the result as a downloadable ZIP file and optionally pushes it to GitHub alongside automated CI/CD pipelines. Visual diagrams help stakeholders understand dependencies, workflow ordering, and the interactions between decentralized AI agents collaborating across the agentic framework. Such clarity aids debugging, enhances governance, and improves extensibility planning. By formalizing this process flow into an intuitive visual representation, organizations gain transparency into a sophisticated AI‑powered pipeline capable of generating robust and scalable enterprise applications.</a:t>
            </a:r>
          </a:p>
        </p:txBody>
      </p:sp>
      <p:sp>
        <p:nvSpPr>
          <p:cNvPr id="4" name="Slide Number Placeholder 3"/>
          <p:cNvSpPr>
            <a:spLocks noGrp="1"/>
          </p:cNvSpPr>
          <p:nvPr>
            <p:ph type="sldNum" sz="quarter" idx="5"/>
          </p:nvPr>
        </p:nvSpPr>
        <p:spPr/>
        <p:txBody>
          <a:bodyPr/>
          <a:lstStyle/>
          <a:p>
            <a:fld id="{77E05DB4-CA2F-4813-B078-1F77A78CD701}" type="slidenum">
              <a:t>7</a:t>
            </a:fld>
            <a:endParaRPr lang="en-US"/>
          </a:p>
        </p:txBody>
      </p:sp>
    </p:spTree>
    <p:extLst>
      <p:ext uri="{BB962C8B-B14F-4D97-AF65-F5344CB8AC3E}">
        <p14:creationId xmlns:p14="http://schemas.microsoft.com/office/powerpoint/2010/main" val="30046473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7E05DB4-CA2F-4813-B078-1F77A78CD701}" type="slidenum">
              <a:t>8</a:t>
            </a:fld>
            <a:endParaRPr lang="en-US"/>
          </a:p>
        </p:txBody>
      </p:sp>
    </p:spTree>
    <p:extLst>
      <p:ext uri="{BB962C8B-B14F-4D97-AF65-F5344CB8AC3E}">
        <p14:creationId xmlns:p14="http://schemas.microsoft.com/office/powerpoint/2010/main" val="6410681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system brings substantial advantages, making it an attractive solution for both enterprise development. It significantly accelerates engineering velocity by eliminating repetitive and boilerplate coding tasks while ensuring architectural consistency and best‑practice adherence. Its multi‑architecture, multi‑language, and multi‑database support enhances flexibility, allowing teams to tailor outputs to their technological ecosystem. By leveraging AI‑driven reasoning and planning, the solution produces highly structured, maintainable code that reduces long‑term technical debt. The real‑time project‑generation capability creates a powerful demonstration effect, showcasing the intelligence and autonomy of modern agentic systems. This combination of speed, consistency, and intelligent automation positions the system as a transformative tool in software development.</a:t>
            </a:r>
          </a:p>
        </p:txBody>
      </p:sp>
      <p:sp>
        <p:nvSpPr>
          <p:cNvPr id="4" name="Slide Number Placeholder 3"/>
          <p:cNvSpPr>
            <a:spLocks noGrp="1"/>
          </p:cNvSpPr>
          <p:nvPr>
            <p:ph type="sldNum" sz="quarter" idx="5"/>
          </p:nvPr>
        </p:nvSpPr>
        <p:spPr/>
        <p:txBody>
          <a:bodyPr/>
          <a:lstStyle/>
          <a:p>
            <a:fld id="{77E05DB4-CA2F-4813-B078-1F77A78CD701}" type="slidenum">
              <a:t>9</a:t>
            </a:fld>
            <a:endParaRPr lang="en-US"/>
          </a:p>
        </p:txBody>
      </p:sp>
    </p:spTree>
    <p:extLst>
      <p:ext uri="{BB962C8B-B14F-4D97-AF65-F5344CB8AC3E}">
        <p14:creationId xmlns:p14="http://schemas.microsoft.com/office/powerpoint/2010/main" val="232543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7E05DB4-CA2F-4813-B078-1F77A78CD701}" type="slidenum">
              <a:t>10</a:t>
            </a:fld>
            <a:endParaRPr lang="en-US"/>
          </a:p>
        </p:txBody>
      </p:sp>
    </p:spTree>
    <p:extLst>
      <p:ext uri="{BB962C8B-B14F-4D97-AF65-F5344CB8AC3E}">
        <p14:creationId xmlns:p14="http://schemas.microsoft.com/office/powerpoint/2010/main" val="1466549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7E05DB4-CA2F-4813-B078-1F77A78CD701}" type="slidenum">
              <a:t>11</a:t>
            </a:fld>
            <a:endParaRPr lang="en-US"/>
          </a:p>
        </p:txBody>
      </p:sp>
    </p:spTree>
    <p:extLst>
      <p:ext uri="{BB962C8B-B14F-4D97-AF65-F5344CB8AC3E}">
        <p14:creationId xmlns:p14="http://schemas.microsoft.com/office/powerpoint/2010/main" val="10866606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7E05DB4-CA2F-4813-B078-1F77A78CD701}" type="slidenum">
              <a:t>12</a:t>
            </a:fld>
            <a:endParaRPr lang="en-US"/>
          </a:p>
        </p:txBody>
      </p:sp>
    </p:spTree>
    <p:extLst>
      <p:ext uri="{BB962C8B-B14F-4D97-AF65-F5344CB8AC3E}">
        <p14:creationId xmlns:p14="http://schemas.microsoft.com/office/powerpoint/2010/main" val="31345233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 structured team task breakdown ensures efficient collaboration and systematic progress throughout the development process. The input collection team focuses on building the user interface or parsing engine responsible for capturing requirements. The metadata team constructs the engine that formats and interprets inputs into structured domain elements. The template engine team develops architectural templates and integrates them into the resolver pipeline. The code generation team builds the AI agent responsible for generating domain models, controllers, services, and infrastructure layers. Database specialists create schema generators for SQL and NoSQL systems. GitHub automation engineers implement repository creation, workflow setup, and CI/CD initialization. Finally, the testing and demo team validates functionality, ensures stability, and prepares the presentation. This breakdown enhances efficiency, parallelism, and clarity of responsibilities.</a:t>
            </a:r>
          </a:p>
        </p:txBody>
      </p:sp>
      <p:sp>
        <p:nvSpPr>
          <p:cNvPr id="4" name="Slide Number Placeholder 3"/>
          <p:cNvSpPr>
            <a:spLocks noGrp="1"/>
          </p:cNvSpPr>
          <p:nvPr>
            <p:ph type="sldNum" sz="quarter" idx="5"/>
          </p:nvPr>
        </p:nvSpPr>
        <p:spPr/>
        <p:txBody>
          <a:bodyPr/>
          <a:lstStyle/>
          <a:p>
            <a:fld id="{77E05DB4-CA2F-4813-B078-1F77A78CD701}" type="slidenum">
              <a:t>13</a:t>
            </a:fld>
            <a:endParaRPr lang="en-US"/>
          </a:p>
        </p:txBody>
      </p:sp>
    </p:spTree>
    <p:extLst>
      <p:ext uri="{BB962C8B-B14F-4D97-AF65-F5344CB8AC3E}">
        <p14:creationId xmlns:p14="http://schemas.microsoft.com/office/powerpoint/2010/main" val="37185371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7E05DB4-CA2F-4813-B078-1F77A78CD701}" type="slidenum">
              <a:t>14</a:t>
            </a:fld>
            <a:endParaRPr lang="en-US"/>
          </a:p>
        </p:txBody>
      </p:sp>
    </p:spTree>
    <p:extLst>
      <p:ext uri="{BB962C8B-B14F-4D97-AF65-F5344CB8AC3E}">
        <p14:creationId xmlns:p14="http://schemas.microsoft.com/office/powerpoint/2010/main" val="412948631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7002" y="105879"/>
            <a:ext cx="6933398" cy="3832346"/>
          </a:xfrm>
        </p:spPr>
        <p:txBody>
          <a:bodyPr vert="horz" lIns="91440" tIns="45720" rIns="91440" bIns="45720" rtlCol="0" anchor="t">
            <a:normAutofit/>
          </a:bodyPr>
          <a:lstStyle>
            <a:lvl1pPr>
              <a:lnSpc>
                <a:spcPct val="90000"/>
              </a:lnSpc>
              <a:defRPr lang="en-US" sz="6600" dirty="0">
                <a:solidFill>
                  <a:schemeClr val="tx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62000" y="4837892"/>
            <a:ext cx="4184904" cy="918015"/>
          </a:xfrm>
        </p:spPr>
        <p:txBody>
          <a:bodyPr vert="horz" lIns="91440" tIns="45720" rIns="91440" bIns="45720" rtlCol="0" anchor="b">
            <a:normAutofit/>
          </a:bodyPr>
          <a:lstStyle>
            <a:lvl1pPr marL="0" indent="0">
              <a:buNone/>
              <a:defRPr lang="en-US" sz="1600" dirty="0">
                <a:solidFill>
                  <a:schemeClr val="tx2"/>
                </a:solidFill>
              </a:defRPr>
            </a:lvl1pPr>
          </a:lstStyle>
          <a:p>
            <a:pPr lvl="0"/>
            <a:r>
              <a:rPr lang="en-US"/>
              <a:t>Click to edit Master subtitle style</a:t>
            </a:r>
          </a:p>
        </p:txBody>
      </p:sp>
      <p:sp>
        <p:nvSpPr>
          <p:cNvPr id="13" name="Freeform: Shape 12">
            <a:extLst>
              <a:ext uri="{FF2B5EF4-FFF2-40B4-BE49-F238E27FC236}">
                <a16:creationId xmlns:a16="http://schemas.microsoft.com/office/drawing/2014/main" id="{B7D523F3-FDC7-CB09-72C3-675307026069}"/>
              </a:ext>
              <a:ext uri="{C183D7F6-B498-43B3-948B-1728B52AA6E4}">
                <adec:decorative xmlns:adec="http://schemas.microsoft.com/office/drawing/2017/decorative" val="1"/>
              </a:ext>
            </a:extLst>
          </p:cNvPr>
          <p:cNvSpPr/>
          <p:nvPr/>
        </p:nvSpPr>
        <p:spPr>
          <a:xfrm>
            <a:off x="7693152" y="0"/>
            <a:ext cx="4498848" cy="6089904"/>
          </a:xfrm>
          <a:custGeom>
            <a:avLst/>
            <a:gdLst>
              <a:gd name="connsiteX0" fmla="*/ 0 w 4510185"/>
              <a:gd name="connsiteY0" fmla="*/ 0 h 6096000"/>
              <a:gd name="connsiteX1" fmla="*/ 4510185 w 4510185"/>
              <a:gd name="connsiteY1" fmla="*/ 0 h 6096000"/>
              <a:gd name="connsiteX2" fmla="*/ 4510185 w 4510185"/>
              <a:gd name="connsiteY2" fmla="*/ 6096000 h 6096000"/>
              <a:gd name="connsiteX3" fmla="*/ 501522 w 4510185"/>
              <a:gd name="connsiteY3" fmla="*/ 6096000 h 6096000"/>
              <a:gd name="connsiteX4" fmla="*/ 0 w 4510185"/>
              <a:gd name="connsiteY4" fmla="*/ 5591398 h 609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0185" h="6096000">
                <a:moveTo>
                  <a:pt x="0" y="0"/>
                </a:moveTo>
                <a:lnTo>
                  <a:pt x="4510185" y="0"/>
                </a:lnTo>
                <a:lnTo>
                  <a:pt x="4510185" y="6096000"/>
                </a:lnTo>
                <a:lnTo>
                  <a:pt x="501522" y="6096000"/>
                </a:lnTo>
                <a:cubicBezTo>
                  <a:pt x="224540" y="6096000"/>
                  <a:pt x="0" y="5870082"/>
                  <a:pt x="0" y="5591398"/>
                </a:cubicBez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Picture Placeholder 10">
            <a:extLst>
              <a:ext uri="{FF2B5EF4-FFF2-40B4-BE49-F238E27FC236}">
                <a16:creationId xmlns:a16="http://schemas.microsoft.com/office/drawing/2014/main" id="{47046596-FFEC-0663-2F9B-19F442C8D1F7}"/>
              </a:ext>
            </a:extLst>
          </p:cNvPr>
          <p:cNvSpPr>
            <a:spLocks noGrp="1"/>
          </p:cNvSpPr>
          <p:nvPr>
            <p:ph type="pic" sz="quarter" idx="13" hasCustomPrompt="1"/>
          </p:nvPr>
        </p:nvSpPr>
        <p:spPr>
          <a:xfrm>
            <a:off x="7681816" y="0"/>
            <a:ext cx="4510185" cy="6096000"/>
          </a:xfrm>
          <a:custGeom>
            <a:avLst/>
            <a:gdLst>
              <a:gd name="connsiteX0" fmla="*/ 0 w 4510185"/>
              <a:gd name="connsiteY0" fmla="*/ 0 h 6096000"/>
              <a:gd name="connsiteX1" fmla="*/ 4510185 w 4510185"/>
              <a:gd name="connsiteY1" fmla="*/ 0 h 6096000"/>
              <a:gd name="connsiteX2" fmla="*/ 4510185 w 4510185"/>
              <a:gd name="connsiteY2" fmla="*/ 6096000 h 6096000"/>
              <a:gd name="connsiteX3" fmla="*/ 501522 w 4510185"/>
              <a:gd name="connsiteY3" fmla="*/ 6096000 h 6096000"/>
              <a:gd name="connsiteX4" fmla="*/ 0 w 4510185"/>
              <a:gd name="connsiteY4" fmla="*/ 5591398 h 609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0185" h="6096000">
                <a:moveTo>
                  <a:pt x="0" y="0"/>
                </a:moveTo>
                <a:lnTo>
                  <a:pt x="4510185" y="0"/>
                </a:lnTo>
                <a:lnTo>
                  <a:pt x="4510185" y="6096000"/>
                </a:lnTo>
                <a:lnTo>
                  <a:pt x="501522" y="6096000"/>
                </a:lnTo>
                <a:cubicBezTo>
                  <a:pt x="224540" y="6096000"/>
                  <a:pt x="0" y="5870082"/>
                  <a:pt x="0" y="5591398"/>
                </a:cubicBezTo>
                <a:close/>
              </a:path>
            </a:pathLst>
          </a:custGeom>
          <a:blipFill dpi="0" rotWithShape="1">
            <a:blip r:embed="rId2">
              <a:alphaModFix amt="85000"/>
            </a:blip>
            <a:srcRect/>
            <a:stretch>
              <a:fillRect/>
            </a:stretch>
          </a:blipFill>
        </p:spPr>
        <p:txBody>
          <a:bodyPr wrap="square">
            <a:noAutofit/>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fld id="{D7E3ECEC-7E7B-4FB9-BAE8-5C10F12795EA}" type="datetimeFigureOut">
              <a:rPr lang="en-US" smtClean="0"/>
              <a:t>3/31/2026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105378878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68096" y="822960"/>
            <a:ext cx="10706100" cy="683912"/>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774654" y="1506872"/>
            <a:ext cx="10693446" cy="4665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7E3ECEC-7E7B-4FB9-BAE8-5C10F12795EA}" type="datetimeFigureOut">
              <a:rPr lang="en-US" smtClean="0"/>
              <a:t>3/31/2026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4120300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823860" y="1376413"/>
            <a:ext cx="3834793" cy="2697480"/>
          </a:xfrm>
        </p:spPr>
        <p:txBody>
          <a:bodyPr vert="horz" lIns="91440" tIns="45720" rIns="91440" bIns="45720" rtlCol="0" anchor="b">
            <a:normAutofit/>
          </a:bodyPr>
          <a:lstStyle>
            <a:lvl1pPr>
              <a:defRPr lang="en-US" sz="36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823860" y="4073893"/>
            <a:ext cx="3599210" cy="1162250"/>
          </a:xfrm>
        </p:spPr>
        <p:txBody>
          <a:bodyPr vert="horz" lIns="91440" tIns="45720" rIns="91440" bIns="45720" rtlCol="0" anchor="ctr">
            <a:normAutofit/>
          </a:bodyPr>
          <a:lstStyle>
            <a:lvl1pPr marL="0" indent="0">
              <a:lnSpc>
                <a:spcPct val="100000"/>
              </a:lnSpc>
              <a:buNone/>
              <a:defRPr lang="en-US" sz="1600" dirty="0"/>
            </a:lvl1pPr>
          </a:lstStyle>
          <a:p>
            <a:pPr lvl="0"/>
            <a:r>
              <a:rPr lang="en-US"/>
              <a:t>Click to edit Master subtitle style</a:t>
            </a:r>
          </a:p>
        </p:txBody>
      </p:sp>
      <p:sp>
        <p:nvSpPr>
          <p:cNvPr id="8" name="Picture Placeholder 10">
            <a:extLst>
              <a:ext uri="{FF2B5EF4-FFF2-40B4-BE49-F238E27FC236}">
                <a16:creationId xmlns:a16="http://schemas.microsoft.com/office/drawing/2014/main" id="{51CC2D7F-4DE5-3D21-470F-8B959A5C44D8}"/>
              </a:ext>
            </a:extLst>
          </p:cNvPr>
          <p:cNvSpPr>
            <a:spLocks noGrp="1"/>
          </p:cNvSpPr>
          <p:nvPr>
            <p:ph type="pic" sz="quarter" idx="13" hasCustomPrompt="1"/>
          </p:nvPr>
        </p:nvSpPr>
        <p:spPr>
          <a:xfrm>
            <a:off x="0" y="0"/>
            <a:ext cx="7274402" cy="6096000"/>
          </a:xfrm>
          <a:custGeom>
            <a:avLst/>
            <a:gdLst>
              <a:gd name="connsiteX0" fmla="*/ 0 w 7274402"/>
              <a:gd name="connsiteY0" fmla="*/ 0 h 6096000"/>
              <a:gd name="connsiteX1" fmla="*/ 7274402 w 7274402"/>
              <a:gd name="connsiteY1" fmla="*/ 0 h 6096000"/>
              <a:gd name="connsiteX2" fmla="*/ 7274402 w 7274402"/>
              <a:gd name="connsiteY2" fmla="*/ 5598011 h 6096000"/>
              <a:gd name="connsiteX3" fmla="*/ 6779450 w 7274402"/>
              <a:gd name="connsiteY3" fmla="*/ 6096000 h 6096000"/>
              <a:gd name="connsiteX4" fmla="*/ 0 w 7274402"/>
              <a:gd name="connsiteY4" fmla="*/ 6096000 h 609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74402" h="6096000">
                <a:moveTo>
                  <a:pt x="0" y="0"/>
                </a:moveTo>
                <a:lnTo>
                  <a:pt x="7274402" y="0"/>
                </a:lnTo>
                <a:lnTo>
                  <a:pt x="7274402" y="5598011"/>
                </a:lnTo>
                <a:cubicBezTo>
                  <a:pt x="7274402" y="5873043"/>
                  <a:pt x="7052804" y="6096000"/>
                  <a:pt x="6779450" y="6096000"/>
                </a:cubicBezTo>
                <a:lnTo>
                  <a:pt x="0" y="6096000"/>
                </a:lnTo>
                <a:close/>
              </a:path>
            </a:pathLst>
          </a:custGeom>
          <a:blipFill dpi="0" rotWithShape="1">
            <a:blip r:embed="rId2">
              <a:alphaModFix amt="75000"/>
            </a:blip>
            <a:srcRect/>
            <a:stretch>
              <a:fillRect/>
            </a:stretch>
          </a:blipFill>
        </p:spPr>
        <p:txBody>
          <a:bodyPr wrap="square">
            <a:noAutofit/>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fld id="{D7E3ECEC-7E7B-4FB9-BAE8-5C10F12795EA}" type="datetimeFigureOut">
              <a:rPr lang="en-US" smtClean="0"/>
              <a:t>3/31/2026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123551282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86093" y="190500"/>
            <a:ext cx="3923894" cy="2673696"/>
          </a:xfrm>
        </p:spPr>
        <p:txBody>
          <a:bodyPr vert="horz" lIns="91440" tIns="45720" rIns="91440" bIns="45720" rtlCol="0" anchor="t">
            <a:normAutofit/>
          </a:bodyPr>
          <a:lstStyle>
            <a:lvl1pPr>
              <a:lnSpc>
                <a:spcPct val="95000"/>
              </a:lnSpc>
              <a:defRPr lang="en-US" sz="3600" dirty="0">
                <a:solidFill>
                  <a:schemeClr val="tx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62000" y="4873751"/>
            <a:ext cx="3277380" cy="1228945"/>
          </a:xfrm>
        </p:spPr>
        <p:txBody>
          <a:bodyPr vert="horz" lIns="91440" tIns="45720" rIns="91440" bIns="45720" rtlCol="0" anchor="b">
            <a:normAutofit/>
          </a:bodyPr>
          <a:lstStyle>
            <a:lvl1pPr marL="0" indent="0">
              <a:buNone/>
              <a:defRPr lang="en-US" sz="1600" dirty="0">
                <a:solidFill>
                  <a:schemeClr val="tx2"/>
                </a:solidFill>
              </a:defRPr>
            </a:lvl1pPr>
          </a:lstStyle>
          <a:p>
            <a:pPr lvl="0"/>
            <a:r>
              <a:rPr lang="en-US"/>
              <a:t>Click to edit Master subtitle style</a:t>
            </a:r>
          </a:p>
        </p:txBody>
      </p:sp>
      <p:sp>
        <p:nvSpPr>
          <p:cNvPr id="8" name="Picture Placeholder 7">
            <a:extLst>
              <a:ext uri="{FF2B5EF4-FFF2-40B4-BE49-F238E27FC236}">
                <a16:creationId xmlns:a16="http://schemas.microsoft.com/office/drawing/2014/main" id="{1E33A8AF-9A38-4027-A746-F135FF75F2EF}"/>
              </a:ext>
            </a:extLst>
          </p:cNvPr>
          <p:cNvSpPr>
            <a:spLocks noGrp="1"/>
          </p:cNvSpPr>
          <p:nvPr>
            <p:ph type="pic" sz="quarter" idx="13" hasCustomPrompt="1"/>
          </p:nvPr>
        </p:nvSpPr>
        <p:spPr>
          <a:xfrm>
            <a:off x="4743585" y="0"/>
            <a:ext cx="7448415" cy="6093762"/>
          </a:xfrm>
          <a:custGeom>
            <a:avLst/>
            <a:gdLst>
              <a:gd name="connsiteX0" fmla="*/ 0 w 7448415"/>
              <a:gd name="connsiteY0" fmla="*/ 0 h 6093762"/>
              <a:gd name="connsiteX1" fmla="*/ 7448415 w 7448415"/>
              <a:gd name="connsiteY1" fmla="*/ 0 h 6093762"/>
              <a:gd name="connsiteX2" fmla="*/ 7448415 w 7448415"/>
              <a:gd name="connsiteY2" fmla="*/ 6093762 h 6093762"/>
              <a:gd name="connsiteX3" fmla="*/ 501521 w 7448415"/>
              <a:gd name="connsiteY3" fmla="*/ 6093762 h 6093762"/>
              <a:gd name="connsiteX4" fmla="*/ 0 w 7448415"/>
              <a:gd name="connsiteY4" fmla="*/ 5592240 h 60937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48415" h="6093762">
                <a:moveTo>
                  <a:pt x="0" y="0"/>
                </a:moveTo>
                <a:lnTo>
                  <a:pt x="7448415" y="0"/>
                </a:lnTo>
                <a:lnTo>
                  <a:pt x="7448415" y="6093762"/>
                </a:lnTo>
                <a:lnTo>
                  <a:pt x="501521" y="6093762"/>
                </a:lnTo>
                <a:cubicBezTo>
                  <a:pt x="224538" y="6093762"/>
                  <a:pt x="0" y="5869223"/>
                  <a:pt x="0" y="5592240"/>
                </a:cubicBezTo>
                <a:close/>
              </a:path>
            </a:pathLst>
          </a:custGeom>
          <a:blipFill dpi="0" rotWithShape="1">
            <a:blip r:embed="rId2">
              <a:alphaModFix amt="75000"/>
            </a:blip>
            <a:srcRect/>
            <a:stretch>
              <a:fillRect/>
            </a:stretch>
          </a:blipFill>
        </p:spPr>
        <p:txBody>
          <a:bodyPr wrap="square">
            <a:noAutofit/>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62000" y="6329172"/>
            <a:ext cx="2816835" cy="338328"/>
          </a:xfrm>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fld id="{D7E3ECEC-7E7B-4FB9-BAE8-5C10F12795EA}" type="datetimeFigureOut">
              <a:rPr lang="en-US" smtClean="0"/>
              <a:t>3/31/2026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45201201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09600" y="5202936"/>
            <a:ext cx="10858500" cy="850392"/>
          </a:xfrm>
        </p:spPr>
        <p:txBody>
          <a:bodyPr vert="horz" lIns="91440" tIns="45720" rIns="91440" bIns="45720" rtlCol="0" anchor="b">
            <a:normAutofit/>
          </a:bodyPr>
          <a:lstStyle>
            <a:lvl1pPr>
              <a:lnSpc>
                <a:spcPct val="90000"/>
              </a:lnSpc>
              <a:defRPr lang="en-US" sz="3600" dirty="0">
                <a:solidFill>
                  <a:schemeClr val="tx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09600" y="5980176"/>
            <a:ext cx="10858500" cy="419100"/>
          </a:xfrm>
        </p:spPr>
        <p:txBody>
          <a:bodyPr vert="horz" lIns="91440" tIns="45720" rIns="91440" bIns="45720" rtlCol="0" anchor="ctr">
            <a:normAutofit/>
          </a:bodyPr>
          <a:lstStyle>
            <a:lvl1pPr marL="0" indent="0">
              <a:buNone/>
              <a:defRPr lang="en-US" dirty="0">
                <a:solidFill>
                  <a:schemeClr val="tx2"/>
                </a:solidFill>
              </a:defRPr>
            </a:lvl1pPr>
          </a:lstStyle>
          <a:p>
            <a:pPr lvl="0"/>
            <a:r>
              <a:rPr lang="en-US"/>
              <a:t>Click to edit Master subtitle style</a:t>
            </a:r>
          </a:p>
        </p:txBody>
      </p:sp>
      <p:sp>
        <p:nvSpPr>
          <p:cNvPr id="9" name="Picture Placeholder 7">
            <a:extLst>
              <a:ext uri="{FF2B5EF4-FFF2-40B4-BE49-F238E27FC236}">
                <a16:creationId xmlns:a16="http://schemas.microsoft.com/office/drawing/2014/main" id="{5E742D34-DBD4-0DEA-071F-32C82E7EB45A}"/>
              </a:ext>
            </a:extLst>
          </p:cNvPr>
          <p:cNvSpPr>
            <a:spLocks noGrp="1"/>
          </p:cNvSpPr>
          <p:nvPr>
            <p:ph type="pic" sz="quarter" idx="13" hasCustomPrompt="1"/>
          </p:nvPr>
        </p:nvSpPr>
        <p:spPr>
          <a:xfrm>
            <a:off x="0" y="0"/>
            <a:ext cx="11468100" cy="5018448"/>
          </a:xfrm>
          <a:custGeom>
            <a:avLst/>
            <a:gdLst>
              <a:gd name="connsiteX0" fmla="*/ 0 w 11468100"/>
              <a:gd name="connsiteY0" fmla="*/ 0 h 5091600"/>
              <a:gd name="connsiteX1" fmla="*/ 11468100 w 11468100"/>
              <a:gd name="connsiteY1" fmla="*/ 0 h 5091600"/>
              <a:gd name="connsiteX2" fmla="*/ 11468100 w 11468100"/>
              <a:gd name="connsiteY2" fmla="*/ 4590078 h 5091600"/>
              <a:gd name="connsiteX3" fmla="*/ 10966578 w 11468100"/>
              <a:gd name="connsiteY3" fmla="*/ 5091600 h 5091600"/>
              <a:gd name="connsiteX4" fmla="*/ 0 w 11468100"/>
              <a:gd name="connsiteY4" fmla="*/ 5091600 h 5091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68100" h="5091600">
                <a:moveTo>
                  <a:pt x="0" y="0"/>
                </a:moveTo>
                <a:lnTo>
                  <a:pt x="11468100" y="0"/>
                </a:lnTo>
                <a:lnTo>
                  <a:pt x="11468100" y="4590078"/>
                </a:lnTo>
                <a:cubicBezTo>
                  <a:pt x="11468100" y="4867061"/>
                  <a:pt x="11243561" y="5091600"/>
                  <a:pt x="10966578" y="5091600"/>
                </a:cubicBezTo>
                <a:lnTo>
                  <a:pt x="0" y="5091600"/>
                </a:lnTo>
                <a:close/>
              </a:path>
            </a:pathLst>
          </a:custGeom>
          <a:blipFill dpi="0" rotWithShape="1">
            <a:blip r:embed="rId2">
              <a:alphaModFix amt="75000"/>
            </a:blip>
            <a:srcRect/>
            <a:stretch>
              <a:fillRect/>
            </a:stretch>
          </a:blipFill>
        </p:spPr>
        <p:txBody>
          <a:bodyPr wrap="square">
            <a:noAutofit/>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09600" y="6629400"/>
            <a:ext cx="2805405" cy="228600"/>
          </a:xfrm>
        </p:spPr>
        <p:txBody>
          <a:bodyPr/>
          <a:lstStyle>
            <a:lvl1pPr>
              <a:defRPr>
                <a:solidFill>
                  <a:schemeClr val="tx2"/>
                </a:solidFill>
                <a:effectLst/>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611240" y="6629400"/>
            <a:ext cx="2376928" cy="228600"/>
          </a:xfrm>
        </p:spPr>
        <p:txBody>
          <a:bodyPr/>
          <a:lstStyle>
            <a:lvl1pPr>
              <a:defRPr>
                <a:solidFill>
                  <a:schemeClr val="tx2"/>
                </a:solidFill>
                <a:effectLst/>
              </a:defRPr>
            </a:lvl1pPr>
          </a:lstStyle>
          <a:p>
            <a:fld id="{D7E3ECEC-7E7B-4FB9-BAE8-5C10F12795EA}" type="datetimeFigureOut">
              <a:rPr lang="en-US" smtClean="0"/>
              <a:t>3/31/2026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53193" y="6629400"/>
            <a:ext cx="429207" cy="228600"/>
          </a:xfrm>
        </p:spPr>
        <p:txBody>
          <a:bodyPr/>
          <a:lstStyle>
            <a:lvl1pPr>
              <a:defRPr>
                <a:solidFill>
                  <a:schemeClr val="tx2"/>
                </a:solidFill>
                <a:effectLst/>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352356908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32345" y="250257"/>
            <a:ext cx="9692640" cy="4602845"/>
          </a:xfrm>
        </p:spPr>
        <p:txBody>
          <a:bodyPr vert="horz" lIns="91440" tIns="45720" rIns="91440" bIns="45720" rtlCol="0" anchor="t">
            <a:normAutofit/>
          </a:bodyPr>
          <a:lstStyle>
            <a:lvl1pPr>
              <a:lnSpc>
                <a:spcPct val="90000"/>
              </a:lnSpc>
              <a:defRPr lang="en-US" sz="8000" dirty="0">
                <a:solidFill>
                  <a:schemeClr val="tx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61999" y="5053094"/>
            <a:ext cx="5253789" cy="847192"/>
          </a:xfrm>
        </p:spPr>
        <p:txBody>
          <a:bodyPr vert="horz" lIns="91440" tIns="45720" rIns="91440" bIns="45720" rtlCol="0" anchor="b">
            <a:normAutofit/>
          </a:bodyPr>
          <a:lstStyle>
            <a:lvl1pPr marL="0" indent="0">
              <a:buNone/>
              <a:defRPr lang="en-US" sz="1600" dirty="0">
                <a:solidFill>
                  <a:schemeClr val="tx2"/>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D7E3ECEC-7E7B-4FB9-BAE8-5C10F12795EA}" type="datetimeFigureOut">
              <a:rPr lang="en-US" smtClean="0"/>
              <a:t>3/31/2026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420307321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560321" y="1904300"/>
            <a:ext cx="7084194" cy="2353755"/>
          </a:xfrm>
        </p:spPr>
        <p:txBody>
          <a:bodyPr anchor="ctr">
            <a:normAutofit/>
          </a:bodyPr>
          <a:lstStyle>
            <a:lvl1pPr algn="ctr">
              <a:lnSpc>
                <a:spcPct val="80000"/>
              </a:lnSpc>
              <a:defRPr sz="6000">
                <a:solidFill>
                  <a:schemeClr val="tx2"/>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262965" y="4597167"/>
            <a:ext cx="5678905" cy="1082180"/>
          </a:xfrm>
        </p:spPr>
        <p:txBody>
          <a:bodyPr anchor="t">
            <a:normAutofit/>
          </a:bodyPr>
          <a:lstStyle>
            <a:lvl1pPr marL="0" indent="0" algn="ctr">
              <a:buNone/>
              <a:defRPr sz="16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D7E3ECEC-7E7B-4FB9-BAE8-5C10F12795EA}" type="datetimeFigureOut">
              <a:rPr lang="en-US" smtClean="0"/>
              <a:t>3/31/2026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95907494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 y="131670"/>
            <a:ext cx="12120283" cy="5093208"/>
          </a:xfrm>
        </p:spPr>
        <p:txBody>
          <a:bodyPr vert="horz" lIns="91440" tIns="45720" rIns="91440" bIns="45720" rtlCol="0" anchor="t">
            <a:normAutofit/>
          </a:bodyPr>
          <a:lstStyle>
            <a:lvl1pPr>
              <a:lnSpc>
                <a:spcPct val="85000"/>
              </a:lnSpc>
              <a:defRPr lang="en-US" sz="12500" spc="-50" baseline="0" dirty="0">
                <a:solidFill>
                  <a:schemeClr val="tx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62000" y="5356548"/>
            <a:ext cx="6414887" cy="748417"/>
          </a:xfrm>
        </p:spPr>
        <p:txBody>
          <a:bodyPr vert="horz" lIns="91440" tIns="45720" rIns="91440" bIns="45720" rtlCol="0" anchor="ctr">
            <a:normAutofit/>
          </a:bodyPr>
          <a:lstStyle>
            <a:lvl1pPr marL="0" indent="0">
              <a:buNone/>
              <a:defRPr lang="en-US" sz="1600" dirty="0">
                <a:solidFill>
                  <a:schemeClr val="tx2"/>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D7E3ECEC-7E7B-4FB9-BAE8-5C10F12795EA}" type="datetimeFigureOut">
              <a:rPr lang="en-US" smtClean="0"/>
              <a:t>3/31/2026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182371248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2"/>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27A12A6-507C-2714-2F24-09ADE11584C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accent3">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213702" y="1940943"/>
            <a:ext cx="8771340" cy="4917058"/>
          </a:xfrm>
        </p:spPr>
        <p:txBody>
          <a:bodyPr anchor="b">
            <a:normAutofit/>
          </a:bodyPr>
          <a:lstStyle>
            <a:lvl1pPr>
              <a:lnSpc>
                <a:spcPct val="90000"/>
              </a:lnSpc>
              <a:defRPr sz="7000">
                <a:solidFill>
                  <a:schemeClr val="accent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a:xfrm>
            <a:off x="762000" y="64008"/>
            <a:ext cx="2816835" cy="338328"/>
          </a:xfrm>
        </p:spPr>
        <p:txBody>
          <a:bodyPr/>
          <a:lstStyle>
            <a:lvl1pPr>
              <a:defRPr>
                <a:solidFill>
                  <a:schemeClr val="accent1"/>
                </a:solidFill>
              </a:defRPr>
            </a:lvl1pPr>
          </a:lstStyle>
          <a:p>
            <a:endParaRPr lang="en-US"/>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a:xfrm>
            <a:off x="9290304" y="64008"/>
            <a:ext cx="1612674" cy="338328"/>
          </a:xfrm>
        </p:spPr>
        <p:txBody>
          <a:bodyPr/>
          <a:lstStyle>
            <a:lvl1pPr>
              <a:defRPr>
                <a:solidFill>
                  <a:schemeClr val="accent1"/>
                </a:solidFill>
              </a:defRPr>
            </a:lvl1pPr>
          </a:lstStyle>
          <a:p>
            <a:fld id="{D7E3ECEC-7E7B-4FB9-BAE8-5C10F12795EA}" type="datetimeFigureOut">
              <a:rPr lang="en-US" smtClean="0"/>
              <a:t>3/31/2026</a:t>
            </a:fld>
            <a:endParaRPr lang="en-US"/>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a:xfrm>
            <a:off x="11055096" y="64008"/>
            <a:ext cx="457200" cy="338328"/>
          </a:xfrm>
        </p:spPr>
        <p:txBody>
          <a:bodyPr/>
          <a:lstStyle>
            <a:lvl1pPr>
              <a:defRPr>
                <a:solidFill>
                  <a:schemeClr val="accent1"/>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3273329490"/>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bg>
      <p:bgRef idx="1001">
        <a:schemeClr val="bg2"/>
      </p:bgRef>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22D3B99D-E6B2-4EE8-0A54-0FAA367757A0}"/>
              </a:ext>
              <a:ext uri="{C183D7F6-B498-43B3-948B-1728B52AA6E4}">
                <adec:decorative xmlns:adec="http://schemas.microsoft.com/office/drawing/2017/decorative" val="1"/>
              </a:ext>
            </a:extLst>
          </p:cNvPr>
          <p:cNvSpPr/>
          <p:nvPr/>
        </p:nvSpPr>
        <p:spPr>
          <a:xfrm>
            <a:off x="3735581" y="2721090"/>
            <a:ext cx="8456418" cy="4136911"/>
          </a:xfrm>
          <a:custGeom>
            <a:avLst/>
            <a:gdLst>
              <a:gd name="connsiteX0" fmla="*/ 501522 w 8456418"/>
              <a:gd name="connsiteY0" fmla="*/ 0 h 4136911"/>
              <a:gd name="connsiteX1" fmla="*/ 7315160 w 8456418"/>
              <a:gd name="connsiteY1" fmla="*/ 0 h 4136911"/>
              <a:gd name="connsiteX2" fmla="*/ 7389577 w 8456418"/>
              <a:gd name="connsiteY2" fmla="*/ 0 h 4136911"/>
              <a:gd name="connsiteX3" fmla="*/ 8456418 w 8456418"/>
              <a:gd name="connsiteY3" fmla="*/ 0 h 4136911"/>
              <a:gd name="connsiteX4" fmla="*/ 8456418 w 8456418"/>
              <a:gd name="connsiteY4" fmla="*/ 4136910 h 4136911"/>
              <a:gd name="connsiteX5" fmla="*/ 7389577 w 8456418"/>
              <a:gd name="connsiteY5" fmla="*/ 4136910 h 4136911"/>
              <a:gd name="connsiteX6" fmla="*/ 7389577 w 8456418"/>
              <a:gd name="connsiteY6" fmla="*/ 4136911 h 4136911"/>
              <a:gd name="connsiteX7" fmla="*/ 0 w 8456418"/>
              <a:gd name="connsiteY7" fmla="*/ 4136911 h 4136911"/>
              <a:gd name="connsiteX8" fmla="*/ 0 w 8456418"/>
              <a:gd name="connsiteY8" fmla="*/ 501522 h 4136911"/>
              <a:gd name="connsiteX9" fmla="*/ 501522 w 8456418"/>
              <a:gd name="connsiteY9" fmla="*/ 0 h 4136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456418" h="4136911">
                <a:moveTo>
                  <a:pt x="501522" y="0"/>
                </a:moveTo>
                <a:lnTo>
                  <a:pt x="7315160" y="0"/>
                </a:lnTo>
                <a:lnTo>
                  <a:pt x="7389577" y="0"/>
                </a:lnTo>
                <a:lnTo>
                  <a:pt x="8456418" y="0"/>
                </a:lnTo>
                <a:lnTo>
                  <a:pt x="8456418" y="4136910"/>
                </a:lnTo>
                <a:lnTo>
                  <a:pt x="7389577" y="4136910"/>
                </a:lnTo>
                <a:lnTo>
                  <a:pt x="7389577" y="4136911"/>
                </a:lnTo>
                <a:lnTo>
                  <a:pt x="0" y="4136911"/>
                </a:lnTo>
                <a:lnTo>
                  <a:pt x="0" y="501522"/>
                </a:lnTo>
                <a:cubicBezTo>
                  <a:pt x="0" y="224539"/>
                  <a:pt x="224538" y="0"/>
                  <a:pt x="501522" y="0"/>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38499" y="134751"/>
            <a:ext cx="11429601" cy="2213814"/>
          </a:xfrm>
        </p:spPr>
        <p:txBody>
          <a:bodyPr anchor="t">
            <a:normAutofit/>
          </a:bodyPr>
          <a:lstStyle>
            <a:lvl1pPr>
              <a:lnSpc>
                <a:spcPct val="80000"/>
              </a:lnSpc>
              <a:defRPr sz="9000">
                <a:solidFill>
                  <a:schemeClr val="accent1"/>
                </a:solidFill>
              </a:defRPr>
            </a:lvl1pPr>
          </a:lstStyle>
          <a:p>
            <a:r>
              <a:rPr lang="en-US"/>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4267200" y="3124200"/>
            <a:ext cx="7200900" cy="2971800"/>
          </a:xfrm>
        </p:spPr>
        <p:txBody>
          <a:bodyPr vert="horz" lIns="91440" tIns="45720" rIns="91440" bIns="45720" rtlCol="0">
            <a:normAutofit/>
          </a:bodyPr>
          <a:lstStyle>
            <a:lvl1pPr marL="342900" indent="-342900">
              <a:buFont typeface="+mj-lt"/>
              <a:buAutoNum type="arabicPeriod"/>
              <a:defRPr lang="en-US" sz="1600" dirty="0"/>
            </a:lvl1pPr>
            <a:lvl2pPr marL="571500" indent="-342900">
              <a:buFont typeface="+mj-lt"/>
              <a:buAutoNum type="arabicPeriod"/>
              <a:defRPr lang="en-US" dirty="0"/>
            </a:lvl2pPr>
            <a:lvl3pPr marL="800100" indent="-342900">
              <a:buFont typeface="+mj-lt"/>
              <a:buAutoNum type="arabicPeriod"/>
              <a:defRPr lang="en-US" dirty="0"/>
            </a:lvl3pPr>
            <a:lvl4pPr marL="1028700" indent="-342900">
              <a:buFont typeface="+mj-lt"/>
              <a:buAutoNum type="arabicPeriod"/>
              <a:defRPr lang="en-US" dirty="0"/>
            </a:lvl4pPr>
            <a:lvl5pPr marL="1257300" indent="-342900">
              <a:buFont typeface="+mj-lt"/>
              <a:buAutoNum type="arabicPeriod"/>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D7E3ECEC-7E7B-4FB9-BAE8-5C10F12795EA}" type="datetimeFigureOut">
              <a:rPr lang="en-US" smtClean="0"/>
              <a:t>3/31/2026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3226077316"/>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with Pictur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hasCustomPrompt="1"/>
          </p:nvPr>
        </p:nvSpPr>
        <p:spPr>
          <a:xfrm>
            <a:off x="141316" y="154198"/>
            <a:ext cx="11326784" cy="1770855"/>
          </a:xfrm>
        </p:spPr>
        <p:txBody>
          <a:bodyPr anchor="t">
            <a:noAutofit/>
          </a:bodyPr>
          <a:lstStyle>
            <a:lvl1pPr>
              <a:lnSpc>
                <a:spcPct val="80000"/>
              </a:lnSpc>
              <a:defRPr sz="8800">
                <a:solidFill>
                  <a:schemeClr val="accent1"/>
                </a:solidFill>
              </a:defRPr>
            </a:lvl1pPr>
          </a:lstStyle>
          <a:p>
            <a:r>
              <a:rPr lang="en-US"/>
              <a:t>Agenda</a:t>
            </a:r>
          </a:p>
        </p:txBody>
      </p:sp>
      <p:sp>
        <p:nvSpPr>
          <p:cNvPr id="16" name="Picture Placeholder 15">
            <a:extLst>
              <a:ext uri="{FF2B5EF4-FFF2-40B4-BE49-F238E27FC236}">
                <a16:creationId xmlns:a16="http://schemas.microsoft.com/office/drawing/2014/main" id="{DFF180EE-9609-8056-7D1A-0AB8C9676916}"/>
              </a:ext>
            </a:extLst>
          </p:cNvPr>
          <p:cNvSpPr>
            <a:spLocks noGrp="1"/>
          </p:cNvSpPr>
          <p:nvPr>
            <p:ph type="pic" sz="quarter" idx="15" hasCustomPrompt="1"/>
          </p:nvPr>
        </p:nvSpPr>
        <p:spPr>
          <a:xfrm>
            <a:off x="0" y="2266752"/>
            <a:ext cx="6871018" cy="4591248"/>
          </a:xfrm>
          <a:custGeom>
            <a:avLst/>
            <a:gdLst>
              <a:gd name="connsiteX0" fmla="*/ 0 w 6871018"/>
              <a:gd name="connsiteY0" fmla="*/ 0 h 4591248"/>
              <a:gd name="connsiteX1" fmla="*/ 6369496 w 6871018"/>
              <a:gd name="connsiteY1" fmla="*/ 0 h 4591248"/>
              <a:gd name="connsiteX2" fmla="*/ 6871018 w 6871018"/>
              <a:gd name="connsiteY2" fmla="*/ 501522 h 4591248"/>
              <a:gd name="connsiteX3" fmla="*/ 6871018 w 6871018"/>
              <a:gd name="connsiteY3" fmla="*/ 4591248 h 4591248"/>
              <a:gd name="connsiteX4" fmla="*/ 0 w 6871018"/>
              <a:gd name="connsiteY4" fmla="*/ 4591248 h 4591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71018" h="4591248">
                <a:moveTo>
                  <a:pt x="0" y="0"/>
                </a:moveTo>
                <a:lnTo>
                  <a:pt x="6369496" y="0"/>
                </a:lnTo>
                <a:cubicBezTo>
                  <a:pt x="6646479" y="0"/>
                  <a:pt x="6871018" y="224539"/>
                  <a:pt x="6871018" y="501522"/>
                </a:cubicBezTo>
                <a:lnTo>
                  <a:pt x="6871018" y="4591248"/>
                </a:lnTo>
                <a:lnTo>
                  <a:pt x="0" y="4591248"/>
                </a:lnTo>
                <a:close/>
              </a:path>
            </a:pathLst>
          </a:custGeom>
          <a:blipFill>
            <a:blip r:embed="rId2">
              <a:alphaModFix amt="75000"/>
            </a:blip>
            <a:stretch>
              <a:fillRect/>
            </a:stretch>
          </a:blipFill>
        </p:spPr>
        <p:txBody>
          <a:bodyPr wrap="square">
            <a:noAutofit/>
          </a:bodyPr>
          <a:lstStyle>
            <a:lvl1pPr marL="0" indent="0">
              <a:buNone/>
              <a:defRPr/>
            </a:lvl1pPr>
          </a:lstStyle>
          <a:p>
            <a:r>
              <a:rPr lang="en-US"/>
              <a:t>  </a:t>
            </a:r>
          </a:p>
        </p:txBody>
      </p:sp>
      <p:sp>
        <p:nvSpPr>
          <p:cNvPr id="10" name="Freeform: Shape 9">
            <a:extLst>
              <a:ext uri="{FF2B5EF4-FFF2-40B4-BE49-F238E27FC236}">
                <a16:creationId xmlns:a16="http://schemas.microsoft.com/office/drawing/2014/main" id="{0ED03D8A-5554-BC86-D031-989A4FC017F9}"/>
              </a:ext>
              <a:ext uri="{C183D7F6-B498-43B3-948B-1728B52AA6E4}">
                <adec:decorative xmlns:adec="http://schemas.microsoft.com/office/drawing/2017/decorative" val="1"/>
              </a:ext>
            </a:extLst>
          </p:cNvPr>
          <p:cNvSpPr/>
          <p:nvPr/>
        </p:nvSpPr>
        <p:spPr>
          <a:xfrm>
            <a:off x="7084170" y="2266752"/>
            <a:ext cx="5107831" cy="4591248"/>
          </a:xfrm>
          <a:custGeom>
            <a:avLst/>
            <a:gdLst>
              <a:gd name="connsiteX0" fmla="*/ 501521 w 5107831"/>
              <a:gd name="connsiteY0" fmla="*/ 0 h 4591248"/>
              <a:gd name="connsiteX1" fmla="*/ 5107831 w 5107831"/>
              <a:gd name="connsiteY1" fmla="*/ 0 h 4591248"/>
              <a:gd name="connsiteX2" fmla="*/ 5107831 w 5107831"/>
              <a:gd name="connsiteY2" fmla="*/ 4591248 h 4591248"/>
              <a:gd name="connsiteX3" fmla="*/ 0 w 5107831"/>
              <a:gd name="connsiteY3" fmla="*/ 4591248 h 4591248"/>
              <a:gd name="connsiteX4" fmla="*/ 0 w 5107831"/>
              <a:gd name="connsiteY4" fmla="*/ 501522 h 4591248"/>
              <a:gd name="connsiteX5" fmla="*/ 501521 w 5107831"/>
              <a:gd name="connsiteY5" fmla="*/ 0 h 4591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07831" h="4591248">
                <a:moveTo>
                  <a:pt x="501521" y="0"/>
                </a:moveTo>
                <a:lnTo>
                  <a:pt x="5107831" y="0"/>
                </a:lnTo>
                <a:lnTo>
                  <a:pt x="5107831" y="4591248"/>
                </a:lnTo>
                <a:lnTo>
                  <a:pt x="0" y="4591248"/>
                </a:lnTo>
                <a:lnTo>
                  <a:pt x="0" y="501522"/>
                </a:lnTo>
                <a:cubicBezTo>
                  <a:pt x="0" y="224539"/>
                  <a:pt x="224538" y="0"/>
                  <a:pt x="501521" y="0"/>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597833" y="2762450"/>
            <a:ext cx="3870267" cy="3333549"/>
          </a:xfrm>
        </p:spPr>
        <p:txBody>
          <a:bodyPr vert="horz" lIns="91440" tIns="45720" rIns="91440" bIns="45720" rtlCol="0">
            <a:normAutofit/>
          </a:bodyPr>
          <a:lstStyle>
            <a:lvl1pPr marL="342900" indent="-342900">
              <a:buFont typeface="+mj-lt"/>
              <a:buAutoNum type="arabicPeriod"/>
              <a:defRPr lang="en-US" sz="1600" dirty="0"/>
            </a:lvl1pPr>
            <a:lvl2pPr marL="571500" indent="-342900">
              <a:buFont typeface="+mj-lt"/>
              <a:buAutoNum type="arabicPeriod"/>
              <a:defRPr lang="en-US" dirty="0"/>
            </a:lvl2pPr>
            <a:lvl3pPr marL="800100" indent="-342900">
              <a:buFont typeface="+mj-lt"/>
              <a:buAutoNum type="arabicPeriod"/>
              <a:defRPr lang="en-US" dirty="0"/>
            </a:lvl3pPr>
            <a:lvl4pPr marL="1028700" indent="-342900">
              <a:buFont typeface="+mj-lt"/>
              <a:buAutoNum type="arabicPeriod"/>
              <a:defRPr lang="en-US" dirty="0"/>
            </a:lvl4pPr>
            <a:lvl5pPr marL="1257300" indent="-342900">
              <a:buFont typeface="+mj-lt"/>
              <a:buAutoNum type="arabicPeriod"/>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597833" y="6329172"/>
            <a:ext cx="2020539"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498169" y="6329172"/>
            <a:ext cx="1405916" cy="338328"/>
          </a:xfrm>
        </p:spPr>
        <p:txBody>
          <a:bodyPr/>
          <a:lstStyle>
            <a:lvl1pPr>
              <a:defRPr>
                <a:solidFill>
                  <a:schemeClr val="tx1"/>
                </a:solidFill>
                <a:effectLst/>
              </a:defRPr>
            </a:lvl1pPr>
          </a:lstStyle>
          <a:p>
            <a:fld id="{D7E3ECEC-7E7B-4FB9-BAE8-5C10F12795EA}" type="datetimeFigureOut">
              <a:rPr lang="en-US" smtClean="0"/>
              <a:t>3/31/2026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753355941"/>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Agenda with Picture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hasCustomPrompt="1"/>
          </p:nvPr>
        </p:nvSpPr>
        <p:spPr>
          <a:xfrm>
            <a:off x="208428" y="5434066"/>
            <a:ext cx="11259672" cy="1340631"/>
          </a:xfrm>
        </p:spPr>
        <p:txBody>
          <a:bodyPr anchor="ctr">
            <a:noAutofit/>
          </a:bodyPr>
          <a:lstStyle>
            <a:lvl1pPr>
              <a:lnSpc>
                <a:spcPct val="80000"/>
              </a:lnSpc>
              <a:defRPr sz="9200">
                <a:solidFill>
                  <a:schemeClr val="accent1"/>
                </a:solidFill>
              </a:defRPr>
            </a:lvl1pPr>
          </a:lstStyle>
          <a:p>
            <a:r>
              <a:rPr lang="en-US"/>
              <a:t>Agenda</a:t>
            </a:r>
          </a:p>
        </p:txBody>
      </p:sp>
      <p:sp>
        <p:nvSpPr>
          <p:cNvPr id="4" name="Picture Placeholder 3">
            <a:extLst>
              <a:ext uri="{FF2B5EF4-FFF2-40B4-BE49-F238E27FC236}">
                <a16:creationId xmlns:a16="http://schemas.microsoft.com/office/drawing/2014/main" id="{9A527762-C88B-23BA-9A3F-621F88C685CC}"/>
              </a:ext>
            </a:extLst>
          </p:cNvPr>
          <p:cNvSpPr>
            <a:spLocks noGrp="1"/>
          </p:cNvSpPr>
          <p:nvPr>
            <p:ph type="pic" sz="quarter" idx="15" hasCustomPrompt="1"/>
          </p:nvPr>
        </p:nvSpPr>
        <p:spPr>
          <a:xfrm>
            <a:off x="0" y="1"/>
            <a:ext cx="7075656" cy="5017475"/>
          </a:xfrm>
          <a:custGeom>
            <a:avLst/>
            <a:gdLst>
              <a:gd name="connsiteX0" fmla="*/ 0 w 7075656"/>
              <a:gd name="connsiteY0" fmla="*/ 0 h 5017475"/>
              <a:gd name="connsiteX1" fmla="*/ 7075656 w 7075656"/>
              <a:gd name="connsiteY1" fmla="*/ 0 h 5017475"/>
              <a:gd name="connsiteX2" fmla="*/ 7075656 w 7075656"/>
              <a:gd name="connsiteY2" fmla="*/ 4515953 h 5017475"/>
              <a:gd name="connsiteX3" fmla="*/ 6574134 w 7075656"/>
              <a:gd name="connsiteY3" fmla="*/ 5017475 h 5017475"/>
              <a:gd name="connsiteX4" fmla="*/ 0 w 7075656"/>
              <a:gd name="connsiteY4" fmla="*/ 5017475 h 5017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75656" h="5017475">
                <a:moveTo>
                  <a:pt x="0" y="0"/>
                </a:moveTo>
                <a:lnTo>
                  <a:pt x="7075656" y="0"/>
                </a:lnTo>
                <a:lnTo>
                  <a:pt x="7075656" y="4515953"/>
                </a:lnTo>
                <a:cubicBezTo>
                  <a:pt x="7075656" y="4792936"/>
                  <a:pt x="6851117" y="5017475"/>
                  <a:pt x="6574134" y="5017475"/>
                </a:cubicBezTo>
                <a:lnTo>
                  <a:pt x="0" y="5017475"/>
                </a:lnTo>
                <a:close/>
              </a:path>
            </a:pathLst>
          </a:custGeom>
          <a:blipFill>
            <a:blip r:embed="rId2">
              <a:alphaModFix amt="75000"/>
            </a:blip>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701094" y="791110"/>
            <a:ext cx="3767006" cy="4226366"/>
          </a:xfrm>
        </p:spPr>
        <p:txBody>
          <a:bodyPr vert="horz" lIns="91440" tIns="45720" rIns="91440" bIns="45720" rtlCol="0">
            <a:normAutofit/>
          </a:bodyPr>
          <a:lstStyle>
            <a:lvl1pPr marL="342900" indent="-342900">
              <a:buFont typeface="+mj-lt"/>
              <a:buAutoNum type="arabicPeriod"/>
              <a:defRPr lang="en-US" sz="1600" dirty="0"/>
            </a:lvl1pPr>
            <a:lvl2pPr marL="571500" indent="-342900">
              <a:buFont typeface="+mj-lt"/>
              <a:buAutoNum type="arabicPeriod"/>
              <a:defRPr lang="en-US" dirty="0"/>
            </a:lvl2pPr>
            <a:lvl3pPr marL="800100" indent="-342900">
              <a:buFont typeface="+mj-lt"/>
              <a:buAutoNum type="arabicPeriod"/>
              <a:defRPr lang="en-US" dirty="0"/>
            </a:lvl3pPr>
            <a:lvl4pPr marL="1028700" indent="-342900">
              <a:buFont typeface="+mj-lt"/>
              <a:buAutoNum type="arabicPeriod"/>
              <a:defRPr lang="en-US" dirty="0"/>
            </a:lvl4pPr>
            <a:lvl5pPr marL="1257300" indent="-342900">
              <a:buFont typeface="+mj-lt"/>
              <a:buAutoNum type="arabicPeriod"/>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701094" y="190984"/>
            <a:ext cx="2713574"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829799" y="190984"/>
            <a:ext cx="1074285" cy="338328"/>
          </a:xfrm>
        </p:spPr>
        <p:txBody>
          <a:bodyPr/>
          <a:lstStyle>
            <a:lvl1pPr>
              <a:defRPr>
                <a:solidFill>
                  <a:schemeClr val="tx1"/>
                </a:solidFill>
                <a:effectLst/>
              </a:defRPr>
            </a:lvl1pPr>
          </a:lstStyle>
          <a:p>
            <a:fld id="{D7E3ECEC-7E7B-4FB9-BAE8-5C10F12795EA}" type="datetimeFigureOut">
              <a:rPr lang="en-US" smtClean="0"/>
              <a:t>3/31/2026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50742" y="190984"/>
            <a:ext cx="457200" cy="338328"/>
          </a:xfrm>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520841456"/>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289871" y="1717296"/>
            <a:ext cx="5618603" cy="1189805"/>
          </a:xfrm>
        </p:spPr>
        <p:txBody>
          <a:bodyPr anchor="b">
            <a:normAutofit/>
          </a:bodyPr>
          <a:lstStyle>
            <a:lvl1pPr algn="ctr">
              <a:defRPr sz="2500"/>
            </a:lvl1pPr>
          </a:lstStyle>
          <a:p>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3884734" y="3138477"/>
            <a:ext cx="4428877" cy="2116570"/>
          </a:xfrm>
        </p:spPr>
        <p:txBody>
          <a:bodyPr vert="horz" lIns="91440" tIns="45720" rIns="91440" bIns="45720" rtlCol="0">
            <a:normAutofit/>
          </a:bodyPr>
          <a:lstStyle>
            <a:lvl1pPr marL="0" indent="0" algn="ctr">
              <a:buNone/>
              <a:defRPr lang="en-US" sz="1400" dirty="0"/>
            </a:lvl1pPr>
            <a:lvl2pPr marL="228600" indent="0" algn="ctr">
              <a:buNone/>
              <a:defRPr lang="en-US" sz="1200" dirty="0"/>
            </a:lvl2pPr>
            <a:lvl3pPr marL="457200" indent="0" algn="ctr">
              <a:buNone/>
              <a:defRPr lang="en-US" sz="1100" dirty="0"/>
            </a:lvl3pPr>
            <a:lvl4pPr marL="685800" indent="0" algn="ctr">
              <a:buNone/>
              <a:defRPr lang="en-US" sz="1100" dirty="0"/>
            </a:lvl4pPr>
            <a:lvl5pPr marL="914400" indent="0" algn="ctr">
              <a:buNone/>
              <a:defRPr lang="en-US" sz="11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7E3ECEC-7E7B-4FB9-BAE8-5C10F12795EA}" type="datetimeFigureOut">
              <a:rPr lang="en-US" smtClean="0"/>
              <a:t>3/31/2026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18586060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939160" y="1993392"/>
            <a:ext cx="3097924" cy="2160355"/>
          </a:xfrm>
        </p:spPr>
        <p:txBody>
          <a:bodyPr anchor="t">
            <a:normAutofit/>
          </a:bodyPr>
          <a:lstStyle>
            <a:lvl1pPr>
              <a:defRPr sz="25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439103" y="1993392"/>
            <a:ext cx="4856097" cy="353872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7E3ECEC-7E7B-4FB9-BAE8-5C10F12795EA}" type="datetimeFigureOut">
              <a:rPr lang="en-US" smtClean="0"/>
              <a:t>3/31/2026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7226009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642625" y="1508760"/>
            <a:ext cx="3390442" cy="2857500"/>
          </a:xfrm>
        </p:spPr>
        <p:txBody>
          <a:bodyPr anchor="t">
            <a:normAutofit/>
          </a:bodyPr>
          <a:lstStyle>
            <a:lvl1pPr>
              <a:defRPr sz="25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457596" y="1508760"/>
            <a:ext cx="5233669" cy="4131876"/>
          </a:xfrm>
        </p:spPr>
        <p:txBody>
          <a:bodyPr vert="horz" lIns="91440" tIns="45720" rIns="91440" bIns="45720" rtlCol="0">
            <a:normAutofit/>
          </a:bodyPr>
          <a:lstStyle>
            <a:lvl1pPr>
              <a:defRPr lang="en-US"/>
            </a:lvl1pPr>
            <a:lvl2pPr>
              <a:defRPr lang="en-US"/>
            </a:lvl2pPr>
            <a:lvl3pPr>
              <a:defRPr lang="en-US"/>
            </a:lvl3pPr>
            <a:lvl4pPr>
              <a:defRPr lang="en-US"/>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7E3ECEC-7E7B-4FB9-BAE8-5C10F12795EA}" type="datetimeFigureOut">
              <a:rPr lang="en-US" smtClean="0"/>
              <a:t>3/31/2026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74758897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219200" y="1097280"/>
            <a:ext cx="3205908" cy="3428174"/>
          </a:xfrm>
        </p:spPr>
        <p:txBody>
          <a:bodyPr anchor="t">
            <a:normAutofit/>
          </a:bodyPr>
          <a:lstStyle>
            <a:lvl1pPr>
              <a:defRPr sz="2500"/>
            </a:lvl1pPr>
          </a:lstStyle>
          <a:p>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846320" y="1098484"/>
            <a:ext cx="6126480" cy="5073716"/>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7E3ECEC-7E7B-4FB9-BAE8-5C10F12795EA}" type="datetimeFigureOut">
              <a:rPr lang="en-US" smtClean="0"/>
              <a:t>3/31/2026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17941750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68096" y="822960"/>
            <a:ext cx="3367238" cy="2031205"/>
          </a:xfrm>
        </p:spPr>
        <p:txBody>
          <a:bodyPr anchor="t">
            <a:normAutofit/>
          </a:bodyPr>
          <a:lstStyle>
            <a:lvl1pPr>
              <a:defRPr sz="25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494998" y="822960"/>
            <a:ext cx="7087401" cy="5349240"/>
          </a:xfrm>
        </p:spPr>
        <p:txBody>
          <a:bodyPr vert="horz" lIns="91440" tIns="45720" rIns="91440" bIns="45720" rtlCol="0">
            <a:normAutofit/>
          </a:bodyPr>
          <a:lstStyle>
            <a:lvl1pPr>
              <a:defRPr lang="en-US"/>
            </a:lvl1pPr>
            <a:lvl2pPr>
              <a:defRPr lang="en-US"/>
            </a:lvl2pPr>
            <a:lvl3pPr>
              <a:defRPr lang="en-US"/>
            </a:lvl3pPr>
            <a:lvl4pPr>
              <a:defRPr lang="en-US"/>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7E3ECEC-7E7B-4FB9-BAE8-5C10F12795EA}" type="datetimeFigureOut">
              <a:rPr lang="en-US" smtClean="0"/>
              <a:t>3/31/2026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161742060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60520" y="822960"/>
            <a:ext cx="7305005" cy="972657"/>
          </a:xfrm>
        </p:spPr>
        <p:txBody>
          <a:bodyPr anchor="t"/>
          <a:lstStyle/>
          <a:p>
            <a:r>
              <a:rPr lang="en-US"/>
              <a:t>Click to edit Master title style</a:t>
            </a:r>
          </a:p>
        </p:txBody>
      </p:sp>
      <p:sp>
        <p:nvSpPr>
          <p:cNvPr id="9" name="Picture Placeholder 8">
            <a:extLst>
              <a:ext uri="{FF2B5EF4-FFF2-40B4-BE49-F238E27FC236}">
                <a16:creationId xmlns:a16="http://schemas.microsoft.com/office/drawing/2014/main" id="{F1613FF0-3917-A83C-848B-3D1932393483}"/>
              </a:ext>
            </a:extLst>
          </p:cNvPr>
          <p:cNvSpPr>
            <a:spLocks noGrp="1"/>
          </p:cNvSpPr>
          <p:nvPr>
            <p:ph type="pic" sz="quarter" idx="15" hasCustomPrompt="1"/>
          </p:nvPr>
        </p:nvSpPr>
        <p:spPr>
          <a:xfrm>
            <a:off x="0" y="0"/>
            <a:ext cx="3493008" cy="6107204"/>
          </a:xfrm>
          <a:custGeom>
            <a:avLst/>
            <a:gdLst>
              <a:gd name="connsiteX0" fmla="*/ 0 w 3493008"/>
              <a:gd name="connsiteY0" fmla="*/ 0 h 6107204"/>
              <a:gd name="connsiteX1" fmla="*/ 3493008 w 3493008"/>
              <a:gd name="connsiteY1" fmla="*/ 0 h 6107204"/>
              <a:gd name="connsiteX2" fmla="*/ 3493008 w 3493008"/>
              <a:gd name="connsiteY2" fmla="*/ 5602161 h 6107204"/>
              <a:gd name="connsiteX3" fmla="*/ 2991486 w 3493008"/>
              <a:gd name="connsiteY3" fmla="*/ 6107204 h 6107204"/>
              <a:gd name="connsiteX4" fmla="*/ 0 w 3493008"/>
              <a:gd name="connsiteY4" fmla="*/ 6107204 h 6107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93008" h="6107204">
                <a:moveTo>
                  <a:pt x="0" y="0"/>
                </a:moveTo>
                <a:lnTo>
                  <a:pt x="3493008" y="0"/>
                </a:lnTo>
                <a:lnTo>
                  <a:pt x="3493008" y="5602161"/>
                </a:lnTo>
                <a:cubicBezTo>
                  <a:pt x="3493008" y="5881089"/>
                  <a:pt x="3268469" y="6107204"/>
                  <a:pt x="2991486" y="6107204"/>
                </a:cubicBezTo>
                <a:lnTo>
                  <a:pt x="0" y="6107204"/>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163095" y="1993392"/>
            <a:ext cx="7305005" cy="41208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D7E3ECEC-7E7B-4FB9-BAE8-5C10F12795EA}" type="datetimeFigureOut">
              <a:rPr lang="en-US" smtClean="0"/>
              <a:t>3/31/2026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11107413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8096" y="822960"/>
            <a:ext cx="7196328" cy="1068324"/>
          </a:xfrm>
        </p:spPr>
        <p:txBody>
          <a:bodyPr anchor="t"/>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68096" y="1996440"/>
            <a:ext cx="7196328" cy="40995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72090" y="6329172"/>
            <a:ext cx="2816835" cy="338328"/>
          </a:xfrm>
        </p:spPr>
        <p:txBody>
          <a:bodyPr/>
          <a:lstStyle>
            <a:lvl1pPr>
              <a:defRPr>
                <a:solidFill>
                  <a:schemeClr val="tx1"/>
                </a:solidFill>
                <a:effectLst/>
              </a:defRPr>
            </a:lvl1p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974104" y="6329172"/>
            <a:ext cx="2660904" cy="338328"/>
          </a:xfrm>
        </p:spPr>
        <p:txBody>
          <a:bodyPr/>
          <a:lstStyle/>
          <a:p>
            <a:fld id="{D7E3ECEC-7E7B-4FB9-BAE8-5C10F12795EA}" type="datetimeFigureOut">
              <a:rPr lang="en-US" smtClean="0"/>
              <a:t>3/31/2026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7809836" y="6329172"/>
            <a:ext cx="457200" cy="338328"/>
          </a:xfrm>
        </p:spPr>
        <p:txBody>
          <a:bodyPr/>
          <a:lstStyle>
            <a:lvl1pPr>
              <a:defRPr>
                <a:solidFill>
                  <a:schemeClr val="tx1"/>
                </a:solidFill>
                <a:effectLst/>
              </a:defRPr>
            </a:lvl1pPr>
          </a:lstStyle>
          <a:p>
            <a:fld id="{235F31FF-4816-4A7C-BAEE-4B5C41A91EB1}" type="slidenum">
              <a:rPr lang="en-US" smtClean="0"/>
              <a:t>‹#›</a:t>
            </a:fld>
            <a:endParaRPr lang="en-US"/>
          </a:p>
        </p:txBody>
      </p:sp>
      <p:sp>
        <p:nvSpPr>
          <p:cNvPr id="11" name="Picture Placeholder 10">
            <a:extLst>
              <a:ext uri="{FF2B5EF4-FFF2-40B4-BE49-F238E27FC236}">
                <a16:creationId xmlns:a16="http://schemas.microsoft.com/office/drawing/2014/main" id="{8BBFAFCD-BCC9-C2BB-355B-1D08B9A7708D}"/>
              </a:ext>
            </a:extLst>
          </p:cNvPr>
          <p:cNvSpPr>
            <a:spLocks noGrp="1"/>
          </p:cNvSpPr>
          <p:nvPr>
            <p:ph type="pic" sz="quarter" idx="15" hasCustomPrompt="1"/>
          </p:nvPr>
        </p:nvSpPr>
        <p:spPr>
          <a:xfrm>
            <a:off x="8698986" y="758460"/>
            <a:ext cx="3493014" cy="6099541"/>
          </a:xfrm>
          <a:custGeom>
            <a:avLst/>
            <a:gdLst>
              <a:gd name="connsiteX0" fmla="*/ 501522 w 3493014"/>
              <a:gd name="connsiteY0" fmla="*/ 0 h 6099541"/>
              <a:gd name="connsiteX1" fmla="*/ 3493014 w 3493014"/>
              <a:gd name="connsiteY1" fmla="*/ 0 h 6099541"/>
              <a:gd name="connsiteX2" fmla="*/ 3493014 w 3493014"/>
              <a:gd name="connsiteY2" fmla="*/ 6099541 h 6099541"/>
              <a:gd name="connsiteX3" fmla="*/ 0 w 3493014"/>
              <a:gd name="connsiteY3" fmla="*/ 6099541 h 6099541"/>
              <a:gd name="connsiteX4" fmla="*/ 0 w 3493014"/>
              <a:gd name="connsiteY4" fmla="*/ 501522 h 6099541"/>
              <a:gd name="connsiteX5" fmla="*/ 501522 w 3493014"/>
              <a:gd name="connsiteY5" fmla="*/ 0 h 609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93014" h="6099541">
                <a:moveTo>
                  <a:pt x="501522" y="0"/>
                </a:moveTo>
                <a:lnTo>
                  <a:pt x="3493014" y="0"/>
                </a:lnTo>
                <a:lnTo>
                  <a:pt x="3493014" y="6099541"/>
                </a:lnTo>
                <a:lnTo>
                  <a:pt x="0" y="6099541"/>
                </a:lnTo>
                <a:lnTo>
                  <a:pt x="0" y="501522"/>
                </a:lnTo>
                <a:cubicBezTo>
                  <a:pt x="0" y="224539"/>
                  <a:pt x="224539" y="0"/>
                  <a:pt x="501522" y="0"/>
                </a:cubicBezTo>
                <a:close/>
              </a:path>
            </a:pathLst>
          </a:custGeom>
          <a:blipFill>
            <a:blip r:embed="rId2">
              <a:alphaModFix amt="70000"/>
            </a:blip>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366700714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478799" y="374904"/>
            <a:ext cx="8029143" cy="914400"/>
          </a:xfrm>
        </p:spPr>
        <p:txBody>
          <a:bodyPr anchor="b"/>
          <a:lstStyle/>
          <a:p>
            <a:r>
              <a:rPr lang="en-US"/>
              <a:t>Click to edit Master title style</a:t>
            </a:r>
          </a:p>
        </p:txBody>
      </p:sp>
      <p:sp>
        <p:nvSpPr>
          <p:cNvPr id="11" name="Picture Placeholder 10">
            <a:extLst>
              <a:ext uri="{FF2B5EF4-FFF2-40B4-BE49-F238E27FC236}">
                <a16:creationId xmlns:a16="http://schemas.microsoft.com/office/drawing/2014/main" id="{640F6D4C-AB58-61E2-820C-26713F7162B4}"/>
              </a:ext>
            </a:extLst>
          </p:cNvPr>
          <p:cNvSpPr>
            <a:spLocks noGrp="1"/>
          </p:cNvSpPr>
          <p:nvPr>
            <p:ph type="pic" sz="quarter" idx="15" hasCustomPrompt="1"/>
          </p:nvPr>
        </p:nvSpPr>
        <p:spPr>
          <a:xfrm>
            <a:off x="1" y="0"/>
            <a:ext cx="2812577" cy="6096000"/>
          </a:xfrm>
          <a:custGeom>
            <a:avLst/>
            <a:gdLst>
              <a:gd name="connsiteX0" fmla="*/ 0 w 2812577"/>
              <a:gd name="connsiteY0" fmla="*/ 0 h 6096000"/>
              <a:gd name="connsiteX1" fmla="*/ 2812577 w 2812577"/>
              <a:gd name="connsiteY1" fmla="*/ 0 h 6096000"/>
              <a:gd name="connsiteX2" fmla="*/ 2812577 w 2812577"/>
              <a:gd name="connsiteY2" fmla="*/ 5594478 h 6096000"/>
              <a:gd name="connsiteX3" fmla="*/ 2311055 w 2812577"/>
              <a:gd name="connsiteY3" fmla="*/ 6096000 h 6096000"/>
              <a:gd name="connsiteX4" fmla="*/ 0 w 2812577"/>
              <a:gd name="connsiteY4" fmla="*/ 6096000 h 609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2577" h="6096000">
                <a:moveTo>
                  <a:pt x="0" y="0"/>
                </a:moveTo>
                <a:lnTo>
                  <a:pt x="2812577" y="0"/>
                </a:lnTo>
                <a:lnTo>
                  <a:pt x="2812577" y="5594478"/>
                </a:lnTo>
                <a:cubicBezTo>
                  <a:pt x="2812577" y="5871461"/>
                  <a:pt x="2588038" y="6096000"/>
                  <a:pt x="2311055" y="6096000"/>
                </a:cubicBezTo>
                <a:lnTo>
                  <a:pt x="0" y="6096000"/>
                </a:lnTo>
                <a:close/>
              </a:path>
            </a:pathLst>
          </a:custGeom>
          <a:blipFill>
            <a:blip r:embed="rId2">
              <a:alphaModFix amt="70000"/>
            </a:blip>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3478798" y="1444752"/>
            <a:ext cx="8029144" cy="47274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3478799" y="6329172"/>
            <a:ext cx="2699608" cy="338328"/>
          </a:xfrm>
        </p:spPr>
        <p:txBody>
          <a:bodyPr/>
          <a:lstStyle>
            <a:lvl1pPr>
              <a:defRPr>
                <a:solidFill>
                  <a:schemeClr val="tx1"/>
                </a:solidFill>
                <a:effectLst/>
              </a:defRPr>
            </a:lvl1p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291411" y="6329172"/>
            <a:ext cx="1612674" cy="338328"/>
          </a:xfrm>
        </p:spPr>
        <p:txBody>
          <a:bodyPr/>
          <a:lstStyle/>
          <a:p>
            <a:fld id="{D7E3ECEC-7E7B-4FB9-BAE8-5C10F12795EA}" type="datetimeFigureOut">
              <a:rPr lang="en-US" smtClean="0"/>
              <a:t>3/31/2026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202451876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8096" y="365760"/>
            <a:ext cx="7935953" cy="914400"/>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68096" y="1444752"/>
            <a:ext cx="7935953" cy="47274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11">
            <a:extLst>
              <a:ext uri="{FF2B5EF4-FFF2-40B4-BE49-F238E27FC236}">
                <a16:creationId xmlns:a16="http://schemas.microsoft.com/office/drawing/2014/main" id="{365D02ED-881B-AC26-9FB1-E0C7AC5229CD}"/>
              </a:ext>
            </a:extLst>
          </p:cNvPr>
          <p:cNvSpPr>
            <a:spLocks noGrp="1"/>
          </p:cNvSpPr>
          <p:nvPr>
            <p:ph type="pic" sz="quarter" idx="15" hasCustomPrompt="1"/>
          </p:nvPr>
        </p:nvSpPr>
        <p:spPr>
          <a:xfrm>
            <a:off x="9379423" y="0"/>
            <a:ext cx="2812577" cy="6096000"/>
          </a:xfrm>
          <a:custGeom>
            <a:avLst/>
            <a:gdLst>
              <a:gd name="connsiteX0" fmla="*/ 0 w 2812577"/>
              <a:gd name="connsiteY0" fmla="*/ 0 h 6096000"/>
              <a:gd name="connsiteX1" fmla="*/ 2812577 w 2812577"/>
              <a:gd name="connsiteY1" fmla="*/ 0 h 6096000"/>
              <a:gd name="connsiteX2" fmla="*/ 2812577 w 2812577"/>
              <a:gd name="connsiteY2" fmla="*/ 6096000 h 6096000"/>
              <a:gd name="connsiteX3" fmla="*/ 501522 w 2812577"/>
              <a:gd name="connsiteY3" fmla="*/ 6096000 h 6096000"/>
              <a:gd name="connsiteX4" fmla="*/ 0 w 2812577"/>
              <a:gd name="connsiteY4" fmla="*/ 5594478 h 609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2577" h="6096000">
                <a:moveTo>
                  <a:pt x="0" y="0"/>
                </a:moveTo>
                <a:lnTo>
                  <a:pt x="2812577" y="0"/>
                </a:lnTo>
                <a:lnTo>
                  <a:pt x="2812577" y="6096000"/>
                </a:lnTo>
                <a:lnTo>
                  <a:pt x="501522" y="6096000"/>
                </a:lnTo>
                <a:cubicBezTo>
                  <a:pt x="224539" y="6096000"/>
                  <a:pt x="0" y="5871461"/>
                  <a:pt x="0" y="5594478"/>
                </a:cubicBezTo>
                <a:close/>
              </a:path>
            </a:pathLst>
          </a:custGeom>
          <a:blipFill>
            <a:blip r:embed="rId2">
              <a:alphaModFix amt="70000"/>
            </a:blip>
            <a:stretch>
              <a:fillRect/>
            </a:stretch>
          </a:blipFill>
        </p:spPr>
        <p:txBody>
          <a:bodyPr wrap="square">
            <a:noAutofit/>
          </a:bodyPr>
          <a:lstStyle>
            <a:lvl1pPr marL="0" indent="0">
              <a:buNone/>
              <a:defRPr/>
            </a:lvl1pPr>
          </a:lstStyle>
          <a:p>
            <a:r>
              <a:rPr lang="en-US"/>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68096" y="6329172"/>
            <a:ext cx="2699608" cy="338328"/>
          </a:xfrm>
        </p:spPr>
        <p:txBody>
          <a:bodyPr/>
          <a:lstStyle>
            <a:lvl1pPr>
              <a:defRPr>
                <a:solidFill>
                  <a:schemeClr val="tx1"/>
                </a:solidFill>
                <a:effectLst/>
              </a:defRPr>
            </a:lvl1p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291411" y="6329172"/>
            <a:ext cx="1612674" cy="338328"/>
          </a:xfrm>
        </p:spPr>
        <p:txBody>
          <a:bodyPr/>
          <a:lstStyle/>
          <a:p>
            <a:fld id="{D7E3ECEC-7E7B-4FB9-BAE8-5C10F12795EA}" type="datetimeFigureOut">
              <a:rPr lang="en-US" smtClean="0"/>
              <a:t>3/31/2026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50742" y="6329172"/>
            <a:ext cx="457200" cy="338328"/>
          </a:xfrm>
        </p:spPr>
        <p:txBody>
          <a:bodyPr/>
          <a:lstStyle>
            <a:lvl1pPr>
              <a:defRPr>
                <a:solidFill>
                  <a:schemeClr val="tx1"/>
                </a:solidFill>
                <a:effectLst/>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269242215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1301" y="822960"/>
            <a:ext cx="5986799" cy="1092104"/>
          </a:xfrm>
        </p:spPr>
        <p:txBody>
          <a:bodyPr anchor="t"/>
          <a:lstStyle/>
          <a:p>
            <a:r>
              <a:rPr lang="en-US"/>
              <a:t>Click to edit Master title style</a:t>
            </a:r>
          </a:p>
        </p:txBody>
      </p:sp>
      <p:sp>
        <p:nvSpPr>
          <p:cNvPr id="4" name="Picture Placeholder 3">
            <a:extLst>
              <a:ext uri="{FF2B5EF4-FFF2-40B4-BE49-F238E27FC236}">
                <a16:creationId xmlns:a16="http://schemas.microsoft.com/office/drawing/2014/main" id="{3253D553-C5F3-3129-9E70-5FFBFDC9ECE7}"/>
              </a:ext>
            </a:extLst>
          </p:cNvPr>
          <p:cNvSpPr>
            <a:spLocks noGrp="1"/>
          </p:cNvSpPr>
          <p:nvPr>
            <p:ph type="pic" sz="quarter" idx="15" hasCustomPrompt="1"/>
          </p:nvPr>
        </p:nvSpPr>
        <p:spPr>
          <a:xfrm>
            <a:off x="0" y="0"/>
            <a:ext cx="4785141" cy="6096000"/>
          </a:xfrm>
          <a:custGeom>
            <a:avLst/>
            <a:gdLst>
              <a:gd name="connsiteX0" fmla="*/ 0 w 4785141"/>
              <a:gd name="connsiteY0" fmla="*/ 0 h 6096000"/>
              <a:gd name="connsiteX1" fmla="*/ 4785141 w 4785141"/>
              <a:gd name="connsiteY1" fmla="*/ 0 h 6096000"/>
              <a:gd name="connsiteX2" fmla="*/ 4785141 w 4785141"/>
              <a:gd name="connsiteY2" fmla="*/ 5594478 h 6096000"/>
              <a:gd name="connsiteX3" fmla="*/ 4283619 w 4785141"/>
              <a:gd name="connsiteY3" fmla="*/ 6096000 h 6096000"/>
              <a:gd name="connsiteX4" fmla="*/ 0 w 4785141"/>
              <a:gd name="connsiteY4" fmla="*/ 6096000 h 609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5141" h="6096000">
                <a:moveTo>
                  <a:pt x="0" y="0"/>
                </a:moveTo>
                <a:lnTo>
                  <a:pt x="4785141" y="0"/>
                </a:lnTo>
                <a:lnTo>
                  <a:pt x="4785141" y="5594478"/>
                </a:lnTo>
                <a:cubicBezTo>
                  <a:pt x="4785141" y="5871461"/>
                  <a:pt x="4560602" y="6096000"/>
                  <a:pt x="4283619" y="6096000"/>
                </a:cubicBezTo>
                <a:lnTo>
                  <a:pt x="0" y="6096000"/>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5481302" y="1996440"/>
            <a:ext cx="5986798" cy="40995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D7E3ECEC-7E7B-4FB9-BAE8-5C10F12795EA}" type="datetimeFigureOut">
              <a:rPr lang="en-US" smtClean="0"/>
              <a:t>3/31/2026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9857303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71726" y="822960"/>
            <a:ext cx="6140334" cy="973212"/>
          </a:xfrm>
        </p:spPr>
        <p:txBody>
          <a:bodyPr anchor="t"/>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71725" y="1996440"/>
            <a:ext cx="6140335" cy="40992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31088019-00EC-C5EE-FDBA-3FD6E5C52EF8}"/>
              </a:ext>
            </a:extLst>
          </p:cNvPr>
          <p:cNvSpPr>
            <a:spLocks noGrp="1"/>
          </p:cNvSpPr>
          <p:nvPr>
            <p:ph type="pic" sz="quarter" idx="15" hasCustomPrompt="1"/>
          </p:nvPr>
        </p:nvSpPr>
        <p:spPr>
          <a:xfrm>
            <a:off x="7619999" y="0"/>
            <a:ext cx="4572001" cy="6095689"/>
          </a:xfrm>
          <a:custGeom>
            <a:avLst/>
            <a:gdLst>
              <a:gd name="connsiteX0" fmla="*/ 0 w 4572001"/>
              <a:gd name="connsiteY0" fmla="*/ 0 h 6095689"/>
              <a:gd name="connsiteX1" fmla="*/ 4572001 w 4572001"/>
              <a:gd name="connsiteY1" fmla="*/ 0 h 6095689"/>
              <a:gd name="connsiteX2" fmla="*/ 4572001 w 4572001"/>
              <a:gd name="connsiteY2" fmla="*/ 6095689 h 6095689"/>
              <a:gd name="connsiteX3" fmla="*/ 501522 w 4572001"/>
              <a:gd name="connsiteY3" fmla="*/ 6095689 h 6095689"/>
              <a:gd name="connsiteX4" fmla="*/ 0 w 4572001"/>
              <a:gd name="connsiteY4" fmla="*/ 5590205 h 60956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1" h="6095689">
                <a:moveTo>
                  <a:pt x="0" y="0"/>
                </a:moveTo>
                <a:lnTo>
                  <a:pt x="4572001" y="0"/>
                </a:lnTo>
                <a:lnTo>
                  <a:pt x="4572001" y="6095689"/>
                </a:lnTo>
                <a:lnTo>
                  <a:pt x="501522" y="6095689"/>
                </a:lnTo>
                <a:cubicBezTo>
                  <a:pt x="224539" y="6095689"/>
                  <a:pt x="0" y="5869376"/>
                  <a:pt x="0" y="5590205"/>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a:t> </a:t>
            </a:r>
          </a:p>
        </p:txBody>
      </p:sp>
      <p:sp>
        <p:nvSpPr>
          <p:cNvPr id="9" name="Footer Placeholder 8">
            <a:extLst>
              <a:ext uri="{FF2B5EF4-FFF2-40B4-BE49-F238E27FC236}">
                <a16:creationId xmlns:a16="http://schemas.microsoft.com/office/drawing/2014/main" id="{F1B30B23-B6C4-3723-57BA-D70C99D0320B}"/>
              </a:ext>
            </a:extLst>
          </p:cNvPr>
          <p:cNvSpPr>
            <a:spLocks noGrp="1"/>
          </p:cNvSpPr>
          <p:nvPr>
            <p:ph type="ftr" sz="quarter" idx="17"/>
          </p:nvPr>
        </p:nvSpPr>
        <p:spPr/>
        <p:txBody>
          <a:bodyPr/>
          <a:lstStyle/>
          <a:p>
            <a:endParaRPr lang="en-US"/>
          </a:p>
        </p:txBody>
      </p:sp>
      <p:sp>
        <p:nvSpPr>
          <p:cNvPr id="3" name="Date Placeholder 2">
            <a:extLst>
              <a:ext uri="{FF2B5EF4-FFF2-40B4-BE49-F238E27FC236}">
                <a16:creationId xmlns:a16="http://schemas.microsoft.com/office/drawing/2014/main" id="{B5CB376B-27E9-4CDA-655E-2AE645F1DE44}"/>
              </a:ext>
            </a:extLst>
          </p:cNvPr>
          <p:cNvSpPr>
            <a:spLocks noGrp="1"/>
          </p:cNvSpPr>
          <p:nvPr>
            <p:ph type="dt" sz="half" idx="16"/>
          </p:nvPr>
        </p:nvSpPr>
        <p:spPr/>
        <p:txBody>
          <a:bodyPr/>
          <a:lstStyle/>
          <a:p>
            <a:fld id="{D7E3ECEC-7E7B-4FB9-BAE8-5C10F12795EA}" type="datetimeFigureOut">
              <a:rPr lang="en-US" smtClean="0"/>
              <a:t>3/31/2026</a:t>
            </a:fld>
            <a:endParaRPr lang="en-US"/>
          </a:p>
        </p:txBody>
      </p:sp>
      <p:sp>
        <p:nvSpPr>
          <p:cNvPr id="10" name="Slide Number Placeholder 9">
            <a:extLst>
              <a:ext uri="{FF2B5EF4-FFF2-40B4-BE49-F238E27FC236}">
                <a16:creationId xmlns:a16="http://schemas.microsoft.com/office/drawing/2014/main" id="{4EC5A43C-DD1F-E7E6-BBC8-F953BC288BB0}"/>
              </a:ext>
            </a:extLst>
          </p:cNvPr>
          <p:cNvSpPr>
            <a:spLocks noGrp="1"/>
          </p:cNvSpPr>
          <p:nvPr>
            <p:ph type="sldNum" sz="quarter" idx="18"/>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91935064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223912" y="822960"/>
            <a:ext cx="4243345" cy="1089702"/>
          </a:xfrm>
        </p:spPr>
        <p:txBody>
          <a:bodyPr anchor="t"/>
          <a:lstStyle/>
          <a:p>
            <a:r>
              <a:rPr lang="en-US"/>
              <a:t>Click to edit Master title style</a:t>
            </a:r>
          </a:p>
        </p:txBody>
      </p:sp>
      <p:sp>
        <p:nvSpPr>
          <p:cNvPr id="3" name="Picture Placeholder 2">
            <a:extLst>
              <a:ext uri="{FF2B5EF4-FFF2-40B4-BE49-F238E27FC236}">
                <a16:creationId xmlns:a16="http://schemas.microsoft.com/office/drawing/2014/main" id="{4DBFBCB5-4A7B-F7B3-9AAF-F908FB128AB0}"/>
              </a:ext>
            </a:extLst>
          </p:cNvPr>
          <p:cNvSpPr>
            <a:spLocks noGrp="1"/>
          </p:cNvSpPr>
          <p:nvPr>
            <p:ph type="pic" sz="quarter" idx="15" hasCustomPrompt="1"/>
          </p:nvPr>
        </p:nvSpPr>
        <p:spPr>
          <a:xfrm>
            <a:off x="0" y="0"/>
            <a:ext cx="6548534" cy="6100464"/>
          </a:xfrm>
          <a:custGeom>
            <a:avLst/>
            <a:gdLst>
              <a:gd name="connsiteX0" fmla="*/ 0 w 6548534"/>
              <a:gd name="connsiteY0" fmla="*/ 0 h 6100464"/>
              <a:gd name="connsiteX1" fmla="*/ 6548534 w 6548534"/>
              <a:gd name="connsiteY1" fmla="*/ 0 h 6100464"/>
              <a:gd name="connsiteX2" fmla="*/ 6548534 w 6548534"/>
              <a:gd name="connsiteY2" fmla="*/ 5595865 h 6100464"/>
              <a:gd name="connsiteX3" fmla="*/ 6047012 w 6548534"/>
              <a:gd name="connsiteY3" fmla="*/ 6100464 h 6100464"/>
              <a:gd name="connsiteX4" fmla="*/ 0 w 6548534"/>
              <a:gd name="connsiteY4" fmla="*/ 6100464 h 61004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8534" h="6100464">
                <a:moveTo>
                  <a:pt x="0" y="0"/>
                </a:moveTo>
                <a:lnTo>
                  <a:pt x="6548534" y="0"/>
                </a:lnTo>
                <a:lnTo>
                  <a:pt x="6548534" y="5595865"/>
                </a:lnTo>
                <a:cubicBezTo>
                  <a:pt x="6548534" y="5874548"/>
                  <a:pt x="6323995" y="6100464"/>
                  <a:pt x="6047012" y="6100464"/>
                </a:cubicBezTo>
                <a:lnTo>
                  <a:pt x="0" y="6100464"/>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223069" y="1988820"/>
            <a:ext cx="4244188" cy="41116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B8F54AB8-6B4D-C00F-7A9F-6627E7066D2A}"/>
              </a:ext>
            </a:extLst>
          </p:cNvPr>
          <p:cNvSpPr>
            <a:spLocks noGrp="1"/>
          </p:cNvSpPr>
          <p:nvPr>
            <p:ph type="ftr" sz="quarter" idx="17"/>
          </p:nvPr>
        </p:nvSpPr>
        <p:spPr/>
        <p:txBody>
          <a:bodyPr/>
          <a:lstStyle/>
          <a:p>
            <a:endParaRPr lang="en-US"/>
          </a:p>
        </p:txBody>
      </p:sp>
      <p:sp>
        <p:nvSpPr>
          <p:cNvPr id="4" name="Date Placeholder 3">
            <a:extLst>
              <a:ext uri="{FF2B5EF4-FFF2-40B4-BE49-F238E27FC236}">
                <a16:creationId xmlns:a16="http://schemas.microsoft.com/office/drawing/2014/main" id="{DC218C63-B1E1-78F4-CF24-6991FB09C1C4}"/>
              </a:ext>
            </a:extLst>
          </p:cNvPr>
          <p:cNvSpPr>
            <a:spLocks noGrp="1"/>
          </p:cNvSpPr>
          <p:nvPr>
            <p:ph type="dt" sz="half" idx="16"/>
          </p:nvPr>
        </p:nvSpPr>
        <p:spPr/>
        <p:txBody>
          <a:bodyPr/>
          <a:lstStyle/>
          <a:p>
            <a:fld id="{D7E3ECEC-7E7B-4FB9-BAE8-5C10F12795EA}" type="datetimeFigureOut">
              <a:rPr lang="en-US" smtClean="0"/>
              <a:t>3/31/2026</a:t>
            </a:fld>
            <a:endParaRPr lang="en-US"/>
          </a:p>
        </p:txBody>
      </p:sp>
      <p:sp>
        <p:nvSpPr>
          <p:cNvPr id="10" name="Slide Number Placeholder 9">
            <a:extLst>
              <a:ext uri="{FF2B5EF4-FFF2-40B4-BE49-F238E27FC236}">
                <a16:creationId xmlns:a16="http://schemas.microsoft.com/office/drawing/2014/main" id="{BD268E9B-F4A2-5ABF-D43A-3BF4DCADB3FB}"/>
              </a:ext>
            </a:extLst>
          </p:cNvPr>
          <p:cNvSpPr>
            <a:spLocks noGrp="1"/>
          </p:cNvSpPr>
          <p:nvPr>
            <p:ph type="sldNum" sz="quarter" idx="18"/>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194448490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71724" y="822961"/>
            <a:ext cx="4177554" cy="1031240"/>
          </a:xfrm>
        </p:spPr>
        <p:txBody>
          <a:bodyPr anchor="t"/>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71725" y="1993392"/>
            <a:ext cx="4177553" cy="41026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CD2D7B58-DFF6-BC00-8544-64FC5F7EED57}"/>
              </a:ext>
            </a:extLst>
          </p:cNvPr>
          <p:cNvSpPr>
            <a:spLocks noGrp="1"/>
          </p:cNvSpPr>
          <p:nvPr>
            <p:ph type="pic" sz="quarter" idx="15" hasCustomPrompt="1"/>
          </p:nvPr>
        </p:nvSpPr>
        <p:spPr>
          <a:xfrm>
            <a:off x="5643722" y="0"/>
            <a:ext cx="6548279" cy="6105855"/>
          </a:xfrm>
          <a:custGeom>
            <a:avLst/>
            <a:gdLst>
              <a:gd name="connsiteX0" fmla="*/ 0 w 6548279"/>
              <a:gd name="connsiteY0" fmla="*/ 0 h 6105855"/>
              <a:gd name="connsiteX1" fmla="*/ 6548279 w 6548279"/>
              <a:gd name="connsiteY1" fmla="*/ 0 h 6105855"/>
              <a:gd name="connsiteX2" fmla="*/ 6548279 w 6548279"/>
              <a:gd name="connsiteY2" fmla="*/ 6105855 h 6105855"/>
              <a:gd name="connsiteX3" fmla="*/ 501522 w 6548279"/>
              <a:gd name="connsiteY3" fmla="*/ 6105855 h 6105855"/>
              <a:gd name="connsiteX4" fmla="*/ 0 w 6548279"/>
              <a:gd name="connsiteY4" fmla="*/ 5600680 h 61058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8279" h="6105855">
                <a:moveTo>
                  <a:pt x="0" y="0"/>
                </a:moveTo>
                <a:lnTo>
                  <a:pt x="6548279" y="0"/>
                </a:lnTo>
                <a:lnTo>
                  <a:pt x="6548279" y="6105855"/>
                </a:lnTo>
                <a:lnTo>
                  <a:pt x="501522" y="6105855"/>
                </a:lnTo>
                <a:cubicBezTo>
                  <a:pt x="224539" y="6105855"/>
                  <a:pt x="0" y="5879680"/>
                  <a:pt x="0" y="5600680"/>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7E3ECEC-7E7B-4FB9-BAE8-5C10F12795EA}" type="datetimeFigureOut">
              <a:rPr lang="en-US" smtClean="0"/>
              <a:t>3/31/2026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20482965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223912" y="822960"/>
            <a:ext cx="4243345" cy="1089702"/>
          </a:xfrm>
        </p:spPr>
        <p:txBody>
          <a:bodyPr anchor="t"/>
          <a:lstStyle/>
          <a:p>
            <a:r>
              <a:rPr lang="en-US"/>
              <a:t>Click to edit Master title style</a:t>
            </a:r>
          </a:p>
        </p:txBody>
      </p:sp>
      <p:sp>
        <p:nvSpPr>
          <p:cNvPr id="19" name="Picture Placeholder 18">
            <a:extLst>
              <a:ext uri="{FF2B5EF4-FFF2-40B4-BE49-F238E27FC236}">
                <a16:creationId xmlns:a16="http://schemas.microsoft.com/office/drawing/2014/main" id="{03AE08AD-600E-B6CB-33D0-F11CE0529C45}"/>
              </a:ext>
            </a:extLst>
          </p:cNvPr>
          <p:cNvSpPr>
            <a:spLocks noGrp="1"/>
          </p:cNvSpPr>
          <p:nvPr>
            <p:ph type="pic" sz="quarter" idx="15" hasCustomPrompt="1"/>
          </p:nvPr>
        </p:nvSpPr>
        <p:spPr>
          <a:xfrm>
            <a:off x="1" y="765214"/>
            <a:ext cx="6559827" cy="6092786"/>
          </a:xfrm>
          <a:custGeom>
            <a:avLst/>
            <a:gdLst>
              <a:gd name="connsiteX0" fmla="*/ 0 w 6559827"/>
              <a:gd name="connsiteY0" fmla="*/ 0 h 6092786"/>
              <a:gd name="connsiteX1" fmla="*/ 6058305 w 6559827"/>
              <a:gd name="connsiteY1" fmla="*/ 0 h 6092786"/>
              <a:gd name="connsiteX2" fmla="*/ 6559827 w 6559827"/>
              <a:gd name="connsiteY2" fmla="*/ 501522 h 6092786"/>
              <a:gd name="connsiteX3" fmla="*/ 6559827 w 6559827"/>
              <a:gd name="connsiteY3" fmla="*/ 6092786 h 6092786"/>
              <a:gd name="connsiteX4" fmla="*/ 0 w 6559827"/>
              <a:gd name="connsiteY4" fmla="*/ 6092786 h 60927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59827" h="6092786">
                <a:moveTo>
                  <a:pt x="0" y="0"/>
                </a:moveTo>
                <a:lnTo>
                  <a:pt x="6058305" y="0"/>
                </a:lnTo>
                <a:cubicBezTo>
                  <a:pt x="6335288" y="0"/>
                  <a:pt x="6559827" y="224539"/>
                  <a:pt x="6559827" y="501522"/>
                </a:cubicBezTo>
                <a:lnTo>
                  <a:pt x="6559827" y="6092786"/>
                </a:lnTo>
                <a:lnTo>
                  <a:pt x="0" y="6092786"/>
                </a:lnTo>
                <a:close/>
              </a:path>
            </a:pathLst>
          </a:custGeom>
          <a:blipFill>
            <a:blip r:embed="rId2">
              <a:alphaModFix amt="70000"/>
            </a:blip>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223069" y="1988820"/>
            <a:ext cx="4244188" cy="41071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223069" y="6329172"/>
            <a:ext cx="2816835"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601199" y="6329172"/>
            <a:ext cx="1387589" cy="338328"/>
          </a:xfrm>
        </p:spPr>
        <p:txBody>
          <a:bodyPr/>
          <a:lstStyle>
            <a:lvl1pPr>
              <a:defRPr>
                <a:solidFill>
                  <a:schemeClr val="tx1"/>
                </a:solidFill>
                <a:effectLst/>
              </a:defRPr>
            </a:lvl1pPr>
          </a:lstStyle>
          <a:p>
            <a:fld id="{D7E3ECEC-7E7B-4FB9-BAE8-5C10F12795EA}" type="datetimeFigureOut">
              <a:rPr lang="en-US" smtClean="0"/>
              <a:t>3/31/2026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55096" y="6329172"/>
            <a:ext cx="454437" cy="338328"/>
          </a:xfrm>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25921342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8096" y="822324"/>
            <a:ext cx="2959272" cy="1630841"/>
          </a:xfrm>
        </p:spPr>
        <p:txBody>
          <a:bodyPr anchor="t"/>
          <a:lstStyle/>
          <a:p>
            <a:r>
              <a:rPr lang="en-US"/>
              <a:t>Click to edit Master title style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68096" y="2590800"/>
            <a:ext cx="2959272" cy="3505200"/>
          </a:xfrm>
        </p:spPr>
        <p:txBody>
          <a:bodyPr vert="horz" lIns="91440" tIns="45720" rIns="91440" bIns="45720" rtlCol="0">
            <a:normAutofit/>
          </a:bodyPr>
          <a:lstStyle>
            <a:lvl1pPr marL="285750" indent="-285750">
              <a:buFont typeface="Arial" panose="020B0604020202020204" pitchFamily="34" charset="0"/>
              <a:buChar char="•"/>
              <a:defRPr lang="en-US" dirty="0"/>
            </a:lvl1pPr>
            <a:lvl2pPr marL="400050" indent="-171450">
              <a:buFont typeface="Arial" panose="020B0604020202020204" pitchFamily="34" charset="0"/>
              <a:buChar char="•"/>
              <a:defRPr lang="en-US" dirty="0"/>
            </a:lvl2pPr>
            <a:lvl3pPr marL="628650" indent="-171450">
              <a:buFont typeface="Arial" panose="020B0604020202020204" pitchFamily="34" charset="0"/>
              <a:buChar char="•"/>
              <a:defRPr lang="en-US" dirty="0"/>
            </a:lvl3pPr>
            <a:lvl4pPr marL="857250" indent="-171450">
              <a:buFont typeface="Arial" panose="020B0604020202020204" pitchFamily="34" charset="0"/>
              <a:buChar char="•"/>
              <a:defRPr lang="en-US" dirty="0"/>
            </a:lvl4pPr>
            <a:lvl5pPr marL="1085850" indent="-171450">
              <a:buFont typeface="Arial" panose="020B0604020202020204" pitchFamily="34" charset="0"/>
              <a:buChar cha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68096" y="6327648"/>
            <a:ext cx="1833677"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2601773" y="6318659"/>
            <a:ext cx="1092885" cy="338328"/>
          </a:xfrm>
        </p:spPr>
        <p:txBody>
          <a:bodyPr/>
          <a:lstStyle>
            <a:lvl1pPr>
              <a:defRPr>
                <a:solidFill>
                  <a:schemeClr val="tx1"/>
                </a:solidFill>
                <a:effectLst/>
              </a:defRPr>
            </a:lvl1pPr>
          </a:lstStyle>
          <a:p>
            <a:fld id="{D7E3ECEC-7E7B-4FB9-BAE8-5C10F12795EA}" type="datetimeFigureOut">
              <a:rPr lang="en-US" smtClean="0"/>
              <a:t>3/31/2026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694658" y="6318659"/>
            <a:ext cx="457200" cy="338328"/>
          </a:xfrm>
        </p:spPr>
        <p:txBody>
          <a:bodyPr/>
          <a:lstStyle/>
          <a:p>
            <a:fld id="{235F31FF-4816-4A7C-BAEE-4B5C41A91EB1}" type="slidenum">
              <a:rPr lang="en-US" smtClean="0"/>
              <a:t>‹#›</a:t>
            </a:fld>
            <a:endParaRPr lang="en-US"/>
          </a:p>
        </p:txBody>
      </p:sp>
      <p:sp>
        <p:nvSpPr>
          <p:cNvPr id="12" name="Picture Placeholder 11">
            <a:extLst>
              <a:ext uri="{FF2B5EF4-FFF2-40B4-BE49-F238E27FC236}">
                <a16:creationId xmlns:a16="http://schemas.microsoft.com/office/drawing/2014/main" id="{0A8E9606-29A0-9DB6-D153-C4863559DC60}"/>
              </a:ext>
            </a:extLst>
          </p:cNvPr>
          <p:cNvSpPr>
            <a:spLocks noGrp="1"/>
          </p:cNvSpPr>
          <p:nvPr>
            <p:ph type="pic" sz="quarter" idx="15" hasCustomPrompt="1"/>
          </p:nvPr>
        </p:nvSpPr>
        <p:spPr>
          <a:xfrm>
            <a:off x="4383033" y="765213"/>
            <a:ext cx="7808967" cy="6092787"/>
          </a:xfrm>
          <a:custGeom>
            <a:avLst/>
            <a:gdLst>
              <a:gd name="connsiteX0" fmla="*/ 501522 w 7808967"/>
              <a:gd name="connsiteY0" fmla="*/ 0 h 6092787"/>
              <a:gd name="connsiteX1" fmla="*/ 7808967 w 7808967"/>
              <a:gd name="connsiteY1" fmla="*/ 0 h 6092787"/>
              <a:gd name="connsiteX2" fmla="*/ 7808967 w 7808967"/>
              <a:gd name="connsiteY2" fmla="*/ 6092787 h 6092787"/>
              <a:gd name="connsiteX3" fmla="*/ 0 w 7808967"/>
              <a:gd name="connsiteY3" fmla="*/ 6092787 h 6092787"/>
              <a:gd name="connsiteX4" fmla="*/ 0 w 7808967"/>
              <a:gd name="connsiteY4" fmla="*/ 501522 h 6092787"/>
              <a:gd name="connsiteX5" fmla="*/ 501522 w 7808967"/>
              <a:gd name="connsiteY5" fmla="*/ 0 h 6092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808967" h="6092787">
                <a:moveTo>
                  <a:pt x="501522" y="0"/>
                </a:moveTo>
                <a:lnTo>
                  <a:pt x="7808967" y="0"/>
                </a:lnTo>
                <a:lnTo>
                  <a:pt x="7808967" y="6092787"/>
                </a:lnTo>
                <a:lnTo>
                  <a:pt x="0" y="6092787"/>
                </a:lnTo>
                <a:lnTo>
                  <a:pt x="0" y="501522"/>
                </a:lnTo>
                <a:cubicBezTo>
                  <a:pt x="0" y="224539"/>
                  <a:pt x="224539" y="0"/>
                  <a:pt x="501522" y="0"/>
                </a:cubicBezTo>
                <a:close/>
              </a:path>
            </a:pathLst>
          </a:custGeom>
          <a:blipFill>
            <a:blip r:embed="rId2">
              <a:alphaModFix amt="70000"/>
            </a:blip>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372353988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8096" y="4842437"/>
            <a:ext cx="3636745" cy="1253564"/>
          </a:xfrm>
        </p:spPr>
        <p:txBody>
          <a:bodyPr anchor="t">
            <a:noAutofit/>
          </a:bodyPr>
          <a:lstStyle>
            <a:lvl1pPr>
              <a:defRPr sz="2500"/>
            </a:lvl1pPr>
          </a:lstStyle>
          <a:p>
            <a:r>
              <a:rPr lang="en-US"/>
              <a:t>Click to edit Master title style</a:t>
            </a:r>
          </a:p>
        </p:txBody>
      </p:sp>
      <p:sp>
        <p:nvSpPr>
          <p:cNvPr id="9" name="Picture Placeholder 3">
            <a:extLst>
              <a:ext uri="{FF2B5EF4-FFF2-40B4-BE49-F238E27FC236}">
                <a16:creationId xmlns:a16="http://schemas.microsoft.com/office/drawing/2014/main" id="{D90D792C-BF4F-3E3A-5C82-8AA602818235}"/>
              </a:ext>
            </a:extLst>
          </p:cNvPr>
          <p:cNvSpPr>
            <a:spLocks noGrp="1"/>
          </p:cNvSpPr>
          <p:nvPr>
            <p:ph type="pic" sz="quarter" idx="15" hasCustomPrompt="1"/>
          </p:nvPr>
        </p:nvSpPr>
        <p:spPr>
          <a:xfrm>
            <a:off x="0" y="0"/>
            <a:ext cx="11468100" cy="4354140"/>
          </a:xfrm>
          <a:custGeom>
            <a:avLst/>
            <a:gdLst>
              <a:gd name="connsiteX0" fmla="*/ 0 w 11468100"/>
              <a:gd name="connsiteY0" fmla="*/ 0 h 4354140"/>
              <a:gd name="connsiteX1" fmla="*/ 11468100 w 11468100"/>
              <a:gd name="connsiteY1" fmla="*/ 0 h 4354140"/>
              <a:gd name="connsiteX2" fmla="*/ 11468100 w 11468100"/>
              <a:gd name="connsiteY2" fmla="*/ 3852618 h 4354140"/>
              <a:gd name="connsiteX3" fmla="*/ 10965387 w 11468100"/>
              <a:gd name="connsiteY3" fmla="*/ 4354140 h 4354140"/>
              <a:gd name="connsiteX4" fmla="*/ 0 w 11468100"/>
              <a:gd name="connsiteY4" fmla="*/ 4354140 h 43541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68100" h="4354140">
                <a:moveTo>
                  <a:pt x="0" y="0"/>
                </a:moveTo>
                <a:lnTo>
                  <a:pt x="11468100" y="0"/>
                </a:lnTo>
                <a:lnTo>
                  <a:pt x="11468100" y="3852618"/>
                </a:lnTo>
                <a:cubicBezTo>
                  <a:pt x="11468100" y="4129601"/>
                  <a:pt x="11243028" y="4354140"/>
                  <a:pt x="10965387" y="4354140"/>
                </a:cubicBezTo>
                <a:lnTo>
                  <a:pt x="0" y="4354140"/>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889635" y="4854632"/>
            <a:ext cx="6579807" cy="1393767"/>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7E3ECEC-7E7B-4FB9-BAE8-5C10F12795EA}" type="datetimeFigureOut">
              <a:rPr lang="en-US" smtClean="0"/>
              <a:t>3/31/2026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38906856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72090" y="4095740"/>
            <a:ext cx="3242191" cy="1704459"/>
          </a:xfrm>
        </p:spPr>
        <p:txBody>
          <a:bodyPr anchor="t">
            <a:noAutofit/>
          </a:bodyPr>
          <a:lstStyle>
            <a:lvl1pPr>
              <a:defRPr sz="2500"/>
            </a:lvl1pPr>
          </a:lstStyle>
          <a:p>
            <a:r>
              <a:rPr lang="en-US"/>
              <a:t>Click to edit Master title style</a:t>
            </a:r>
          </a:p>
        </p:txBody>
      </p:sp>
      <p:sp>
        <p:nvSpPr>
          <p:cNvPr id="9" name="Picture Placeholder 8">
            <a:extLst>
              <a:ext uri="{FF2B5EF4-FFF2-40B4-BE49-F238E27FC236}">
                <a16:creationId xmlns:a16="http://schemas.microsoft.com/office/drawing/2014/main" id="{C842B8C5-7416-8C92-3E56-737867305A74}"/>
              </a:ext>
            </a:extLst>
          </p:cNvPr>
          <p:cNvSpPr>
            <a:spLocks noGrp="1"/>
          </p:cNvSpPr>
          <p:nvPr>
            <p:ph type="pic" sz="quarter" idx="15" hasCustomPrompt="1"/>
          </p:nvPr>
        </p:nvSpPr>
        <p:spPr>
          <a:xfrm>
            <a:off x="0" y="0"/>
            <a:ext cx="11468100" cy="3659602"/>
          </a:xfrm>
          <a:custGeom>
            <a:avLst/>
            <a:gdLst>
              <a:gd name="connsiteX0" fmla="*/ 0 w 11468100"/>
              <a:gd name="connsiteY0" fmla="*/ 0 h 3659602"/>
              <a:gd name="connsiteX1" fmla="*/ 11468100 w 11468100"/>
              <a:gd name="connsiteY1" fmla="*/ 0 h 3659602"/>
              <a:gd name="connsiteX2" fmla="*/ 11468100 w 11468100"/>
              <a:gd name="connsiteY2" fmla="*/ 3158080 h 3659602"/>
              <a:gd name="connsiteX3" fmla="*/ 10964923 w 11468100"/>
              <a:gd name="connsiteY3" fmla="*/ 3659602 h 3659602"/>
              <a:gd name="connsiteX4" fmla="*/ 0 w 11468100"/>
              <a:gd name="connsiteY4" fmla="*/ 3659602 h 36596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68100" h="3659602">
                <a:moveTo>
                  <a:pt x="0" y="0"/>
                </a:moveTo>
                <a:lnTo>
                  <a:pt x="11468100" y="0"/>
                </a:lnTo>
                <a:lnTo>
                  <a:pt x="11468100" y="3158080"/>
                </a:lnTo>
                <a:cubicBezTo>
                  <a:pt x="11468100" y="3435063"/>
                  <a:pt x="11242820" y="3659602"/>
                  <a:pt x="10964923" y="3659602"/>
                </a:cubicBezTo>
                <a:lnTo>
                  <a:pt x="0" y="3659602"/>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375355" y="4095740"/>
            <a:ext cx="7092745" cy="2006016"/>
          </a:xfrm>
        </p:spPr>
        <p:txBody>
          <a:bodyPr vert="horz" lIns="91440" tIns="45720" rIns="91440" bIns="45720" rtlCol="0">
            <a:normAutofit/>
          </a:bodyPr>
          <a:lstStyle>
            <a:lvl1pPr>
              <a:defRPr lang="en-US"/>
            </a:lvl1pPr>
            <a:lvl2pPr>
              <a:defRPr lang="en-US"/>
            </a:lvl2pPr>
            <a:lvl3pPr>
              <a:defRPr lang="en-US"/>
            </a:lvl3pPr>
            <a:lvl4pPr>
              <a:defRPr lang="en-US"/>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7E3ECEC-7E7B-4FB9-BAE8-5C10F12795EA}" type="datetimeFigureOut">
              <a:rPr lang="en-US" smtClean="0"/>
              <a:t>3/31/2026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74610921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8096" y="822960"/>
            <a:ext cx="3159974" cy="1612741"/>
          </a:xfrm>
        </p:spPr>
        <p:txBody>
          <a:bodyPr anchor="t">
            <a:noAutofit/>
          </a:bodyPr>
          <a:lstStyle>
            <a:lvl1pPr>
              <a:defRPr sz="2500"/>
            </a:lvl1pPr>
          </a:lstStyle>
          <a:p>
            <a:r>
              <a:rPr lang="en-US"/>
              <a:t>Click to edit Master title style</a:t>
            </a:r>
          </a:p>
        </p:txBody>
      </p:sp>
      <p:sp>
        <p:nvSpPr>
          <p:cNvPr id="9" name="Footer Placeholder 8">
            <a:extLst>
              <a:ext uri="{FF2B5EF4-FFF2-40B4-BE49-F238E27FC236}">
                <a16:creationId xmlns:a16="http://schemas.microsoft.com/office/drawing/2014/main" id="{C0D06C70-6C8E-0F10-743F-047DC1563DEE}"/>
              </a:ext>
            </a:extLst>
          </p:cNvPr>
          <p:cNvSpPr>
            <a:spLocks noGrp="1"/>
          </p:cNvSpPr>
          <p:nvPr>
            <p:ph type="ftr" sz="quarter" idx="17"/>
          </p:nvPr>
        </p:nvSpPr>
        <p:spPr>
          <a:xfrm>
            <a:off x="772090" y="64008"/>
            <a:ext cx="2816835" cy="338328"/>
          </a:xfrm>
        </p:spPr>
        <p:txBody>
          <a:bodyPr/>
          <a:lstStyle/>
          <a:p>
            <a:endParaRPr lang="en-US"/>
          </a:p>
        </p:txBody>
      </p:sp>
      <p:sp>
        <p:nvSpPr>
          <p:cNvPr id="3" name="Date Placeholder 2">
            <a:extLst>
              <a:ext uri="{FF2B5EF4-FFF2-40B4-BE49-F238E27FC236}">
                <a16:creationId xmlns:a16="http://schemas.microsoft.com/office/drawing/2014/main" id="{984B292A-7A06-6DDC-E8C4-EBEEF5A46C03}"/>
              </a:ext>
            </a:extLst>
          </p:cNvPr>
          <p:cNvSpPr>
            <a:spLocks noGrp="1"/>
          </p:cNvSpPr>
          <p:nvPr>
            <p:ph type="dt" sz="half" idx="16"/>
          </p:nvPr>
        </p:nvSpPr>
        <p:spPr>
          <a:xfrm>
            <a:off x="9291411" y="64008"/>
            <a:ext cx="1612674" cy="338328"/>
          </a:xfrm>
        </p:spPr>
        <p:txBody>
          <a:bodyPr/>
          <a:lstStyle/>
          <a:p>
            <a:fld id="{D7E3ECEC-7E7B-4FB9-BAE8-5C10F12795EA}" type="datetimeFigureOut">
              <a:rPr lang="en-US" smtClean="0"/>
              <a:t>3/31/2026</a:t>
            </a:fld>
            <a:endParaRPr lang="en-US"/>
          </a:p>
        </p:txBody>
      </p:sp>
      <p:sp>
        <p:nvSpPr>
          <p:cNvPr id="10" name="Slide Number Placeholder 9">
            <a:extLst>
              <a:ext uri="{FF2B5EF4-FFF2-40B4-BE49-F238E27FC236}">
                <a16:creationId xmlns:a16="http://schemas.microsoft.com/office/drawing/2014/main" id="{5D35E09C-E9FB-8393-0705-FD349F06C4C1}"/>
              </a:ext>
            </a:extLst>
          </p:cNvPr>
          <p:cNvSpPr>
            <a:spLocks noGrp="1"/>
          </p:cNvSpPr>
          <p:nvPr>
            <p:ph type="sldNum" sz="quarter" idx="18"/>
          </p:nvPr>
        </p:nvSpPr>
        <p:spPr>
          <a:xfrm>
            <a:off x="11050742" y="64008"/>
            <a:ext cx="457200" cy="338328"/>
          </a:xfrm>
        </p:spPr>
        <p:txBody>
          <a:bodyPr/>
          <a:lstStyle/>
          <a:p>
            <a:fld id="{235F31FF-4816-4A7C-BAEE-4B5C41A91EB1}" type="slidenum">
              <a:rPr lang="en-US" smtClean="0"/>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375355" y="822959"/>
            <a:ext cx="7092745" cy="1998677"/>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190B4482-E492-864A-9429-7F3F86067CBD}"/>
              </a:ext>
            </a:extLst>
          </p:cNvPr>
          <p:cNvSpPr>
            <a:spLocks noGrp="1"/>
          </p:cNvSpPr>
          <p:nvPr>
            <p:ph type="pic" sz="quarter" idx="15" hasCustomPrompt="1"/>
          </p:nvPr>
        </p:nvSpPr>
        <p:spPr>
          <a:xfrm>
            <a:off x="0" y="3268078"/>
            <a:ext cx="11468100" cy="3589922"/>
          </a:xfrm>
          <a:custGeom>
            <a:avLst/>
            <a:gdLst>
              <a:gd name="connsiteX0" fmla="*/ 0 w 11468100"/>
              <a:gd name="connsiteY0" fmla="*/ 0 h 3589922"/>
              <a:gd name="connsiteX1" fmla="*/ 10964923 w 11468100"/>
              <a:gd name="connsiteY1" fmla="*/ 0 h 3589922"/>
              <a:gd name="connsiteX2" fmla="*/ 11468100 w 11468100"/>
              <a:gd name="connsiteY2" fmla="*/ 501522 h 3589922"/>
              <a:gd name="connsiteX3" fmla="*/ 11468100 w 11468100"/>
              <a:gd name="connsiteY3" fmla="*/ 3589922 h 3589922"/>
              <a:gd name="connsiteX4" fmla="*/ 0 w 11468100"/>
              <a:gd name="connsiteY4" fmla="*/ 3589922 h 35899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68100" h="3589922">
                <a:moveTo>
                  <a:pt x="0" y="0"/>
                </a:moveTo>
                <a:lnTo>
                  <a:pt x="10964923" y="0"/>
                </a:lnTo>
                <a:cubicBezTo>
                  <a:pt x="11242820" y="0"/>
                  <a:pt x="11468100" y="224539"/>
                  <a:pt x="11468100" y="501522"/>
                </a:cubicBezTo>
                <a:lnTo>
                  <a:pt x="11468100" y="3589922"/>
                </a:lnTo>
                <a:lnTo>
                  <a:pt x="0" y="3589922"/>
                </a:lnTo>
                <a:close/>
              </a:path>
            </a:pathLst>
          </a:custGeom>
          <a:blipFill>
            <a:blip r:embed="rId2">
              <a:alphaModFix amt="70000"/>
            </a:blip>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232774867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72090" y="3316097"/>
            <a:ext cx="3242191" cy="1704459"/>
          </a:xfrm>
        </p:spPr>
        <p:txBody>
          <a:bodyPr anchor="t">
            <a:noAutofit/>
          </a:bodyPr>
          <a:lstStyle>
            <a:lvl1pPr>
              <a:defRPr sz="2500"/>
            </a:lvl1pPr>
          </a:lstStyle>
          <a:p>
            <a:r>
              <a:rPr lang="en-US"/>
              <a:t>Click to edit Master title style</a:t>
            </a:r>
          </a:p>
        </p:txBody>
      </p:sp>
      <p:sp>
        <p:nvSpPr>
          <p:cNvPr id="4" name="Picture Placeholder 3">
            <a:extLst>
              <a:ext uri="{FF2B5EF4-FFF2-40B4-BE49-F238E27FC236}">
                <a16:creationId xmlns:a16="http://schemas.microsoft.com/office/drawing/2014/main" id="{D6389053-627F-50C3-46B2-6517FF15D614}"/>
              </a:ext>
            </a:extLst>
          </p:cNvPr>
          <p:cNvSpPr>
            <a:spLocks noGrp="1"/>
          </p:cNvSpPr>
          <p:nvPr>
            <p:ph type="pic" sz="quarter" idx="15" hasCustomPrompt="1"/>
          </p:nvPr>
        </p:nvSpPr>
        <p:spPr>
          <a:xfrm>
            <a:off x="0" y="1"/>
            <a:ext cx="11468100" cy="2879959"/>
          </a:xfrm>
          <a:custGeom>
            <a:avLst/>
            <a:gdLst>
              <a:gd name="connsiteX0" fmla="*/ 0 w 11468100"/>
              <a:gd name="connsiteY0" fmla="*/ 0 h 2879959"/>
              <a:gd name="connsiteX1" fmla="*/ 11468100 w 11468100"/>
              <a:gd name="connsiteY1" fmla="*/ 0 h 2879959"/>
              <a:gd name="connsiteX2" fmla="*/ 11468100 w 11468100"/>
              <a:gd name="connsiteY2" fmla="*/ 2378437 h 2879959"/>
              <a:gd name="connsiteX3" fmla="*/ 10964923 w 11468100"/>
              <a:gd name="connsiteY3" fmla="*/ 2879959 h 2879959"/>
              <a:gd name="connsiteX4" fmla="*/ 0 w 11468100"/>
              <a:gd name="connsiteY4" fmla="*/ 2879959 h 28799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68100" h="2879959">
                <a:moveTo>
                  <a:pt x="0" y="0"/>
                </a:moveTo>
                <a:lnTo>
                  <a:pt x="11468100" y="0"/>
                </a:lnTo>
                <a:lnTo>
                  <a:pt x="11468100" y="2378437"/>
                </a:lnTo>
                <a:cubicBezTo>
                  <a:pt x="11468100" y="2655420"/>
                  <a:pt x="11242820" y="2879959"/>
                  <a:pt x="10964923" y="2879959"/>
                </a:cubicBezTo>
                <a:lnTo>
                  <a:pt x="0" y="2879959"/>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a:t>.</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375355" y="3316096"/>
            <a:ext cx="7092745" cy="285292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7E3ECEC-7E7B-4FB9-BAE8-5C10F12795EA}" type="datetimeFigureOut">
              <a:rPr lang="en-US" smtClean="0"/>
              <a:t>3/31/2026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312824578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8096" y="822960"/>
            <a:ext cx="10706100" cy="604428"/>
          </a:xfrm>
        </p:spPr>
        <p:txBody>
          <a:bodyPr anchor="t"/>
          <a:lstStyle/>
          <a:p>
            <a:r>
              <a:rPr lang="en-US"/>
              <a:t>Click to edit Master title style</a:t>
            </a:r>
          </a:p>
        </p:txBody>
      </p:sp>
      <p:sp>
        <p:nvSpPr>
          <p:cNvPr id="4" name="Picture Placeholder 3">
            <a:extLst>
              <a:ext uri="{FF2B5EF4-FFF2-40B4-BE49-F238E27FC236}">
                <a16:creationId xmlns:a16="http://schemas.microsoft.com/office/drawing/2014/main" id="{5F790B68-0230-A98B-796E-2C008AC2CC5D}"/>
              </a:ext>
            </a:extLst>
          </p:cNvPr>
          <p:cNvSpPr>
            <a:spLocks noGrp="1"/>
          </p:cNvSpPr>
          <p:nvPr>
            <p:ph type="pic" sz="quarter" idx="15" hasCustomPrompt="1"/>
          </p:nvPr>
        </p:nvSpPr>
        <p:spPr>
          <a:xfrm>
            <a:off x="0" y="1750092"/>
            <a:ext cx="6553940" cy="5107908"/>
          </a:xfrm>
          <a:custGeom>
            <a:avLst/>
            <a:gdLst>
              <a:gd name="connsiteX0" fmla="*/ 0 w 6553940"/>
              <a:gd name="connsiteY0" fmla="*/ 0 h 5107908"/>
              <a:gd name="connsiteX1" fmla="*/ 6118541 w 6553940"/>
              <a:gd name="connsiteY1" fmla="*/ 0 h 5107908"/>
              <a:gd name="connsiteX2" fmla="*/ 6553940 w 6553940"/>
              <a:gd name="connsiteY2" fmla="*/ 439618 h 5107908"/>
              <a:gd name="connsiteX3" fmla="*/ 6553940 w 6553940"/>
              <a:gd name="connsiteY3" fmla="*/ 5107908 h 5107908"/>
              <a:gd name="connsiteX4" fmla="*/ 0 w 6553940"/>
              <a:gd name="connsiteY4" fmla="*/ 5107908 h 51079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53940" h="5107908">
                <a:moveTo>
                  <a:pt x="0" y="0"/>
                </a:moveTo>
                <a:lnTo>
                  <a:pt x="6118541" y="0"/>
                </a:lnTo>
                <a:cubicBezTo>
                  <a:pt x="6359005" y="0"/>
                  <a:pt x="6553940" y="196824"/>
                  <a:pt x="6553940" y="439618"/>
                </a:cubicBezTo>
                <a:lnTo>
                  <a:pt x="6553940" y="5107908"/>
                </a:lnTo>
                <a:lnTo>
                  <a:pt x="0" y="5107908"/>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199994" y="1679171"/>
            <a:ext cx="4268106" cy="44930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199994" y="6389695"/>
            <a:ext cx="2183822"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373704" y="6389695"/>
            <a:ext cx="1625600" cy="338328"/>
          </a:xfrm>
        </p:spPr>
        <p:txBody>
          <a:bodyPr/>
          <a:lstStyle/>
          <a:p>
            <a:fld id="{D7E3ECEC-7E7B-4FB9-BAE8-5C10F12795EA}" type="datetimeFigureOut">
              <a:rPr lang="en-US" smtClean="0"/>
              <a:t>3/31/2026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25200" y="6389695"/>
            <a:ext cx="457200" cy="338328"/>
          </a:xfrm>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403138688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8096" y="822959"/>
            <a:ext cx="4811167" cy="916991"/>
          </a:xfrm>
        </p:spPr>
        <p:txBody>
          <a:bodyPr anchor="t"/>
          <a:lstStyle/>
          <a:p>
            <a:r>
              <a:rPr lang="en-US"/>
              <a:t>Click to edit Master title style</a:t>
            </a:r>
          </a:p>
        </p:txBody>
      </p:sp>
      <p:sp>
        <p:nvSpPr>
          <p:cNvPr id="12" name="Picture Placeholder 11">
            <a:extLst>
              <a:ext uri="{FF2B5EF4-FFF2-40B4-BE49-F238E27FC236}">
                <a16:creationId xmlns:a16="http://schemas.microsoft.com/office/drawing/2014/main" id="{40936EEA-460B-E34D-8B9C-832ADF15E401}"/>
              </a:ext>
            </a:extLst>
          </p:cNvPr>
          <p:cNvSpPr>
            <a:spLocks noGrp="1"/>
          </p:cNvSpPr>
          <p:nvPr>
            <p:ph type="pic" sz="quarter" idx="15" hasCustomPrompt="1"/>
          </p:nvPr>
        </p:nvSpPr>
        <p:spPr>
          <a:xfrm>
            <a:off x="1" y="1958288"/>
            <a:ext cx="5620853" cy="4899713"/>
          </a:xfrm>
          <a:custGeom>
            <a:avLst/>
            <a:gdLst>
              <a:gd name="connsiteX0" fmla="*/ 0 w 5620853"/>
              <a:gd name="connsiteY0" fmla="*/ 0 h 4899713"/>
              <a:gd name="connsiteX1" fmla="*/ 5119331 w 5620853"/>
              <a:gd name="connsiteY1" fmla="*/ 0 h 4899713"/>
              <a:gd name="connsiteX2" fmla="*/ 5620853 w 5620853"/>
              <a:gd name="connsiteY2" fmla="*/ 501522 h 4899713"/>
              <a:gd name="connsiteX3" fmla="*/ 5620853 w 5620853"/>
              <a:gd name="connsiteY3" fmla="*/ 4899713 h 4899713"/>
              <a:gd name="connsiteX4" fmla="*/ 0 w 5620853"/>
              <a:gd name="connsiteY4" fmla="*/ 4899713 h 48997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20853" h="4899713">
                <a:moveTo>
                  <a:pt x="0" y="0"/>
                </a:moveTo>
                <a:lnTo>
                  <a:pt x="5119331" y="0"/>
                </a:lnTo>
                <a:cubicBezTo>
                  <a:pt x="5396314" y="0"/>
                  <a:pt x="5620853" y="224539"/>
                  <a:pt x="5620853" y="501522"/>
                </a:cubicBezTo>
                <a:lnTo>
                  <a:pt x="5620853" y="4899713"/>
                </a:lnTo>
                <a:lnTo>
                  <a:pt x="0" y="4899713"/>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314184" y="822960"/>
            <a:ext cx="5153915" cy="52730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311795" y="6387559"/>
            <a:ext cx="2868392"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331917" y="6387559"/>
            <a:ext cx="1658678" cy="338328"/>
          </a:xfrm>
        </p:spPr>
        <p:txBody>
          <a:bodyPr/>
          <a:lstStyle/>
          <a:p>
            <a:fld id="{D7E3ECEC-7E7B-4FB9-BAE8-5C10F12795EA}" type="datetimeFigureOut">
              <a:rPr lang="en-US" smtClean="0"/>
              <a:t>3/31/2026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2325" y="6387559"/>
            <a:ext cx="457200" cy="338328"/>
          </a:xfrm>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52113418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8096" y="822960"/>
            <a:ext cx="3383280" cy="1269365"/>
          </a:xfrm>
        </p:spPr>
        <p:txBody>
          <a:bodyPr anchor="t">
            <a:normAutofit/>
          </a:bodyPr>
          <a:lstStyle>
            <a:lvl1pPr>
              <a:defRPr sz="2500"/>
            </a:lvl1pPr>
          </a:lstStyle>
          <a:p>
            <a:r>
              <a:rPr lang="en-US"/>
              <a:t>Click to edit Master title style</a:t>
            </a:r>
          </a:p>
        </p:txBody>
      </p:sp>
      <p:sp>
        <p:nvSpPr>
          <p:cNvPr id="11" name="Picture Placeholder 9">
            <a:extLst>
              <a:ext uri="{FF2B5EF4-FFF2-40B4-BE49-F238E27FC236}">
                <a16:creationId xmlns:a16="http://schemas.microsoft.com/office/drawing/2014/main" id="{2E39E907-908A-148E-8CF0-2C3161E428B4}"/>
              </a:ext>
            </a:extLst>
          </p:cNvPr>
          <p:cNvSpPr>
            <a:spLocks noGrp="1"/>
          </p:cNvSpPr>
          <p:nvPr>
            <p:ph type="pic" sz="quarter" idx="15" hasCustomPrompt="1"/>
          </p:nvPr>
        </p:nvSpPr>
        <p:spPr>
          <a:xfrm>
            <a:off x="1" y="2387462"/>
            <a:ext cx="4145281" cy="4470539"/>
          </a:xfrm>
          <a:custGeom>
            <a:avLst/>
            <a:gdLst>
              <a:gd name="connsiteX0" fmla="*/ 0 w 4145281"/>
              <a:gd name="connsiteY0" fmla="*/ 0 h 4470539"/>
              <a:gd name="connsiteX1" fmla="*/ 3629230 w 4145281"/>
              <a:gd name="connsiteY1" fmla="*/ 0 h 4470539"/>
              <a:gd name="connsiteX2" fmla="*/ 4145281 w 4145281"/>
              <a:gd name="connsiteY2" fmla="*/ 516051 h 4470539"/>
              <a:gd name="connsiteX3" fmla="*/ 4145281 w 4145281"/>
              <a:gd name="connsiteY3" fmla="*/ 4470539 h 4470539"/>
              <a:gd name="connsiteX4" fmla="*/ 0 w 4145281"/>
              <a:gd name="connsiteY4" fmla="*/ 4470539 h 44705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45281" h="4470539">
                <a:moveTo>
                  <a:pt x="0" y="0"/>
                </a:moveTo>
                <a:lnTo>
                  <a:pt x="3629230" y="0"/>
                </a:lnTo>
                <a:cubicBezTo>
                  <a:pt x="3914237" y="0"/>
                  <a:pt x="4145281" y="231044"/>
                  <a:pt x="4145281" y="516051"/>
                </a:cubicBezTo>
                <a:lnTo>
                  <a:pt x="4145281" y="4470539"/>
                </a:lnTo>
                <a:lnTo>
                  <a:pt x="0" y="4470539"/>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839479" y="781685"/>
            <a:ext cx="6628621" cy="539051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146266" y="6388215"/>
            <a:ext cx="2969008"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432999" y="6388215"/>
            <a:ext cx="2558901" cy="338328"/>
          </a:xfrm>
        </p:spPr>
        <p:txBody>
          <a:bodyPr/>
          <a:lstStyle/>
          <a:p>
            <a:fld id="{D7E3ECEC-7E7B-4FB9-BAE8-5C10F12795EA}" type="datetimeFigureOut">
              <a:rPr lang="en-US" smtClean="0"/>
              <a:t>3/31/2026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2323" y="6388215"/>
            <a:ext cx="457200" cy="338328"/>
          </a:xfrm>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97679538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Number Large">
    <p:bg>
      <p:bgPr>
        <a:solidFill>
          <a:schemeClr val="tx2"/>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6EF0D11-5ED9-D2C8-48DF-CDDD85CEAC2D}"/>
              </a:ext>
              <a:ext uri="{C183D7F6-B498-43B3-948B-1728B52AA6E4}">
                <adec:decorative xmlns:adec="http://schemas.microsoft.com/office/drawing/2017/decorative" val="1"/>
              </a:ext>
            </a:extLst>
          </p:cNvPr>
          <p:cNvSpPr/>
          <p:nvPr/>
        </p:nvSpPr>
        <p:spPr>
          <a:xfrm>
            <a:off x="-1524" y="0"/>
            <a:ext cx="12192000" cy="6858000"/>
          </a:xfrm>
          <a:prstGeom prst="rect">
            <a:avLst/>
          </a:prstGeom>
          <a:solidFill>
            <a:schemeClr val="accent3">
              <a:alpha val="6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2" name="Title 1">
            <a:extLst>
              <a:ext uri="{FF2B5EF4-FFF2-40B4-BE49-F238E27FC236}">
                <a16:creationId xmlns:a16="http://schemas.microsoft.com/office/drawing/2014/main" id="{33C62E16-021E-429D-57AF-0AC1B2666E43}"/>
              </a:ext>
            </a:extLst>
          </p:cNvPr>
          <p:cNvSpPr>
            <a:spLocks noGrp="1"/>
          </p:cNvSpPr>
          <p:nvPr>
            <p:ph type="title"/>
          </p:nvPr>
        </p:nvSpPr>
        <p:spPr>
          <a:xfrm>
            <a:off x="1389888" y="4809744"/>
            <a:ext cx="9345168" cy="1225296"/>
          </a:xfrm>
        </p:spPr>
        <p:txBody>
          <a:bodyPr anchor="t">
            <a:normAutofit/>
          </a:bodyPr>
          <a:lstStyle>
            <a:lvl1pPr algn="ctr">
              <a:lnSpc>
                <a:spcPct val="120000"/>
              </a:lnSpc>
              <a:defRPr sz="2800">
                <a:solidFill>
                  <a:schemeClr val="tx1"/>
                </a:solidFill>
                <a:latin typeface="+mn-lt"/>
              </a:defRPr>
            </a:lvl1pPr>
          </a:lstStyle>
          <a:p>
            <a:r>
              <a:rPr lang="en-US"/>
              <a:t>Click to edit Master title style</a:t>
            </a:r>
          </a:p>
        </p:txBody>
      </p:sp>
      <p:sp>
        <p:nvSpPr>
          <p:cNvPr id="7" name="Content Placeholder 6">
            <a:extLst>
              <a:ext uri="{FF2B5EF4-FFF2-40B4-BE49-F238E27FC236}">
                <a16:creationId xmlns:a16="http://schemas.microsoft.com/office/drawing/2014/main" id="{8D5285B4-939B-FC12-E19A-F30DFE493F08}"/>
              </a:ext>
            </a:extLst>
          </p:cNvPr>
          <p:cNvSpPr>
            <a:spLocks noGrp="1"/>
          </p:cNvSpPr>
          <p:nvPr>
            <p:ph sz="quarter" idx="13" hasCustomPrompt="1"/>
          </p:nvPr>
        </p:nvSpPr>
        <p:spPr>
          <a:xfrm>
            <a:off x="493776" y="603504"/>
            <a:ext cx="11201400" cy="4206240"/>
          </a:xfrm>
        </p:spPr>
        <p:txBody>
          <a:bodyPr anchor="b">
            <a:normAutofit/>
          </a:bodyPr>
          <a:lstStyle>
            <a:lvl1pPr marL="0" indent="0" algn="ctr">
              <a:lnSpc>
                <a:spcPct val="90000"/>
              </a:lnSpc>
              <a:buNone/>
              <a:defRPr sz="27800">
                <a:solidFill>
                  <a:schemeClr val="accent1"/>
                </a:solidFill>
                <a:latin typeface="+mj-lt"/>
              </a:defRPr>
            </a:lvl1pPr>
          </a:lstStyle>
          <a:p>
            <a:pPr lvl="0"/>
            <a:r>
              <a:rPr lang="en-US"/>
              <a:t>##%</a:t>
            </a:r>
          </a:p>
        </p:txBody>
      </p:sp>
      <p:sp>
        <p:nvSpPr>
          <p:cNvPr id="4" name="Footer Placeholder 3">
            <a:extLst>
              <a:ext uri="{FF2B5EF4-FFF2-40B4-BE49-F238E27FC236}">
                <a16:creationId xmlns:a16="http://schemas.microsoft.com/office/drawing/2014/main" id="{F0225984-1615-5B69-4A65-E3A7E6508DE7}"/>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Date Placeholder 2">
            <a:extLst>
              <a:ext uri="{FF2B5EF4-FFF2-40B4-BE49-F238E27FC236}">
                <a16:creationId xmlns:a16="http://schemas.microsoft.com/office/drawing/2014/main" id="{0C53913C-4E7F-A6E2-8028-C03CFD32F302}"/>
              </a:ext>
            </a:extLst>
          </p:cNvPr>
          <p:cNvSpPr>
            <a:spLocks noGrp="1"/>
          </p:cNvSpPr>
          <p:nvPr>
            <p:ph type="dt" sz="half" idx="10"/>
          </p:nvPr>
        </p:nvSpPr>
        <p:spPr/>
        <p:txBody>
          <a:bodyPr/>
          <a:lstStyle>
            <a:lvl1pPr>
              <a:defRPr>
                <a:solidFill>
                  <a:schemeClr val="tx1"/>
                </a:solidFill>
              </a:defRPr>
            </a:lvl1pPr>
          </a:lstStyle>
          <a:p>
            <a:fld id="{D7E3ECEC-7E7B-4FB9-BAE8-5C10F12795EA}" type="datetimeFigureOut">
              <a:rPr lang="en-US" smtClean="0"/>
              <a:t>3/31/2026</a:t>
            </a:fld>
            <a:endParaRPr lang="en-US"/>
          </a:p>
        </p:txBody>
      </p:sp>
      <p:sp>
        <p:nvSpPr>
          <p:cNvPr id="5" name="Slide Number Placeholder 4">
            <a:extLst>
              <a:ext uri="{FF2B5EF4-FFF2-40B4-BE49-F238E27FC236}">
                <a16:creationId xmlns:a16="http://schemas.microsoft.com/office/drawing/2014/main" id="{26A6A07C-51B6-897B-8C81-FBA62CFE4176}"/>
              </a:ext>
            </a:extLst>
          </p:cNvPr>
          <p:cNvSpPr>
            <a:spLocks noGrp="1"/>
          </p:cNvSpPr>
          <p:nvPr>
            <p:ph type="sldNum" sz="quarter" idx="12"/>
          </p:nvPr>
        </p:nvSpPr>
        <p:spPr/>
        <p:txBody>
          <a:bodyPr/>
          <a:lstStyle>
            <a:lvl1pPr>
              <a:defRPr>
                <a:solidFill>
                  <a:schemeClr val="tx1"/>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1239746788"/>
      </p:ext>
    </p:extLst>
  </p:cSld>
  <p:clrMapOvr>
    <a:overrideClrMapping bg1="dk1" tx1="lt1" bg2="dk2" tx2="lt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Number Large 2">
    <p:bg>
      <p:bgRef idx="1001">
        <a:schemeClr val="bg2"/>
      </p:bgRef>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F3547126-466C-18B0-8C04-007D93615CD9}"/>
              </a:ext>
              <a:ext uri="{C183D7F6-B498-43B3-948B-1728B52AA6E4}">
                <adec:decorative xmlns:adec="http://schemas.microsoft.com/office/drawing/2017/decorative" val="1"/>
              </a:ext>
            </a:extLst>
          </p:cNvPr>
          <p:cNvSpPr/>
          <p:nvPr/>
        </p:nvSpPr>
        <p:spPr>
          <a:xfrm>
            <a:off x="0" y="-1"/>
            <a:ext cx="11208688" cy="5154130"/>
          </a:xfrm>
          <a:custGeom>
            <a:avLst/>
            <a:gdLst>
              <a:gd name="connsiteX0" fmla="*/ 0 w 11208688"/>
              <a:gd name="connsiteY0" fmla="*/ 0 h 5154130"/>
              <a:gd name="connsiteX1" fmla="*/ 11208688 w 11208688"/>
              <a:gd name="connsiteY1" fmla="*/ 0 h 5154130"/>
              <a:gd name="connsiteX2" fmla="*/ 11208688 w 11208688"/>
              <a:gd name="connsiteY2" fmla="*/ 526471 h 5154130"/>
              <a:gd name="connsiteX3" fmla="*/ 11208688 w 11208688"/>
              <a:gd name="connsiteY3" fmla="*/ 4126137 h 5154130"/>
              <a:gd name="connsiteX4" fmla="*/ 11208688 w 11208688"/>
              <a:gd name="connsiteY4" fmla="*/ 4652608 h 5154130"/>
              <a:gd name="connsiteX5" fmla="*/ 10707166 w 11208688"/>
              <a:gd name="connsiteY5" fmla="*/ 5154130 h 5154130"/>
              <a:gd name="connsiteX6" fmla="*/ 0 w 11208688"/>
              <a:gd name="connsiteY6" fmla="*/ 5154130 h 5154130"/>
              <a:gd name="connsiteX7" fmla="*/ 0 w 11208688"/>
              <a:gd name="connsiteY7" fmla="*/ 4627659 h 5154130"/>
              <a:gd name="connsiteX8" fmla="*/ 0 w 11208688"/>
              <a:gd name="connsiteY8" fmla="*/ 526471 h 5154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208688" h="5154130">
                <a:moveTo>
                  <a:pt x="0" y="0"/>
                </a:moveTo>
                <a:lnTo>
                  <a:pt x="11208688" y="0"/>
                </a:lnTo>
                <a:lnTo>
                  <a:pt x="11208688" y="526471"/>
                </a:lnTo>
                <a:lnTo>
                  <a:pt x="11208688" y="4126137"/>
                </a:lnTo>
                <a:lnTo>
                  <a:pt x="11208688" y="4652608"/>
                </a:lnTo>
                <a:cubicBezTo>
                  <a:pt x="11208688" y="4929591"/>
                  <a:pt x="10984149" y="5154130"/>
                  <a:pt x="10707166" y="5154130"/>
                </a:cubicBezTo>
                <a:lnTo>
                  <a:pt x="0" y="5154130"/>
                </a:lnTo>
                <a:lnTo>
                  <a:pt x="0" y="4627659"/>
                </a:lnTo>
                <a:lnTo>
                  <a:pt x="0" y="526471"/>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3C62E16-021E-429D-57AF-0AC1B2666E43}"/>
              </a:ext>
            </a:extLst>
          </p:cNvPr>
          <p:cNvSpPr>
            <a:spLocks noGrp="1"/>
          </p:cNvSpPr>
          <p:nvPr>
            <p:ph type="title"/>
          </p:nvPr>
        </p:nvSpPr>
        <p:spPr>
          <a:xfrm>
            <a:off x="772089" y="5483352"/>
            <a:ext cx="10361130" cy="848177"/>
          </a:xfrm>
        </p:spPr>
        <p:txBody>
          <a:bodyPr vert="horz" lIns="91440" tIns="45720" rIns="91440" bIns="45720" rtlCol="0" anchor="ctr">
            <a:normAutofit/>
          </a:bodyPr>
          <a:lstStyle>
            <a:lvl1pPr>
              <a:lnSpc>
                <a:spcPct val="100000"/>
              </a:lnSpc>
              <a:defRPr lang="en-US" sz="2600" dirty="0">
                <a:solidFill>
                  <a:schemeClr val="tx2"/>
                </a:solidFill>
                <a:latin typeface="+mn-lt"/>
              </a:defRPr>
            </a:lvl1pPr>
          </a:lstStyle>
          <a:p>
            <a:pPr lvl="0"/>
            <a:r>
              <a:rPr lang="en-US"/>
              <a:t>Click to edit Master title style</a:t>
            </a:r>
          </a:p>
        </p:txBody>
      </p:sp>
      <p:sp>
        <p:nvSpPr>
          <p:cNvPr id="7" name="Content Placeholder 6">
            <a:extLst>
              <a:ext uri="{FF2B5EF4-FFF2-40B4-BE49-F238E27FC236}">
                <a16:creationId xmlns:a16="http://schemas.microsoft.com/office/drawing/2014/main" id="{8D5285B4-939B-FC12-E19A-F30DFE493F08}"/>
              </a:ext>
            </a:extLst>
          </p:cNvPr>
          <p:cNvSpPr>
            <a:spLocks noGrp="1"/>
          </p:cNvSpPr>
          <p:nvPr>
            <p:ph sz="quarter" idx="13" hasCustomPrompt="1"/>
          </p:nvPr>
        </p:nvSpPr>
        <p:spPr>
          <a:xfrm>
            <a:off x="541015" y="684412"/>
            <a:ext cx="10592204" cy="4122998"/>
          </a:xfrm>
        </p:spPr>
        <p:txBody>
          <a:bodyPr vert="horz" lIns="91440" tIns="45720" rIns="91440" bIns="45720" rtlCol="0" anchor="b">
            <a:normAutofit/>
          </a:bodyPr>
          <a:lstStyle>
            <a:lvl1pPr marL="0" indent="0">
              <a:lnSpc>
                <a:spcPct val="90000"/>
              </a:lnSpc>
              <a:buNone/>
              <a:defRPr lang="en-US" sz="27800" spc="-200" baseline="0" dirty="0">
                <a:solidFill>
                  <a:schemeClr val="accent1"/>
                </a:solidFill>
                <a:latin typeface="+mj-lt"/>
              </a:defRPr>
            </a:lvl1pPr>
          </a:lstStyle>
          <a:p>
            <a:pPr lvl="0"/>
            <a:r>
              <a:rPr lang="en-US"/>
              <a:t>##%</a:t>
            </a:r>
          </a:p>
        </p:txBody>
      </p:sp>
      <p:sp>
        <p:nvSpPr>
          <p:cNvPr id="4" name="Footer Placeholder 3">
            <a:extLst>
              <a:ext uri="{FF2B5EF4-FFF2-40B4-BE49-F238E27FC236}">
                <a16:creationId xmlns:a16="http://schemas.microsoft.com/office/drawing/2014/main" id="{F0225984-1615-5B69-4A65-E3A7E6508DE7}"/>
              </a:ext>
            </a:extLst>
          </p:cNvPr>
          <p:cNvSpPr>
            <a:spLocks noGrp="1"/>
          </p:cNvSpPr>
          <p:nvPr>
            <p:ph type="ftr" sz="quarter" idx="11"/>
          </p:nvPr>
        </p:nvSpPr>
        <p:spPr/>
        <p:txBody>
          <a:bodyPr/>
          <a:lstStyle>
            <a:lvl1pPr>
              <a:defRPr>
                <a:solidFill>
                  <a:schemeClr val="tx2"/>
                </a:solidFill>
              </a:defRPr>
            </a:lvl1pPr>
          </a:lstStyle>
          <a:p>
            <a:endParaRPr lang="en-US"/>
          </a:p>
        </p:txBody>
      </p:sp>
      <p:sp>
        <p:nvSpPr>
          <p:cNvPr id="3" name="Date Placeholder 2">
            <a:extLst>
              <a:ext uri="{FF2B5EF4-FFF2-40B4-BE49-F238E27FC236}">
                <a16:creationId xmlns:a16="http://schemas.microsoft.com/office/drawing/2014/main" id="{0C53913C-4E7F-A6E2-8028-C03CFD32F302}"/>
              </a:ext>
            </a:extLst>
          </p:cNvPr>
          <p:cNvSpPr>
            <a:spLocks noGrp="1"/>
          </p:cNvSpPr>
          <p:nvPr>
            <p:ph type="dt" sz="half" idx="10"/>
          </p:nvPr>
        </p:nvSpPr>
        <p:spPr/>
        <p:txBody>
          <a:bodyPr/>
          <a:lstStyle>
            <a:lvl1pPr>
              <a:defRPr>
                <a:solidFill>
                  <a:schemeClr val="tx2"/>
                </a:solidFill>
              </a:defRPr>
            </a:lvl1pPr>
          </a:lstStyle>
          <a:p>
            <a:fld id="{D7E3ECEC-7E7B-4FB9-BAE8-5C10F12795EA}" type="datetimeFigureOut">
              <a:rPr lang="en-US" smtClean="0"/>
              <a:t>3/31/2026</a:t>
            </a:fld>
            <a:endParaRPr lang="en-US"/>
          </a:p>
        </p:txBody>
      </p:sp>
      <p:sp>
        <p:nvSpPr>
          <p:cNvPr id="5" name="Slide Number Placeholder 4">
            <a:extLst>
              <a:ext uri="{FF2B5EF4-FFF2-40B4-BE49-F238E27FC236}">
                <a16:creationId xmlns:a16="http://schemas.microsoft.com/office/drawing/2014/main" id="{26A6A07C-51B6-897B-8C81-FBA62CFE4176}"/>
              </a:ext>
            </a:extLst>
          </p:cNvPr>
          <p:cNvSpPr>
            <a:spLocks noGrp="1"/>
          </p:cNvSpPr>
          <p:nvPr>
            <p:ph type="sldNum" sz="quarter" idx="12"/>
          </p:nvPr>
        </p:nvSpPr>
        <p:spPr/>
        <p:txBody>
          <a:bodyPr/>
          <a:lstStyle>
            <a:lvl1pPr>
              <a:defRPr>
                <a:solidFill>
                  <a:schemeClr val="tx2"/>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3921244784"/>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Number Large 3">
    <p:bg>
      <p:bgRef idx="1001">
        <a:schemeClr val="bg2"/>
      </p:bgRef>
    </p:bg>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D0AA79A0-CEA9-1C5C-A8CA-D3F95D56333A}"/>
              </a:ext>
              <a:ext uri="{C183D7F6-B498-43B3-948B-1728B52AA6E4}">
                <adec:decorative xmlns:adec="http://schemas.microsoft.com/office/drawing/2017/decorative" val="1"/>
              </a:ext>
            </a:extLst>
          </p:cNvPr>
          <p:cNvSpPr/>
          <p:nvPr/>
        </p:nvSpPr>
        <p:spPr>
          <a:xfrm>
            <a:off x="0" y="4757010"/>
            <a:ext cx="11208688" cy="2100988"/>
          </a:xfrm>
          <a:custGeom>
            <a:avLst/>
            <a:gdLst>
              <a:gd name="connsiteX0" fmla="*/ 0 w 11208688"/>
              <a:gd name="connsiteY0" fmla="*/ 0 h 2100988"/>
              <a:gd name="connsiteX1" fmla="*/ 10707166 w 11208688"/>
              <a:gd name="connsiteY1" fmla="*/ 0 h 2100988"/>
              <a:gd name="connsiteX2" fmla="*/ 11208688 w 11208688"/>
              <a:gd name="connsiteY2" fmla="*/ 501522 h 2100988"/>
              <a:gd name="connsiteX3" fmla="*/ 11208688 w 11208688"/>
              <a:gd name="connsiteY3" fmla="*/ 2100988 h 2100988"/>
              <a:gd name="connsiteX4" fmla="*/ 0 w 11208688"/>
              <a:gd name="connsiteY4" fmla="*/ 2100988 h 21009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08688" h="2100988">
                <a:moveTo>
                  <a:pt x="0" y="0"/>
                </a:moveTo>
                <a:lnTo>
                  <a:pt x="10707166" y="0"/>
                </a:lnTo>
                <a:cubicBezTo>
                  <a:pt x="10984149" y="0"/>
                  <a:pt x="11208688" y="224539"/>
                  <a:pt x="11208688" y="501522"/>
                </a:cubicBezTo>
                <a:lnTo>
                  <a:pt x="11208688" y="2100988"/>
                </a:lnTo>
                <a:lnTo>
                  <a:pt x="0" y="2100988"/>
                </a:lnTo>
                <a:close/>
              </a:path>
            </a:pathLst>
          </a:cu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4F2C5FBA-F4AA-552B-2245-767D47272F3B}"/>
              </a:ext>
              <a:ext uri="{C183D7F6-B498-43B3-948B-1728B52AA6E4}">
                <adec:decorative xmlns:adec="http://schemas.microsoft.com/office/drawing/2017/decorative" val="1"/>
              </a:ext>
            </a:extLst>
          </p:cNvPr>
          <p:cNvSpPr/>
          <p:nvPr/>
        </p:nvSpPr>
        <p:spPr>
          <a:xfrm>
            <a:off x="0" y="1"/>
            <a:ext cx="11208688" cy="4627659"/>
          </a:xfrm>
          <a:custGeom>
            <a:avLst/>
            <a:gdLst>
              <a:gd name="connsiteX0" fmla="*/ 0 w 11208688"/>
              <a:gd name="connsiteY0" fmla="*/ 0 h 4627659"/>
              <a:gd name="connsiteX1" fmla="*/ 11208688 w 11208688"/>
              <a:gd name="connsiteY1" fmla="*/ 0 h 4627659"/>
              <a:gd name="connsiteX2" fmla="*/ 11208688 w 11208688"/>
              <a:gd name="connsiteY2" fmla="*/ 4126137 h 4627659"/>
              <a:gd name="connsiteX3" fmla="*/ 10707166 w 11208688"/>
              <a:gd name="connsiteY3" fmla="*/ 4627659 h 4627659"/>
              <a:gd name="connsiteX4" fmla="*/ 0 w 11208688"/>
              <a:gd name="connsiteY4" fmla="*/ 4627659 h 46276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08688" h="4627659">
                <a:moveTo>
                  <a:pt x="0" y="0"/>
                </a:moveTo>
                <a:lnTo>
                  <a:pt x="11208688" y="0"/>
                </a:lnTo>
                <a:lnTo>
                  <a:pt x="11208688" y="4126137"/>
                </a:lnTo>
                <a:cubicBezTo>
                  <a:pt x="11208688" y="4403120"/>
                  <a:pt x="10984149" y="4627659"/>
                  <a:pt x="10707166" y="4627659"/>
                </a:cubicBezTo>
                <a:lnTo>
                  <a:pt x="0" y="4627659"/>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3C62E16-021E-429D-57AF-0AC1B2666E43}"/>
              </a:ext>
            </a:extLst>
          </p:cNvPr>
          <p:cNvSpPr>
            <a:spLocks noGrp="1"/>
          </p:cNvSpPr>
          <p:nvPr>
            <p:ph type="title"/>
          </p:nvPr>
        </p:nvSpPr>
        <p:spPr>
          <a:xfrm>
            <a:off x="768096" y="5230760"/>
            <a:ext cx="9738852" cy="1017639"/>
          </a:xfrm>
        </p:spPr>
        <p:txBody>
          <a:bodyPr vert="horz" lIns="91440" tIns="45720" rIns="91440" bIns="45720" rtlCol="0" anchor="ctr">
            <a:normAutofit/>
          </a:bodyPr>
          <a:lstStyle>
            <a:lvl1pPr>
              <a:lnSpc>
                <a:spcPct val="100000"/>
              </a:lnSpc>
              <a:defRPr lang="en-US" sz="2600" dirty="0">
                <a:solidFill>
                  <a:schemeClr val="tx2"/>
                </a:solidFill>
                <a:latin typeface="+mn-lt"/>
              </a:defRPr>
            </a:lvl1pPr>
          </a:lstStyle>
          <a:p>
            <a:pPr lvl="0"/>
            <a:r>
              <a:rPr lang="en-US"/>
              <a:t>Click to edit Master title style</a:t>
            </a:r>
          </a:p>
        </p:txBody>
      </p:sp>
      <p:sp>
        <p:nvSpPr>
          <p:cNvPr id="7" name="Content Placeholder 6">
            <a:extLst>
              <a:ext uri="{FF2B5EF4-FFF2-40B4-BE49-F238E27FC236}">
                <a16:creationId xmlns:a16="http://schemas.microsoft.com/office/drawing/2014/main" id="{8D5285B4-939B-FC12-E19A-F30DFE493F08}"/>
              </a:ext>
            </a:extLst>
          </p:cNvPr>
          <p:cNvSpPr>
            <a:spLocks noGrp="1"/>
          </p:cNvSpPr>
          <p:nvPr>
            <p:ph sz="quarter" idx="13" hasCustomPrompt="1"/>
          </p:nvPr>
        </p:nvSpPr>
        <p:spPr>
          <a:xfrm>
            <a:off x="549328" y="420624"/>
            <a:ext cx="10592204" cy="4112875"/>
          </a:xfrm>
        </p:spPr>
        <p:txBody>
          <a:bodyPr vert="horz" lIns="91440" tIns="45720" rIns="91440" bIns="45720" rtlCol="0" anchor="b">
            <a:normAutofit/>
          </a:bodyPr>
          <a:lstStyle>
            <a:lvl1pPr marL="0" indent="0">
              <a:lnSpc>
                <a:spcPct val="90000"/>
              </a:lnSpc>
              <a:buNone/>
              <a:defRPr lang="en-US" sz="27800" dirty="0">
                <a:solidFill>
                  <a:schemeClr val="accent1"/>
                </a:solidFill>
                <a:latin typeface="+mj-lt"/>
              </a:defRPr>
            </a:lvl1pPr>
          </a:lstStyle>
          <a:p>
            <a:pPr lvl="0"/>
            <a:r>
              <a:rPr lang="en-US"/>
              <a:t>##%</a:t>
            </a:r>
          </a:p>
        </p:txBody>
      </p:sp>
      <p:sp>
        <p:nvSpPr>
          <p:cNvPr id="4" name="Footer Placeholder 3">
            <a:extLst>
              <a:ext uri="{FF2B5EF4-FFF2-40B4-BE49-F238E27FC236}">
                <a16:creationId xmlns:a16="http://schemas.microsoft.com/office/drawing/2014/main" id="{F0225984-1615-5B69-4A65-E3A7E6508DE7}"/>
              </a:ext>
            </a:extLst>
          </p:cNvPr>
          <p:cNvSpPr>
            <a:spLocks noGrp="1"/>
          </p:cNvSpPr>
          <p:nvPr>
            <p:ph type="ftr" sz="quarter" idx="11"/>
          </p:nvPr>
        </p:nvSpPr>
        <p:spPr/>
        <p:txBody>
          <a:bodyPr/>
          <a:lstStyle>
            <a:lvl1pPr>
              <a:defRPr>
                <a:solidFill>
                  <a:schemeClr val="tx2"/>
                </a:solidFill>
              </a:defRPr>
            </a:lvl1pPr>
          </a:lstStyle>
          <a:p>
            <a:endParaRPr lang="en-US"/>
          </a:p>
        </p:txBody>
      </p:sp>
      <p:sp>
        <p:nvSpPr>
          <p:cNvPr id="3" name="Date Placeholder 2">
            <a:extLst>
              <a:ext uri="{FF2B5EF4-FFF2-40B4-BE49-F238E27FC236}">
                <a16:creationId xmlns:a16="http://schemas.microsoft.com/office/drawing/2014/main" id="{0C53913C-4E7F-A6E2-8028-C03CFD32F302}"/>
              </a:ext>
            </a:extLst>
          </p:cNvPr>
          <p:cNvSpPr>
            <a:spLocks noGrp="1"/>
          </p:cNvSpPr>
          <p:nvPr>
            <p:ph type="dt" sz="half" idx="10"/>
          </p:nvPr>
        </p:nvSpPr>
        <p:spPr/>
        <p:txBody>
          <a:bodyPr/>
          <a:lstStyle>
            <a:lvl1pPr>
              <a:defRPr>
                <a:solidFill>
                  <a:schemeClr val="tx2"/>
                </a:solidFill>
              </a:defRPr>
            </a:lvl1pPr>
          </a:lstStyle>
          <a:p>
            <a:fld id="{D7E3ECEC-7E7B-4FB9-BAE8-5C10F12795EA}" type="datetimeFigureOut">
              <a:rPr lang="en-US" smtClean="0"/>
              <a:t>3/31/2026</a:t>
            </a:fld>
            <a:endParaRPr lang="en-US"/>
          </a:p>
        </p:txBody>
      </p:sp>
      <p:sp>
        <p:nvSpPr>
          <p:cNvPr id="5" name="Slide Number Placeholder 4">
            <a:extLst>
              <a:ext uri="{FF2B5EF4-FFF2-40B4-BE49-F238E27FC236}">
                <a16:creationId xmlns:a16="http://schemas.microsoft.com/office/drawing/2014/main" id="{26A6A07C-51B6-897B-8C81-FBA62CFE4176}"/>
              </a:ext>
            </a:extLst>
          </p:cNvPr>
          <p:cNvSpPr>
            <a:spLocks noGrp="1"/>
          </p:cNvSpPr>
          <p:nvPr>
            <p:ph type="sldNum" sz="quarter" idx="12"/>
          </p:nvPr>
        </p:nvSpPr>
        <p:spPr/>
        <p:txBody>
          <a:bodyPr/>
          <a:lstStyle>
            <a:lvl1pPr>
              <a:defRPr>
                <a:solidFill>
                  <a:schemeClr val="tx2"/>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1797664700"/>
      </p:ext>
    </p:extLst>
  </p:cSld>
  <p:clrMapOvr>
    <a:overrideClrMapping bg1="lt1" tx1="dk1" bg2="lt2" tx2="dk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Number Large 4">
    <p:bg>
      <p:bgRef idx="1001">
        <a:schemeClr val="bg1"/>
      </p:bgRef>
    </p:bg>
    <p:spTree>
      <p:nvGrpSpPr>
        <p:cNvPr id="1" name=""/>
        <p:cNvGrpSpPr/>
        <p:nvPr/>
      </p:nvGrpSpPr>
      <p:grpSpPr>
        <a:xfrm>
          <a:off x="0" y="0"/>
          <a:ext cx="0" cy="0"/>
          <a:chOff x="0" y="0"/>
          <a:chExt cx="0" cy="0"/>
        </a:xfrm>
      </p:grpSpPr>
      <p:sp>
        <p:nvSpPr>
          <p:cNvPr id="15" name="Freeform: Shape 14">
            <a:extLst>
              <a:ext uri="{FF2B5EF4-FFF2-40B4-BE49-F238E27FC236}">
                <a16:creationId xmlns:a16="http://schemas.microsoft.com/office/drawing/2014/main" id="{34677EE2-225B-FA02-73B9-DFB5D013592F}"/>
              </a:ext>
              <a:ext uri="{C183D7F6-B498-43B3-948B-1728B52AA6E4}">
                <adec:decorative xmlns:adec="http://schemas.microsoft.com/office/drawing/2017/decorative" val="1"/>
              </a:ext>
            </a:extLst>
          </p:cNvPr>
          <p:cNvSpPr/>
          <p:nvPr/>
        </p:nvSpPr>
        <p:spPr>
          <a:xfrm>
            <a:off x="0" y="4783948"/>
            <a:ext cx="11208688" cy="2074052"/>
          </a:xfrm>
          <a:custGeom>
            <a:avLst/>
            <a:gdLst>
              <a:gd name="connsiteX0" fmla="*/ 0 w 11208688"/>
              <a:gd name="connsiteY0" fmla="*/ 0 h 2074052"/>
              <a:gd name="connsiteX1" fmla="*/ 10707166 w 11208688"/>
              <a:gd name="connsiteY1" fmla="*/ 0 h 2074052"/>
              <a:gd name="connsiteX2" fmla="*/ 11208688 w 11208688"/>
              <a:gd name="connsiteY2" fmla="*/ 501522 h 2074052"/>
              <a:gd name="connsiteX3" fmla="*/ 11208688 w 11208688"/>
              <a:gd name="connsiteY3" fmla="*/ 2074052 h 2074052"/>
              <a:gd name="connsiteX4" fmla="*/ 0 w 11208688"/>
              <a:gd name="connsiteY4" fmla="*/ 2074052 h 20740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08688" h="2074052">
                <a:moveTo>
                  <a:pt x="0" y="0"/>
                </a:moveTo>
                <a:lnTo>
                  <a:pt x="10707166" y="0"/>
                </a:lnTo>
                <a:cubicBezTo>
                  <a:pt x="10984149" y="0"/>
                  <a:pt x="11208688" y="224539"/>
                  <a:pt x="11208688" y="501522"/>
                </a:cubicBezTo>
                <a:lnTo>
                  <a:pt x="11208688" y="2074052"/>
                </a:lnTo>
                <a:lnTo>
                  <a:pt x="0" y="2074052"/>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3C62E16-021E-429D-57AF-0AC1B2666E43}"/>
              </a:ext>
            </a:extLst>
          </p:cNvPr>
          <p:cNvSpPr>
            <a:spLocks noGrp="1"/>
          </p:cNvSpPr>
          <p:nvPr>
            <p:ph type="title"/>
          </p:nvPr>
        </p:nvSpPr>
        <p:spPr>
          <a:xfrm>
            <a:off x="768096" y="5249809"/>
            <a:ext cx="9768348" cy="1109078"/>
          </a:xfrm>
        </p:spPr>
        <p:txBody>
          <a:bodyPr vert="horz" lIns="91440" tIns="45720" rIns="91440" bIns="45720" rtlCol="0" anchor="ctr">
            <a:normAutofit/>
          </a:bodyPr>
          <a:lstStyle>
            <a:lvl1pPr>
              <a:lnSpc>
                <a:spcPct val="100000"/>
              </a:lnSpc>
              <a:defRPr lang="en-US" sz="2400" dirty="0">
                <a:latin typeface="+mn-lt"/>
              </a:defRPr>
            </a:lvl1pPr>
          </a:lstStyle>
          <a:p>
            <a:pPr lvl="0"/>
            <a:r>
              <a:rPr lang="en-US"/>
              <a:t>Click to edit Master title style</a:t>
            </a:r>
          </a:p>
        </p:txBody>
      </p:sp>
      <p:sp>
        <p:nvSpPr>
          <p:cNvPr id="7" name="Content Placeholder 6">
            <a:extLst>
              <a:ext uri="{FF2B5EF4-FFF2-40B4-BE49-F238E27FC236}">
                <a16:creationId xmlns:a16="http://schemas.microsoft.com/office/drawing/2014/main" id="{8D5285B4-939B-FC12-E19A-F30DFE493F08}"/>
              </a:ext>
            </a:extLst>
          </p:cNvPr>
          <p:cNvSpPr>
            <a:spLocks noGrp="1"/>
          </p:cNvSpPr>
          <p:nvPr>
            <p:ph sz="quarter" idx="13" hasCustomPrompt="1"/>
          </p:nvPr>
        </p:nvSpPr>
        <p:spPr>
          <a:xfrm>
            <a:off x="539496" y="341968"/>
            <a:ext cx="11100816" cy="4334256"/>
          </a:xfrm>
        </p:spPr>
        <p:txBody>
          <a:bodyPr vert="horz" lIns="91440" tIns="45720" rIns="91440" bIns="45720" rtlCol="0" anchor="b">
            <a:normAutofit/>
          </a:bodyPr>
          <a:lstStyle>
            <a:lvl1pPr marL="0" indent="0">
              <a:lnSpc>
                <a:spcPct val="90000"/>
              </a:lnSpc>
              <a:buNone/>
              <a:defRPr lang="en-US" sz="27800" dirty="0">
                <a:solidFill>
                  <a:schemeClr val="accent1"/>
                </a:solidFill>
                <a:latin typeface="+mj-lt"/>
              </a:defRPr>
            </a:lvl1pPr>
          </a:lstStyle>
          <a:p>
            <a:pPr lvl="0"/>
            <a:r>
              <a:rPr lang="en-US"/>
              <a:t>##%</a:t>
            </a:r>
          </a:p>
        </p:txBody>
      </p:sp>
      <p:sp>
        <p:nvSpPr>
          <p:cNvPr id="8" name="Footer Placeholder 7">
            <a:extLst>
              <a:ext uri="{FF2B5EF4-FFF2-40B4-BE49-F238E27FC236}">
                <a16:creationId xmlns:a16="http://schemas.microsoft.com/office/drawing/2014/main" id="{881EFD95-05D4-9FAB-FCB7-D3A2AB29456D}"/>
              </a:ext>
            </a:extLst>
          </p:cNvPr>
          <p:cNvSpPr>
            <a:spLocks noGrp="1"/>
          </p:cNvSpPr>
          <p:nvPr>
            <p:ph type="ftr" sz="quarter" idx="15"/>
          </p:nvPr>
        </p:nvSpPr>
        <p:spPr>
          <a:xfrm>
            <a:off x="772090" y="6382512"/>
            <a:ext cx="2816835" cy="338328"/>
          </a:xfrm>
        </p:spPr>
        <p:txBody>
          <a:bodyPr/>
          <a:lstStyle/>
          <a:p>
            <a:endParaRPr lang="en-US"/>
          </a:p>
        </p:txBody>
      </p:sp>
      <p:sp>
        <p:nvSpPr>
          <p:cNvPr id="6" name="Date Placeholder 5">
            <a:extLst>
              <a:ext uri="{FF2B5EF4-FFF2-40B4-BE49-F238E27FC236}">
                <a16:creationId xmlns:a16="http://schemas.microsoft.com/office/drawing/2014/main" id="{1D5117C2-BE70-9A87-4113-2ECE3F1A43BF}"/>
              </a:ext>
            </a:extLst>
          </p:cNvPr>
          <p:cNvSpPr>
            <a:spLocks noGrp="1"/>
          </p:cNvSpPr>
          <p:nvPr>
            <p:ph type="dt" sz="half" idx="14"/>
          </p:nvPr>
        </p:nvSpPr>
        <p:spPr>
          <a:xfrm>
            <a:off x="9291411" y="6382512"/>
            <a:ext cx="1612674" cy="338328"/>
          </a:xfrm>
        </p:spPr>
        <p:txBody>
          <a:bodyPr/>
          <a:lstStyle/>
          <a:p>
            <a:fld id="{D7E3ECEC-7E7B-4FB9-BAE8-5C10F12795EA}" type="datetimeFigureOut">
              <a:rPr lang="en-US" smtClean="0"/>
              <a:t>3/31/2026</a:t>
            </a:fld>
            <a:endParaRPr lang="en-US"/>
          </a:p>
        </p:txBody>
      </p:sp>
      <p:sp>
        <p:nvSpPr>
          <p:cNvPr id="9" name="Slide Number Placeholder 8">
            <a:extLst>
              <a:ext uri="{FF2B5EF4-FFF2-40B4-BE49-F238E27FC236}">
                <a16:creationId xmlns:a16="http://schemas.microsoft.com/office/drawing/2014/main" id="{33776532-A6F1-5788-D1D1-3F91B5B3B7D7}"/>
              </a:ext>
            </a:extLst>
          </p:cNvPr>
          <p:cNvSpPr>
            <a:spLocks noGrp="1"/>
          </p:cNvSpPr>
          <p:nvPr>
            <p:ph type="sldNum" sz="quarter" idx="16"/>
          </p:nvPr>
        </p:nvSpPr>
        <p:spPr>
          <a:xfrm>
            <a:off x="11050742" y="6382512"/>
            <a:ext cx="457200" cy="338328"/>
          </a:xfrm>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3707855928"/>
      </p:ext>
    </p:extLst>
  </p:cSld>
  <p:clrMapOvr>
    <a:overrideClrMapping bg1="lt1" tx1="dk1" bg2="lt2" tx2="dk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bg2"/>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84CBAD94-77D4-9CC1-DE93-BFA7FA5FBBB6}"/>
              </a:ext>
              <a:ext uri="{C183D7F6-B498-43B3-948B-1728B52AA6E4}">
                <adec:decorative xmlns:adec="http://schemas.microsoft.com/office/drawing/2017/decorative" val="1"/>
              </a:ext>
            </a:extLst>
          </p:cNvPr>
          <p:cNvSpPr/>
          <p:nvPr/>
        </p:nvSpPr>
        <p:spPr>
          <a:xfrm>
            <a:off x="772090" y="0"/>
            <a:ext cx="11419910" cy="6096000"/>
          </a:xfrm>
          <a:custGeom>
            <a:avLst/>
            <a:gdLst>
              <a:gd name="connsiteX0" fmla="*/ 0 w 11419910"/>
              <a:gd name="connsiteY0" fmla="*/ 0 h 6096000"/>
              <a:gd name="connsiteX1" fmla="*/ 11419910 w 11419910"/>
              <a:gd name="connsiteY1" fmla="*/ 0 h 6096000"/>
              <a:gd name="connsiteX2" fmla="*/ 11419910 w 11419910"/>
              <a:gd name="connsiteY2" fmla="*/ 6096000 h 6096000"/>
              <a:gd name="connsiteX3" fmla="*/ 501522 w 11419910"/>
              <a:gd name="connsiteY3" fmla="*/ 6096000 h 6096000"/>
              <a:gd name="connsiteX4" fmla="*/ 0 w 11419910"/>
              <a:gd name="connsiteY4" fmla="*/ 5594478 h 609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19910" h="6096000">
                <a:moveTo>
                  <a:pt x="0" y="0"/>
                </a:moveTo>
                <a:lnTo>
                  <a:pt x="11419910" y="0"/>
                </a:lnTo>
                <a:lnTo>
                  <a:pt x="11419910" y="6096000"/>
                </a:lnTo>
                <a:lnTo>
                  <a:pt x="501522" y="6096000"/>
                </a:lnTo>
                <a:cubicBezTo>
                  <a:pt x="224539" y="6096000"/>
                  <a:pt x="0" y="5871461"/>
                  <a:pt x="0" y="5594478"/>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520575" y="863029"/>
            <a:ext cx="9383510" cy="4685017"/>
          </a:xfrm>
        </p:spPr>
        <p:txBody>
          <a:bodyPr anchor="b">
            <a:noAutofit/>
          </a:bodyPr>
          <a:lstStyle>
            <a:lvl1pPr marL="0" indent="0">
              <a:lnSpc>
                <a:spcPct val="90000"/>
              </a:lnSpc>
              <a:buNone/>
              <a:defRPr sz="6600" b="0"/>
            </a:lvl1pPr>
            <a:lvl2pPr marL="228600" indent="0">
              <a:lnSpc>
                <a:spcPct val="90000"/>
              </a:lnSpc>
              <a:buNone/>
              <a:defRPr sz="6000" b="0"/>
            </a:lvl2pPr>
            <a:lvl3pPr marL="457200" indent="0">
              <a:lnSpc>
                <a:spcPct val="90000"/>
              </a:lnSpc>
              <a:buNone/>
              <a:defRPr sz="5400" b="0"/>
            </a:lvl3pPr>
            <a:lvl4pPr marL="685800" indent="0">
              <a:lnSpc>
                <a:spcPct val="90000"/>
              </a:lnSpc>
              <a:buNone/>
              <a:defRPr sz="4800" b="0"/>
            </a:lvl4pPr>
            <a:lvl5pPr marL="914400" indent="0">
              <a:lnSpc>
                <a:spcPct val="90000"/>
              </a:lnSpc>
              <a:buNone/>
              <a:defRPr sz="4400" b="0"/>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D7E3ECEC-7E7B-4FB9-BAE8-5C10F12795EA}" type="datetimeFigureOut">
              <a:rPr lang="en-US" smtClean="0"/>
              <a:t>3/31/2026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15075280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94592" y="94592"/>
            <a:ext cx="11617947" cy="5752531"/>
          </a:xfrm>
        </p:spPr>
        <p:txBody>
          <a:bodyPr anchor="t">
            <a:noAutofit/>
          </a:bodyPr>
          <a:lstStyle>
            <a:lvl1pPr marL="0" indent="0">
              <a:lnSpc>
                <a:spcPct val="90000"/>
              </a:lnSpc>
              <a:buNone/>
              <a:defRPr sz="7200" b="0" cap="all" spc="-100" baseline="0">
                <a:solidFill>
                  <a:schemeClr val="accent1"/>
                </a:solidFill>
              </a:defRPr>
            </a:lvl1pPr>
            <a:lvl2pPr marL="228600" indent="0">
              <a:lnSpc>
                <a:spcPct val="90000"/>
              </a:lnSpc>
              <a:buNone/>
              <a:defRPr sz="7200" b="0" cap="all" spc="-100" baseline="0">
                <a:solidFill>
                  <a:schemeClr val="accent1"/>
                </a:solidFill>
              </a:defRPr>
            </a:lvl2pPr>
            <a:lvl3pPr marL="457200" indent="0">
              <a:lnSpc>
                <a:spcPct val="90000"/>
              </a:lnSpc>
              <a:buNone/>
              <a:defRPr sz="7200" b="0" cap="all" spc="-100" baseline="0">
                <a:solidFill>
                  <a:schemeClr val="accent1"/>
                </a:solidFill>
              </a:defRPr>
            </a:lvl3pPr>
            <a:lvl4pPr marL="685800" indent="0">
              <a:lnSpc>
                <a:spcPct val="90000"/>
              </a:lnSpc>
              <a:buNone/>
              <a:defRPr sz="7200" b="0" cap="all" spc="-100" baseline="0">
                <a:solidFill>
                  <a:schemeClr val="accent1"/>
                </a:solidFill>
              </a:defRPr>
            </a:lvl4pPr>
            <a:lvl5pPr marL="914400" indent="0">
              <a:lnSpc>
                <a:spcPct val="90000"/>
              </a:lnSpc>
              <a:buNone/>
              <a:defRPr sz="7200" b="0" cap="all" spc="-100" baseline="0">
                <a:solidFill>
                  <a:schemeClr val="accent1"/>
                </a:solidFill>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D7E3ECEC-7E7B-4FB9-BAE8-5C10F12795EA}" type="datetimeFigureOut">
              <a:rPr lang="en-US" smtClean="0"/>
              <a:t>3/31/2026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17297646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10E08BE8-EB98-F551-F5ED-FE16CE82FBB9}"/>
              </a:ext>
              <a:ext uri="{C183D7F6-B498-43B3-948B-1728B52AA6E4}">
                <adec:decorative xmlns:adec="http://schemas.microsoft.com/office/drawing/2017/decorative" val="1"/>
              </a:ext>
            </a:extLst>
          </p:cNvPr>
          <p:cNvSpPr/>
          <p:nvPr/>
        </p:nvSpPr>
        <p:spPr>
          <a:xfrm>
            <a:off x="1" y="0"/>
            <a:ext cx="11139327" cy="5821522"/>
          </a:xfrm>
          <a:custGeom>
            <a:avLst/>
            <a:gdLst>
              <a:gd name="connsiteX0" fmla="*/ 0 w 11139327"/>
              <a:gd name="connsiteY0" fmla="*/ 0 h 5821522"/>
              <a:gd name="connsiteX1" fmla="*/ 11139327 w 11139327"/>
              <a:gd name="connsiteY1" fmla="*/ 0 h 5821522"/>
              <a:gd name="connsiteX2" fmla="*/ 11139327 w 11139327"/>
              <a:gd name="connsiteY2" fmla="*/ 5320000 h 5821522"/>
              <a:gd name="connsiteX3" fmla="*/ 10637805 w 11139327"/>
              <a:gd name="connsiteY3" fmla="*/ 5821522 h 5821522"/>
              <a:gd name="connsiteX4" fmla="*/ 0 w 11139327"/>
              <a:gd name="connsiteY4" fmla="*/ 5821522 h 58215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39327" h="5821522">
                <a:moveTo>
                  <a:pt x="0" y="0"/>
                </a:moveTo>
                <a:lnTo>
                  <a:pt x="11139327" y="0"/>
                </a:lnTo>
                <a:lnTo>
                  <a:pt x="11139327" y="5320000"/>
                </a:lnTo>
                <a:cubicBezTo>
                  <a:pt x="11139327" y="5596983"/>
                  <a:pt x="10914788" y="5821522"/>
                  <a:pt x="10637805" y="5821522"/>
                </a:cubicBezTo>
                <a:lnTo>
                  <a:pt x="0" y="5821522"/>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390418" y="288194"/>
            <a:ext cx="9976207" cy="5025678"/>
          </a:xfrm>
        </p:spPr>
        <p:txBody>
          <a:bodyPr anchor="t">
            <a:noAutofit/>
          </a:bodyPr>
          <a:lstStyle>
            <a:lvl1pPr marL="0" indent="0">
              <a:lnSpc>
                <a:spcPct val="90000"/>
              </a:lnSpc>
              <a:buNone/>
              <a:defRPr sz="6600" b="0" cap="all" spc="-100" baseline="0">
                <a:solidFill>
                  <a:schemeClr val="accent1"/>
                </a:solidFill>
              </a:defRPr>
            </a:lvl1pPr>
            <a:lvl2pPr marL="228600" indent="0">
              <a:lnSpc>
                <a:spcPct val="90000"/>
              </a:lnSpc>
              <a:buNone/>
              <a:defRPr sz="6600" b="0" cap="all" spc="-100" baseline="0">
                <a:solidFill>
                  <a:schemeClr val="accent1"/>
                </a:solidFill>
              </a:defRPr>
            </a:lvl2pPr>
            <a:lvl3pPr marL="457200" indent="0">
              <a:lnSpc>
                <a:spcPct val="90000"/>
              </a:lnSpc>
              <a:buNone/>
              <a:defRPr sz="6600" b="0" cap="all" spc="-100" baseline="0">
                <a:solidFill>
                  <a:schemeClr val="accent1"/>
                </a:solidFill>
              </a:defRPr>
            </a:lvl3pPr>
            <a:lvl4pPr marL="685800" indent="0">
              <a:lnSpc>
                <a:spcPct val="90000"/>
              </a:lnSpc>
              <a:buNone/>
              <a:defRPr sz="6600" b="0" cap="all" spc="-100" baseline="0">
                <a:solidFill>
                  <a:schemeClr val="accent1"/>
                </a:solidFill>
              </a:defRPr>
            </a:lvl4pPr>
            <a:lvl5pPr marL="914400" indent="0">
              <a:lnSpc>
                <a:spcPct val="90000"/>
              </a:lnSpc>
              <a:buNone/>
              <a:defRPr sz="6600" b="0" cap="all" spc="-100" baseline="0">
                <a:solidFill>
                  <a:schemeClr val="accent1"/>
                </a:solidFill>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D7E3ECEC-7E7B-4FB9-BAE8-5C10F12795EA}" type="datetimeFigureOut">
              <a:rPr lang="en-US" smtClean="0"/>
              <a:t>3/31/2026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402247232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tatement 4">
    <p:bg>
      <p:bgRef idx="1001">
        <a:schemeClr val="bg2"/>
      </p:bgRef>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EAB2664E-ED20-1581-CFBA-A89627E3FD59}"/>
              </a:ext>
              <a:ext uri="{C183D7F6-B498-43B3-948B-1728B52AA6E4}">
                <adec:decorative xmlns:adec="http://schemas.microsoft.com/office/drawing/2017/decorative" val="1"/>
              </a:ext>
            </a:extLst>
          </p:cNvPr>
          <p:cNvSpPr/>
          <p:nvPr/>
        </p:nvSpPr>
        <p:spPr>
          <a:xfrm>
            <a:off x="1" y="0"/>
            <a:ext cx="10719069" cy="5585244"/>
          </a:xfrm>
          <a:custGeom>
            <a:avLst/>
            <a:gdLst>
              <a:gd name="connsiteX0" fmla="*/ 0 w 10719069"/>
              <a:gd name="connsiteY0" fmla="*/ 0 h 5585244"/>
              <a:gd name="connsiteX1" fmla="*/ 10719069 w 10719069"/>
              <a:gd name="connsiteY1" fmla="*/ 0 h 5585244"/>
              <a:gd name="connsiteX2" fmla="*/ 10719069 w 10719069"/>
              <a:gd name="connsiteY2" fmla="*/ 5083722 h 5585244"/>
              <a:gd name="connsiteX3" fmla="*/ 10217547 w 10719069"/>
              <a:gd name="connsiteY3" fmla="*/ 5585244 h 5585244"/>
              <a:gd name="connsiteX4" fmla="*/ 0 w 10719069"/>
              <a:gd name="connsiteY4" fmla="*/ 5585244 h 55852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9069" h="5585244">
                <a:moveTo>
                  <a:pt x="0" y="0"/>
                </a:moveTo>
                <a:lnTo>
                  <a:pt x="10719069" y="0"/>
                </a:lnTo>
                <a:lnTo>
                  <a:pt x="10719069" y="5083722"/>
                </a:lnTo>
                <a:cubicBezTo>
                  <a:pt x="10719069" y="5360705"/>
                  <a:pt x="10494530" y="5585244"/>
                  <a:pt x="10217547" y="5585244"/>
                </a:cubicBezTo>
                <a:lnTo>
                  <a:pt x="0" y="5585244"/>
                </a:lnTo>
                <a:close/>
              </a:path>
            </a:pathLst>
          </a:custGeom>
          <a:solidFill>
            <a:schemeClr val="accent3">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31515" y="606176"/>
            <a:ext cx="9339210" cy="4530904"/>
          </a:xfrm>
        </p:spPr>
        <p:txBody>
          <a:bodyPr anchor="b">
            <a:normAutofit/>
          </a:bodyPr>
          <a:lstStyle>
            <a:lvl1pPr marL="0" indent="0">
              <a:lnSpc>
                <a:spcPct val="90000"/>
              </a:lnSpc>
              <a:buNone/>
              <a:defRPr sz="6600" b="0" cap="none" baseline="0">
                <a:solidFill>
                  <a:schemeClr val="accent1"/>
                </a:solidFill>
              </a:defRPr>
            </a:lvl1pPr>
            <a:lvl2pPr marL="228600" indent="0">
              <a:lnSpc>
                <a:spcPct val="90000"/>
              </a:lnSpc>
              <a:buNone/>
              <a:defRPr sz="6000" b="0" cap="none" baseline="0">
                <a:solidFill>
                  <a:schemeClr val="accent1"/>
                </a:solidFill>
              </a:defRPr>
            </a:lvl2pPr>
            <a:lvl3pPr marL="457200" indent="0">
              <a:lnSpc>
                <a:spcPct val="90000"/>
              </a:lnSpc>
              <a:buNone/>
              <a:defRPr sz="5400" b="0" cap="none" baseline="0">
                <a:solidFill>
                  <a:schemeClr val="accent1"/>
                </a:solidFill>
              </a:defRPr>
            </a:lvl3pPr>
            <a:lvl4pPr marL="685800" indent="0">
              <a:lnSpc>
                <a:spcPct val="90000"/>
              </a:lnSpc>
              <a:buNone/>
              <a:defRPr sz="4800" b="0" cap="none" baseline="0">
                <a:solidFill>
                  <a:schemeClr val="accent1"/>
                </a:solidFill>
              </a:defRPr>
            </a:lvl4pPr>
            <a:lvl5pPr marL="914400" indent="0">
              <a:lnSpc>
                <a:spcPct val="90000"/>
              </a:lnSpc>
              <a:buNone/>
              <a:defRPr sz="4400" b="0" cap="none" baseline="0">
                <a:solidFill>
                  <a:schemeClr val="accent1"/>
                </a:solidFill>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accent1"/>
                </a:solidFill>
              </a:defRPr>
            </a:lvl1p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accent1"/>
                </a:solidFill>
              </a:defRPr>
            </a:lvl1pPr>
          </a:lstStyle>
          <a:p>
            <a:fld id="{D7E3ECEC-7E7B-4FB9-BAE8-5C10F12795EA}" type="datetimeFigureOut">
              <a:rPr lang="en-US" smtClean="0"/>
              <a:t>3/31/2026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accent1"/>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402424837"/>
      </p:ext>
    </p:extLst>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tatem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343032" y="1455226"/>
            <a:ext cx="10152770" cy="5065498"/>
          </a:xfrm>
        </p:spPr>
        <p:txBody>
          <a:bodyPr anchor="b">
            <a:normAutofit/>
          </a:bodyPr>
          <a:lstStyle>
            <a:lvl1pPr marL="0" indent="0">
              <a:lnSpc>
                <a:spcPct val="90000"/>
              </a:lnSpc>
              <a:buNone/>
              <a:defRPr sz="7200" b="0">
                <a:solidFill>
                  <a:schemeClr val="accent1"/>
                </a:solidFill>
              </a:defRPr>
            </a:lvl1pPr>
            <a:lvl2pPr marL="228600" indent="0">
              <a:lnSpc>
                <a:spcPct val="90000"/>
              </a:lnSpc>
              <a:buNone/>
              <a:defRPr sz="6600" b="0">
                <a:solidFill>
                  <a:schemeClr val="accent1"/>
                </a:solidFill>
              </a:defRPr>
            </a:lvl2pPr>
            <a:lvl3pPr marL="457200" indent="0">
              <a:lnSpc>
                <a:spcPct val="90000"/>
              </a:lnSpc>
              <a:buNone/>
              <a:defRPr sz="6000" b="0">
                <a:solidFill>
                  <a:schemeClr val="accent1"/>
                </a:solidFill>
              </a:defRPr>
            </a:lvl3pPr>
            <a:lvl4pPr marL="685800" indent="0">
              <a:lnSpc>
                <a:spcPct val="90000"/>
              </a:lnSpc>
              <a:buNone/>
              <a:defRPr sz="5400" b="0">
                <a:solidFill>
                  <a:schemeClr val="accent1"/>
                </a:solidFill>
              </a:defRPr>
            </a:lvl4pPr>
            <a:lvl5pPr marL="914400" indent="0">
              <a:lnSpc>
                <a:spcPct val="90000"/>
              </a:lnSpc>
              <a:buNone/>
              <a:defRPr sz="4800" b="0">
                <a:solidFill>
                  <a:schemeClr val="accent1"/>
                </a:solidFill>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768096" y="64008"/>
            <a:ext cx="3569995" cy="338328"/>
          </a:xfrm>
        </p:spPr>
        <p:txBody>
          <a:body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9291411" y="64008"/>
            <a:ext cx="1612674" cy="338328"/>
          </a:xfrm>
        </p:spPr>
        <p:txBody>
          <a:bodyPr/>
          <a:lstStyle/>
          <a:p>
            <a:fld id="{D7E3ECEC-7E7B-4FB9-BAE8-5C10F12795EA}" type="datetimeFigureOut">
              <a:rPr lang="en-US" smtClean="0"/>
              <a:t>3/31/2026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055096" y="64008"/>
            <a:ext cx="457200" cy="338328"/>
          </a:xfrm>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373536447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Quote">
    <p:bg>
      <p:bgPr>
        <a:solidFill>
          <a:schemeClr val="accent3">
            <a:alpha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B7014-5970-11E5-11F0-6B902283689F}"/>
              </a:ext>
            </a:extLst>
          </p:cNvPr>
          <p:cNvSpPr>
            <a:spLocks noGrp="1"/>
          </p:cNvSpPr>
          <p:nvPr>
            <p:ph type="title" hasCustomPrompt="1"/>
          </p:nvPr>
        </p:nvSpPr>
        <p:spPr>
          <a:xfrm>
            <a:off x="772090" y="5085707"/>
            <a:ext cx="8968722" cy="757309"/>
          </a:xfrm>
        </p:spPr>
        <p:txBody>
          <a:bodyPr anchor="t">
            <a:normAutofit/>
          </a:bodyPr>
          <a:lstStyle>
            <a:lvl1pPr>
              <a:lnSpc>
                <a:spcPct val="120000"/>
              </a:lnSpc>
              <a:defRPr sz="1600">
                <a:latin typeface="+mn-lt"/>
              </a:defRPr>
            </a:lvl1pPr>
          </a:lstStyle>
          <a:p>
            <a:r>
              <a:rPr lang="en-US"/>
              <a:t>Quote Author</a:t>
            </a:r>
          </a:p>
        </p:txBody>
      </p:sp>
      <p:sp>
        <p:nvSpPr>
          <p:cNvPr id="7" name="Content Placeholder 6">
            <a:extLst>
              <a:ext uri="{FF2B5EF4-FFF2-40B4-BE49-F238E27FC236}">
                <a16:creationId xmlns:a16="http://schemas.microsoft.com/office/drawing/2014/main" id="{63EF4BD9-B936-0E90-F933-A03D5E185561}"/>
              </a:ext>
            </a:extLst>
          </p:cNvPr>
          <p:cNvSpPr>
            <a:spLocks noGrp="1"/>
          </p:cNvSpPr>
          <p:nvPr>
            <p:ph sz="quarter" idx="13" hasCustomPrompt="1"/>
          </p:nvPr>
        </p:nvSpPr>
        <p:spPr>
          <a:xfrm>
            <a:off x="772090" y="821934"/>
            <a:ext cx="8968722" cy="3742116"/>
          </a:xfrm>
        </p:spPr>
        <p:txBody>
          <a:bodyPr anchor="t">
            <a:normAutofit/>
          </a:bodyPr>
          <a:lstStyle>
            <a:lvl1pPr marL="137160" indent="-137160">
              <a:lnSpc>
                <a:spcPct val="100000"/>
              </a:lnSpc>
              <a:spcBef>
                <a:spcPts val="0"/>
              </a:spcBef>
              <a:buNone/>
              <a:defRPr sz="6000">
                <a:solidFill>
                  <a:schemeClr val="accent1"/>
                </a:solidFill>
                <a:latin typeface="+mj-lt"/>
              </a:defRPr>
            </a:lvl1pPr>
          </a:lstStyle>
          <a:p>
            <a:pPr lvl="0"/>
            <a:r>
              <a:rPr lang="en-US"/>
              <a:t>Click to edit Quote</a:t>
            </a:r>
          </a:p>
        </p:txBody>
      </p:sp>
      <p:sp>
        <p:nvSpPr>
          <p:cNvPr id="4" name="Footer Placeholder 3">
            <a:extLst>
              <a:ext uri="{FF2B5EF4-FFF2-40B4-BE49-F238E27FC236}">
                <a16:creationId xmlns:a16="http://schemas.microsoft.com/office/drawing/2014/main" id="{CB66F519-3A11-8ACC-F11B-0C5B8388C6E7}"/>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7450CCE4-9136-9EA6-8630-92DA75F38F3D}"/>
              </a:ext>
            </a:extLst>
          </p:cNvPr>
          <p:cNvSpPr>
            <a:spLocks noGrp="1"/>
          </p:cNvSpPr>
          <p:nvPr>
            <p:ph type="dt" sz="half" idx="10"/>
          </p:nvPr>
        </p:nvSpPr>
        <p:spPr/>
        <p:txBody>
          <a:bodyPr/>
          <a:lstStyle/>
          <a:p>
            <a:fld id="{D7E3ECEC-7E7B-4FB9-BAE8-5C10F12795EA}" type="datetimeFigureOut">
              <a:rPr lang="en-US" smtClean="0"/>
              <a:t>3/31/2026</a:t>
            </a:fld>
            <a:endParaRPr lang="en-US"/>
          </a:p>
        </p:txBody>
      </p:sp>
      <p:sp>
        <p:nvSpPr>
          <p:cNvPr id="5" name="Slide Number Placeholder 4">
            <a:extLst>
              <a:ext uri="{FF2B5EF4-FFF2-40B4-BE49-F238E27FC236}">
                <a16:creationId xmlns:a16="http://schemas.microsoft.com/office/drawing/2014/main" id="{3B677173-46BB-8B19-DE87-86D46A98F540}"/>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320348300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Quote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B7014-5970-11E5-11F0-6B902283689F}"/>
              </a:ext>
            </a:extLst>
          </p:cNvPr>
          <p:cNvSpPr>
            <a:spLocks noGrp="1"/>
          </p:cNvSpPr>
          <p:nvPr>
            <p:ph type="title" hasCustomPrompt="1"/>
          </p:nvPr>
        </p:nvSpPr>
        <p:spPr>
          <a:xfrm>
            <a:off x="768096" y="4965192"/>
            <a:ext cx="9841113" cy="1289304"/>
          </a:xfrm>
        </p:spPr>
        <p:txBody>
          <a:bodyPr anchor="ctr">
            <a:normAutofit/>
          </a:bodyPr>
          <a:lstStyle>
            <a:lvl1pPr>
              <a:lnSpc>
                <a:spcPct val="120000"/>
              </a:lnSpc>
              <a:defRPr sz="1800" b="0">
                <a:latin typeface="+mn-lt"/>
              </a:defRPr>
            </a:lvl1pPr>
          </a:lstStyle>
          <a:p>
            <a:r>
              <a:rPr lang="en-US"/>
              <a:t>Quote Author</a:t>
            </a:r>
          </a:p>
        </p:txBody>
      </p:sp>
      <p:sp>
        <p:nvSpPr>
          <p:cNvPr id="7" name="Content Placeholder 6">
            <a:extLst>
              <a:ext uri="{FF2B5EF4-FFF2-40B4-BE49-F238E27FC236}">
                <a16:creationId xmlns:a16="http://schemas.microsoft.com/office/drawing/2014/main" id="{63EF4BD9-B936-0E90-F933-A03D5E185561}"/>
              </a:ext>
            </a:extLst>
          </p:cNvPr>
          <p:cNvSpPr>
            <a:spLocks noGrp="1"/>
          </p:cNvSpPr>
          <p:nvPr>
            <p:ph sz="quarter" idx="13" hasCustomPrompt="1"/>
          </p:nvPr>
        </p:nvSpPr>
        <p:spPr>
          <a:xfrm>
            <a:off x="772090" y="729465"/>
            <a:ext cx="9841114" cy="3814182"/>
          </a:xfrm>
        </p:spPr>
        <p:txBody>
          <a:bodyPr anchor="t">
            <a:normAutofit/>
          </a:bodyPr>
          <a:lstStyle>
            <a:lvl1pPr marL="137160" indent="-137160">
              <a:lnSpc>
                <a:spcPct val="90000"/>
              </a:lnSpc>
              <a:spcBef>
                <a:spcPts val="0"/>
              </a:spcBef>
              <a:buNone/>
              <a:defRPr sz="7200">
                <a:solidFill>
                  <a:schemeClr val="accent1"/>
                </a:solidFill>
                <a:latin typeface="+mj-lt"/>
              </a:defRPr>
            </a:lvl1pPr>
          </a:lstStyle>
          <a:p>
            <a:pPr lvl="0"/>
            <a:r>
              <a:rPr lang="en-US"/>
              <a:t>Click to edit Quote</a:t>
            </a:r>
          </a:p>
        </p:txBody>
      </p:sp>
      <p:sp>
        <p:nvSpPr>
          <p:cNvPr id="9" name="Footer Placeholder 8">
            <a:extLst>
              <a:ext uri="{FF2B5EF4-FFF2-40B4-BE49-F238E27FC236}">
                <a16:creationId xmlns:a16="http://schemas.microsoft.com/office/drawing/2014/main" id="{A8AE5996-C1E5-AFF0-1C20-EFDC8711799D}"/>
              </a:ext>
            </a:extLst>
          </p:cNvPr>
          <p:cNvSpPr>
            <a:spLocks noGrp="1"/>
          </p:cNvSpPr>
          <p:nvPr>
            <p:ph type="ftr" sz="quarter" idx="15"/>
          </p:nvPr>
        </p:nvSpPr>
        <p:spPr/>
        <p:txBody>
          <a:bodyPr/>
          <a:lstStyle/>
          <a:p>
            <a:endParaRPr lang="en-US"/>
          </a:p>
        </p:txBody>
      </p:sp>
      <p:sp>
        <p:nvSpPr>
          <p:cNvPr id="6" name="Date Placeholder 5">
            <a:extLst>
              <a:ext uri="{FF2B5EF4-FFF2-40B4-BE49-F238E27FC236}">
                <a16:creationId xmlns:a16="http://schemas.microsoft.com/office/drawing/2014/main" id="{1554EA42-18F1-82AE-02C3-B2B2A57AD709}"/>
              </a:ext>
            </a:extLst>
          </p:cNvPr>
          <p:cNvSpPr>
            <a:spLocks noGrp="1"/>
          </p:cNvSpPr>
          <p:nvPr>
            <p:ph type="dt" sz="half" idx="14"/>
          </p:nvPr>
        </p:nvSpPr>
        <p:spPr/>
        <p:txBody>
          <a:bodyPr/>
          <a:lstStyle/>
          <a:p>
            <a:fld id="{D7E3ECEC-7E7B-4FB9-BAE8-5C10F12795EA}" type="datetimeFigureOut">
              <a:rPr lang="en-US" smtClean="0"/>
              <a:t>3/31/2026</a:t>
            </a:fld>
            <a:endParaRPr lang="en-US"/>
          </a:p>
        </p:txBody>
      </p:sp>
      <p:sp>
        <p:nvSpPr>
          <p:cNvPr id="10" name="Slide Number Placeholder 9">
            <a:extLst>
              <a:ext uri="{FF2B5EF4-FFF2-40B4-BE49-F238E27FC236}">
                <a16:creationId xmlns:a16="http://schemas.microsoft.com/office/drawing/2014/main" id="{4A8ACF18-7D60-FEE3-1B8D-6E5F51611A84}"/>
              </a:ext>
            </a:extLst>
          </p:cNvPr>
          <p:cNvSpPr>
            <a:spLocks noGrp="1"/>
          </p:cNvSpPr>
          <p:nvPr>
            <p:ph type="sldNum" sz="quarter" idx="16"/>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003864370"/>
      </p:ext>
    </p:extLst>
  </p:cSld>
  <p:clrMapOvr>
    <a:overrideClrMapping bg1="lt1" tx1="dk1" bg2="lt2" tx2="dk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Quote 3">
    <p:bg>
      <p:bgPr>
        <a:solidFill>
          <a:schemeClr val="bg2"/>
        </a:solidFill>
        <a:effectLst/>
      </p:bgPr>
    </p:bg>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243F357D-01B6-71AD-58FF-26C551B8D6F8}"/>
              </a:ext>
              <a:ext uri="{C183D7F6-B498-43B3-948B-1728B52AA6E4}">
                <adec:decorative xmlns:adec="http://schemas.microsoft.com/office/drawing/2017/decorative" val="1"/>
              </a:ext>
            </a:extLst>
          </p:cNvPr>
          <p:cNvSpPr/>
          <p:nvPr/>
        </p:nvSpPr>
        <p:spPr>
          <a:xfrm rot="10800000" flipH="1">
            <a:off x="0" y="5155892"/>
            <a:ext cx="11468099" cy="1702107"/>
          </a:xfrm>
          <a:custGeom>
            <a:avLst/>
            <a:gdLst>
              <a:gd name="connsiteX0" fmla="*/ 10322569 w 10836926"/>
              <a:gd name="connsiteY0" fmla="*/ 1702107 h 1702107"/>
              <a:gd name="connsiteX1" fmla="*/ 0 w 10836926"/>
              <a:gd name="connsiteY1" fmla="*/ 1702107 h 1702107"/>
              <a:gd name="connsiteX2" fmla="*/ 0 w 10836926"/>
              <a:gd name="connsiteY2" fmla="*/ 0 h 1702107"/>
              <a:gd name="connsiteX3" fmla="*/ 10836926 w 10836926"/>
              <a:gd name="connsiteY3" fmla="*/ 0 h 1702107"/>
              <a:gd name="connsiteX4" fmla="*/ 10836926 w 10836926"/>
              <a:gd name="connsiteY4" fmla="*/ 1187751 h 1702107"/>
              <a:gd name="connsiteX5" fmla="*/ 10322569 w 10836926"/>
              <a:gd name="connsiteY5" fmla="*/ 1702107 h 1702107"/>
              <a:gd name="connsiteX0" fmla="*/ 10990389 w 11504746"/>
              <a:gd name="connsiteY0" fmla="*/ 1702107 h 1702107"/>
              <a:gd name="connsiteX1" fmla="*/ 0 w 11504746"/>
              <a:gd name="connsiteY1" fmla="*/ 1702107 h 1702107"/>
              <a:gd name="connsiteX2" fmla="*/ 667820 w 11504746"/>
              <a:gd name="connsiteY2" fmla="*/ 0 h 1702107"/>
              <a:gd name="connsiteX3" fmla="*/ 11504746 w 11504746"/>
              <a:gd name="connsiteY3" fmla="*/ 0 h 1702107"/>
              <a:gd name="connsiteX4" fmla="*/ 11504746 w 11504746"/>
              <a:gd name="connsiteY4" fmla="*/ 1187751 h 1702107"/>
              <a:gd name="connsiteX5" fmla="*/ 10990389 w 11504746"/>
              <a:gd name="connsiteY5" fmla="*/ 1702107 h 1702107"/>
              <a:gd name="connsiteX0" fmla="*/ 11000664 w 11515021"/>
              <a:gd name="connsiteY0" fmla="*/ 1702107 h 1702107"/>
              <a:gd name="connsiteX1" fmla="*/ 10275 w 11515021"/>
              <a:gd name="connsiteY1" fmla="*/ 1702107 h 1702107"/>
              <a:gd name="connsiteX2" fmla="*/ 0 w 11515021"/>
              <a:gd name="connsiteY2" fmla="*/ 0 h 1702107"/>
              <a:gd name="connsiteX3" fmla="*/ 11515021 w 11515021"/>
              <a:gd name="connsiteY3" fmla="*/ 0 h 1702107"/>
              <a:gd name="connsiteX4" fmla="*/ 11515021 w 11515021"/>
              <a:gd name="connsiteY4" fmla="*/ 1187751 h 1702107"/>
              <a:gd name="connsiteX5" fmla="*/ 11000664 w 11515021"/>
              <a:gd name="connsiteY5" fmla="*/ 1702107 h 1702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15021" h="1702107">
                <a:moveTo>
                  <a:pt x="11000664" y="1702107"/>
                </a:moveTo>
                <a:lnTo>
                  <a:pt x="10275" y="1702107"/>
                </a:lnTo>
                <a:lnTo>
                  <a:pt x="0" y="0"/>
                </a:lnTo>
                <a:lnTo>
                  <a:pt x="11515021" y="0"/>
                </a:lnTo>
                <a:lnTo>
                  <a:pt x="11515021" y="1187751"/>
                </a:lnTo>
                <a:cubicBezTo>
                  <a:pt x="11515021" y="1471822"/>
                  <a:pt x="11284736" y="1702107"/>
                  <a:pt x="11000664" y="1702107"/>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297B7014-5970-11E5-11F0-6B902283689F}"/>
              </a:ext>
            </a:extLst>
          </p:cNvPr>
          <p:cNvSpPr>
            <a:spLocks noGrp="1"/>
          </p:cNvSpPr>
          <p:nvPr>
            <p:ph type="title" hasCustomPrompt="1"/>
          </p:nvPr>
        </p:nvSpPr>
        <p:spPr>
          <a:xfrm>
            <a:off x="1438381" y="5684948"/>
            <a:ext cx="9060691" cy="643997"/>
          </a:xfrm>
        </p:spPr>
        <p:txBody>
          <a:bodyPr anchor="ctr">
            <a:normAutofit/>
          </a:bodyPr>
          <a:lstStyle>
            <a:lvl1pPr algn="r">
              <a:lnSpc>
                <a:spcPct val="120000"/>
              </a:lnSpc>
              <a:defRPr sz="1600">
                <a:latin typeface="+mn-lt"/>
              </a:defRPr>
            </a:lvl1pPr>
          </a:lstStyle>
          <a:p>
            <a:r>
              <a:rPr lang="en-US"/>
              <a:t>Quote Author</a:t>
            </a:r>
          </a:p>
        </p:txBody>
      </p:sp>
      <p:sp>
        <p:nvSpPr>
          <p:cNvPr id="7" name="Content Placeholder 6">
            <a:extLst>
              <a:ext uri="{FF2B5EF4-FFF2-40B4-BE49-F238E27FC236}">
                <a16:creationId xmlns:a16="http://schemas.microsoft.com/office/drawing/2014/main" id="{63EF4BD9-B936-0E90-F933-A03D5E185561}"/>
              </a:ext>
            </a:extLst>
          </p:cNvPr>
          <p:cNvSpPr>
            <a:spLocks noGrp="1"/>
          </p:cNvSpPr>
          <p:nvPr>
            <p:ph sz="quarter" idx="13" hasCustomPrompt="1"/>
          </p:nvPr>
        </p:nvSpPr>
        <p:spPr>
          <a:xfrm>
            <a:off x="1438382" y="1027417"/>
            <a:ext cx="9060691" cy="3400746"/>
          </a:xfrm>
        </p:spPr>
        <p:txBody>
          <a:bodyPr anchor="ctr">
            <a:normAutofit/>
          </a:bodyPr>
          <a:lstStyle>
            <a:lvl1pPr marL="137160" indent="-137160">
              <a:lnSpc>
                <a:spcPct val="100000"/>
              </a:lnSpc>
              <a:spcBef>
                <a:spcPts val="0"/>
              </a:spcBef>
              <a:buNone/>
              <a:defRPr sz="4800">
                <a:solidFill>
                  <a:schemeClr val="accent1"/>
                </a:solidFill>
                <a:latin typeface="+mj-lt"/>
              </a:defRPr>
            </a:lvl1pPr>
          </a:lstStyle>
          <a:p>
            <a:pPr lvl="0"/>
            <a:r>
              <a:rPr lang="en-US"/>
              <a:t>Click to edit Quote</a:t>
            </a:r>
          </a:p>
        </p:txBody>
      </p:sp>
      <p:sp>
        <p:nvSpPr>
          <p:cNvPr id="4" name="Footer Placeholder 3">
            <a:extLst>
              <a:ext uri="{FF2B5EF4-FFF2-40B4-BE49-F238E27FC236}">
                <a16:creationId xmlns:a16="http://schemas.microsoft.com/office/drawing/2014/main" id="{CB66F519-3A11-8ACC-F11B-0C5B8388C6E7}"/>
              </a:ext>
            </a:extLst>
          </p:cNvPr>
          <p:cNvSpPr>
            <a:spLocks noGrp="1"/>
          </p:cNvSpPr>
          <p:nvPr>
            <p:ph type="ftr" sz="quarter" idx="11"/>
          </p:nvPr>
        </p:nvSpPr>
        <p:spPr>
          <a:xfrm>
            <a:off x="772090" y="6382512"/>
            <a:ext cx="2816835" cy="338328"/>
          </a:xfrm>
        </p:spPr>
        <p:txBody>
          <a:bodyPr/>
          <a:lstStyle/>
          <a:p>
            <a:endParaRPr lang="en-US"/>
          </a:p>
        </p:txBody>
      </p:sp>
      <p:sp>
        <p:nvSpPr>
          <p:cNvPr id="3" name="Date Placeholder 2">
            <a:extLst>
              <a:ext uri="{FF2B5EF4-FFF2-40B4-BE49-F238E27FC236}">
                <a16:creationId xmlns:a16="http://schemas.microsoft.com/office/drawing/2014/main" id="{7450CCE4-9136-9EA6-8630-92DA75F38F3D}"/>
              </a:ext>
            </a:extLst>
          </p:cNvPr>
          <p:cNvSpPr>
            <a:spLocks noGrp="1"/>
          </p:cNvSpPr>
          <p:nvPr>
            <p:ph type="dt" sz="half" idx="10"/>
          </p:nvPr>
        </p:nvSpPr>
        <p:spPr>
          <a:xfrm>
            <a:off x="9291411" y="6382512"/>
            <a:ext cx="1612674" cy="338328"/>
          </a:xfrm>
        </p:spPr>
        <p:txBody>
          <a:bodyPr/>
          <a:lstStyle/>
          <a:p>
            <a:fld id="{D7E3ECEC-7E7B-4FB9-BAE8-5C10F12795EA}" type="datetimeFigureOut">
              <a:rPr lang="en-US" smtClean="0"/>
              <a:t>3/31/2026</a:t>
            </a:fld>
            <a:endParaRPr lang="en-US"/>
          </a:p>
        </p:txBody>
      </p:sp>
      <p:sp>
        <p:nvSpPr>
          <p:cNvPr id="5" name="Slide Number Placeholder 4">
            <a:extLst>
              <a:ext uri="{FF2B5EF4-FFF2-40B4-BE49-F238E27FC236}">
                <a16:creationId xmlns:a16="http://schemas.microsoft.com/office/drawing/2014/main" id="{3B677173-46BB-8B19-DE87-86D46A98F540}"/>
              </a:ext>
            </a:extLst>
          </p:cNvPr>
          <p:cNvSpPr>
            <a:spLocks noGrp="1"/>
          </p:cNvSpPr>
          <p:nvPr>
            <p:ph type="sldNum" sz="quarter" idx="12"/>
          </p:nvPr>
        </p:nvSpPr>
        <p:spPr>
          <a:xfrm>
            <a:off x="11050742" y="6382512"/>
            <a:ext cx="457200" cy="338328"/>
          </a:xfrm>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166354183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Quote 4">
    <p:bg>
      <p:bgPr>
        <a:solidFill>
          <a:schemeClr val="bg2"/>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ADA777E9-52E4-B265-D19D-C179BB567FA4}"/>
              </a:ext>
              <a:ext uri="{C183D7F6-B498-43B3-948B-1728B52AA6E4}">
                <adec:decorative xmlns:adec="http://schemas.microsoft.com/office/drawing/2017/decorative" val="1"/>
              </a:ext>
            </a:extLst>
          </p:cNvPr>
          <p:cNvSpPr/>
          <p:nvPr/>
        </p:nvSpPr>
        <p:spPr>
          <a:xfrm>
            <a:off x="0" y="0"/>
            <a:ext cx="10809939" cy="5148072"/>
          </a:xfrm>
          <a:custGeom>
            <a:avLst/>
            <a:gdLst>
              <a:gd name="connsiteX0" fmla="*/ 0 w 10809939"/>
              <a:gd name="connsiteY0" fmla="*/ 0 h 5148072"/>
              <a:gd name="connsiteX1" fmla="*/ 10809939 w 10809939"/>
              <a:gd name="connsiteY1" fmla="*/ 0 h 5148072"/>
              <a:gd name="connsiteX2" fmla="*/ 10809939 w 10809939"/>
              <a:gd name="connsiteY2" fmla="*/ 4646550 h 5148072"/>
              <a:gd name="connsiteX3" fmla="*/ 10308417 w 10809939"/>
              <a:gd name="connsiteY3" fmla="*/ 5148072 h 5148072"/>
              <a:gd name="connsiteX4" fmla="*/ 0 w 10809939"/>
              <a:gd name="connsiteY4" fmla="*/ 5148072 h 51480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9939" h="5148072">
                <a:moveTo>
                  <a:pt x="0" y="0"/>
                </a:moveTo>
                <a:lnTo>
                  <a:pt x="10809939" y="0"/>
                </a:lnTo>
                <a:lnTo>
                  <a:pt x="10809939" y="4646550"/>
                </a:lnTo>
                <a:cubicBezTo>
                  <a:pt x="10809939" y="4923533"/>
                  <a:pt x="10585400" y="5148072"/>
                  <a:pt x="10308417" y="5148072"/>
                </a:cubicBezTo>
                <a:lnTo>
                  <a:pt x="0" y="5148072"/>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297B7014-5970-11E5-11F0-6B902283689F}"/>
              </a:ext>
            </a:extLst>
          </p:cNvPr>
          <p:cNvSpPr>
            <a:spLocks noGrp="1"/>
          </p:cNvSpPr>
          <p:nvPr>
            <p:ph type="title" hasCustomPrompt="1"/>
          </p:nvPr>
        </p:nvSpPr>
        <p:spPr>
          <a:xfrm>
            <a:off x="767446" y="5518298"/>
            <a:ext cx="8964384" cy="818494"/>
          </a:xfrm>
        </p:spPr>
        <p:txBody>
          <a:bodyPr anchor="ctr">
            <a:normAutofit/>
          </a:bodyPr>
          <a:lstStyle>
            <a:lvl1pPr>
              <a:lnSpc>
                <a:spcPct val="120000"/>
              </a:lnSpc>
              <a:defRPr sz="1600" b="0">
                <a:latin typeface="+mn-lt"/>
              </a:defRPr>
            </a:lvl1pPr>
          </a:lstStyle>
          <a:p>
            <a:r>
              <a:rPr lang="en-US"/>
              <a:t>Quote Author</a:t>
            </a:r>
          </a:p>
        </p:txBody>
      </p:sp>
      <p:sp>
        <p:nvSpPr>
          <p:cNvPr id="7" name="Content Placeholder 6">
            <a:extLst>
              <a:ext uri="{FF2B5EF4-FFF2-40B4-BE49-F238E27FC236}">
                <a16:creationId xmlns:a16="http://schemas.microsoft.com/office/drawing/2014/main" id="{63EF4BD9-B936-0E90-F933-A03D5E185561}"/>
              </a:ext>
            </a:extLst>
          </p:cNvPr>
          <p:cNvSpPr>
            <a:spLocks noGrp="1"/>
          </p:cNvSpPr>
          <p:nvPr>
            <p:ph sz="quarter" idx="13" hasCustomPrompt="1"/>
          </p:nvPr>
        </p:nvSpPr>
        <p:spPr>
          <a:xfrm>
            <a:off x="767446" y="750013"/>
            <a:ext cx="8733760" cy="3800721"/>
          </a:xfrm>
        </p:spPr>
        <p:txBody>
          <a:bodyPr anchor="t">
            <a:normAutofit/>
          </a:bodyPr>
          <a:lstStyle>
            <a:lvl1pPr marL="137160" indent="-137160">
              <a:lnSpc>
                <a:spcPct val="90000"/>
              </a:lnSpc>
              <a:spcBef>
                <a:spcPts val="0"/>
              </a:spcBef>
              <a:buNone/>
              <a:defRPr sz="5400">
                <a:solidFill>
                  <a:schemeClr val="accent1"/>
                </a:solidFill>
                <a:latin typeface="+mj-lt"/>
              </a:defRPr>
            </a:lvl1pPr>
          </a:lstStyle>
          <a:p>
            <a:pPr lvl="0"/>
            <a:r>
              <a:rPr lang="en-US"/>
              <a:t>Click to edit Quote</a:t>
            </a:r>
          </a:p>
        </p:txBody>
      </p:sp>
      <p:sp>
        <p:nvSpPr>
          <p:cNvPr id="8" name="Footer Placeholder 7">
            <a:extLst>
              <a:ext uri="{FF2B5EF4-FFF2-40B4-BE49-F238E27FC236}">
                <a16:creationId xmlns:a16="http://schemas.microsoft.com/office/drawing/2014/main" id="{0AD62116-941C-252B-AE63-2508CE4FDD3F}"/>
              </a:ext>
            </a:extLst>
          </p:cNvPr>
          <p:cNvSpPr>
            <a:spLocks noGrp="1"/>
          </p:cNvSpPr>
          <p:nvPr>
            <p:ph type="ftr" sz="quarter" idx="15"/>
          </p:nvPr>
        </p:nvSpPr>
        <p:spPr>
          <a:xfrm>
            <a:off x="772090" y="6382512"/>
            <a:ext cx="2816835" cy="338328"/>
          </a:xfrm>
        </p:spPr>
        <p:txBody>
          <a:bodyPr/>
          <a:lstStyle/>
          <a:p>
            <a:endParaRPr lang="en-US"/>
          </a:p>
        </p:txBody>
      </p:sp>
      <p:sp>
        <p:nvSpPr>
          <p:cNvPr id="6" name="Date Placeholder 5">
            <a:extLst>
              <a:ext uri="{FF2B5EF4-FFF2-40B4-BE49-F238E27FC236}">
                <a16:creationId xmlns:a16="http://schemas.microsoft.com/office/drawing/2014/main" id="{23547C88-24DC-DAA1-274D-9715ED6805BC}"/>
              </a:ext>
            </a:extLst>
          </p:cNvPr>
          <p:cNvSpPr>
            <a:spLocks noGrp="1"/>
          </p:cNvSpPr>
          <p:nvPr>
            <p:ph type="dt" sz="half" idx="14"/>
          </p:nvPr>
        </p:nvSpPr>
        <p:spPr>
          <a:xfrm>
            <a:off x="9291411" y="6382512"/>
            <a:ext cx="1612674" cy="338328"/>
          </a:xfrm>
        </p:spPr>
        <p:txBody>
          <a:bodyPr/>
          <a:lstStyle/>
          <a:p>
            <a:fld id="{D7E3ECEC-7E7B-4FB9-BAE8-5C10F12795EA}" type="datetimeFigureOut">
              <a:rPr lang="en-US" smtClean="0"/>
              <a:t>3/31/2026</a:t>
            </a:fld>
            <a:endParaRPr lang="en-US"/>
          </a:p>
        </p:txBody>
      </p:sp>
      <p:sp>
        <p:nvSpPr>
          <p:cNvPr id="10" name="Slide Number Placeholder 9">
            <a:extLst>
              <a:ext uri="{FF2B5EF4-FFF2-40B4-BE49-F238E27FC236}">
                <a16:creationId xmlns:a16="http://schemas.microsoft.com/office/drawing/2014/main" id="{A921AC9D-428B-1CE3-499F-1289B47D5F26}"/>
              </a:ext>
            </a:extLst>
          </p:cNvPr>
          <p:cNvSpPr>
            <a:spLocks noGrp="1"/>
          </p:cNvSpPr>
          <p:nvPr>
            <p:ph type="sldNum" sz="quarter" idx="16"/>
          </p:nvPr>
        </p:nvSpPr>
        <p:spPr>
          <a:xfrm>
            <a:off x="11050742" y="6382512"/>
            <a:ext cx="457200" cy="338328"/>
          </a:xfrm>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390692023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Quote 5">
    <p:bg>
      <p:bgPr>
        <a:solidFill>
          <a:schemeClr val="accent3">
            <a:alpha val="60000"/>
          </a:schemeClr>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0EBA2EC2-4347-818C-501D-DEEA9CA0D13B}"/>
              </a:ext>
              <a:ext uri="{C183D7F6-B498-43B3-948B-1728B52AA6E4}">
                <adec:decorative xmlns:adec="http://schemas.microsoft.com/office/drawing/2017/decorative" val="1"/>
              </a:ext>
            </a:extLst>
          </p:cNvPr>
          <p:cNvSpPr/>
          <p:nvPr/>
        </p:nvSpPr>
        <p:spPr>
          <a:xfrm>
            <a:off x="1" y="-1"/>
            <a:ext cx="10809939" cy="5617255"/>
          </a:xfrm>
          <a:custGeom>
            <a:avLst/>
            <a:gdLst>
              <a:gd name="connsiteX0" fmla="*/ 0 w 10809939"/>
              <a:gd name="connsiteY0" fmla="*/ 0 h 5638868"/>
              <a:gd name="connsiteX1" fmla="*/ 10809939 w 10809939"/>
              <a:gd name="connsiteY1" fmla="*/ 0 h 5638868"/>
              <a:gd name="connsiteX2" fmla="*/ 10809939 w 10809939"/>
              <a:gd name="connsiteY2" fmla="*/ 5116914 h 5638868"/>
              <a:gd name="connsiteX3" fmla="*/ 10287986 w 10809939"/>
              <a:gd name="connsiteY3" fmla="*/ 5638868 h 5638868"/>
              <a:gd name="connsiteX4" fmla="*/ 0 w 10809939"/>
              <a:gd name="connsiteY4" fmla="*/ 5638868 h 563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9939" h="5638868">
                <a:moveTo>
                  <a:pt x="0" y="0"/>
                </a:moveTo>
                <a:lnTo>
                  <a:pt x="10809939" y="0"/>
                </a:lnTo>
                <a:lnTo>
                  <a:pt x="10809939" y="5116914"/>
                </a:lnTo>
                <a:cubicBezTo>
                  <a:pt x="10809939" y="5405181"/>
                  <a:pt x="10576253" y="5638868"/>
                  <a:pt x="10287986" y="5638868"/>
                </a:cubicBezTo>
                <a:lnTo>
                  <a:pt x="0" y="5638868"/>
                </a:lnTo>
                <a:close/>
              </a:path>
            </a:pathLst>
          </a:cu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297B7014-5970-11E5-11F0-6B902283689F}"/>
              </a:ext>
            </a:extLst>
          </p:cNvPr>
          <p:cNvSpPr>
            <a:spLocks noGrp="1"/>
          </p:cNvSpPr>
          <p:nvPr>
            <p:ph type="title" hasCustomPrompt="1"/>
          </p:nvPr>
        </p:nvSpPr>
        <p:spPr>
          <a:xfrm>
            <a:off x="2876765" y="4318612"/>
            <a:ext cx="7364515" cy="996027"/>
          </a:xfrm>
        </p:spPr>
        <p:txBody>
          <a:bodyPr anchor="ctr">
            <a:normAutofit/>
          </a:bodyPr>
          <a:lstStyle>
            <a:lvl1pPr algn="r">
              <a:lnSpc>
                <a:spcPct val="120000"/>
              </a:lnSpc>
              <a:defRPr sz="1400" b="0" spc="100" baseline="0">
                <a:latin typeface="+mn-lt"/>
              </a:defRPr>
            </a:lvl1pPr>
          </a:lstStyle>
          <a:p>
            <a:r>
              <a:rPr lang="en-US"/>
              <a:t>Quote Author</a:t>
            </a:r>
          </a:p>
        </p:txBody>
      </p:sp>
      <p:sp>
        <p:nvSpPr>
          <p:cNvPr id="7" name="Content Placeholder 6">
            <a:extLst>
              <a:ext uri="{FF2B5EF4-FFF2-40B4-BE49-F238E27FC236}">
                <a16:creationId xmlns:a16="http://schemas.microsoft.com/office/drawing/2014/main" id="{63EF4BD9-B936-0E90-F933-A03D5E185561}"/>
              </a:ext>
            </a:extLst>
          </p:cNvPr>
          <p:cNvSpPr>
            <a:spLocks noGrp="1"/>
          </p:cNvSpPr>
          <p:nvPr>
            <p:ph sz="quarter" idx="13" hasCustomPrompt="1"/>
          </p:nvPr>
        </p:nvSpPr>
        <p:spPr>
          <a:xfrm>
            <a:off x="768096" y="647700"/>
            <a:ext cx="9473184" cy="3670912"/>
          </a:xfrm>
        </p:spPr>
        <p:txBody>
          <a:bodyPr anchor="ctr">
            <a:normAutofit/>
          </a:bodyPr>
          <a:lstStyle>
            <a:lvl1pPr marL="137160" indent="-137160">
              <a:lnSpc>
                <a:spcPct val="100000"/>
              </a:lnSpc>
              <a:spcBef>
                <a:spcPts val="0"/>
              </a:spcBef>
              <a:buNone/>
              <a:defRPr sz="4800">
                <a:solidFill>
                  <a:schemeClr val="tx2"/>
                </a:solidFill>
                <a:latin typeface="+mj-lt"/>
              </a:defRPr>
            </a:lvl1pPr>
          </a:lstStyle>
          <a:p>
            <a:pPr lvl="0"/>
            <a:r>
              <a:rPr lang="en-US"/>
              <a:t>Click to edit Quote</a:t>
            </a:r>
          </a:p>
        </p:txBody>
      </p:sp>
      <p:sp>
        <p:nvSpPr>
          <p:cNvPr id="12" name="Footer Placeholder 11">
            <a:extLst>
              <a:ext uri="{FF2B5EF4-FFF2-40B4-BE49-F238E27FC236}">
                <a16:creationId xmlns:a16="http://schemas.microsoft.com/office/drawing/2014/main" id="{B68D110F-CED3-F33A-EDD7-57811187B5A8}"/>
              </a:ext>
            </a:extLst>
          </p:cNvPr>
          <p:cNvSpPr>
            <a:spLocks noGrp="1"/>
          </p:cNvSpPr>
          <p:nvPr>
            <p:ph type="ftr" sz="quarter" idx="15"/>
          </p:nvPr>
        </p:nvSpPr>
        <p:spPr/>
        <p:txBody>
          <a:bodyPr/>
          <a:lstStyle/>
          <a:p>
            <a:endParaRPr lang="en-US"/>
          </a:p>
        </p:txBody>
      </p:sp>
      <p:sp>
        <p:nvSpPr>
          <p:cNvPr id="11" name="Date Placeholder 10">
            <a:extLst>
              <a:ext uri="{FF2B5EF4-FFF2-40B4-BE49-F238E27FC236}">
                <a16:creationId xmlns:a16="http://schemas.microsoft.com/office/drawing/2014/main" id="{1BE1F328-2362-9468-2593-BAF90BE9CEB0}"/>
              </a:ext>
            </a:extLst>
          </p:cNvPr>
          <p:cNvSpPr>
            <a:spLocks noGrp="1"/>
          </p:cNvSpPr>
          <p:nvPr>
            <p:ph type="dt" sz="half" idx="14"/>
          </p:nvPr>
        </p:nvSpPr>
        <p:spPr/>
        <p:txBody>
          <a:bodyPr/>
          <a:lstStyle/>
          <a:p>
            <a:fld id="{D7E3ECEC-7E7B-4FB9-BAE8-5C10F12795EA}" type="datetimeFigureOut">
              <a:rPr lang="en-US" smtClean="0"/>
              <a:t>3/31/2026</a:t>
            </a:fld>
            <a:endParaRPr lang="en-US"/>
          </a:p>
        </p:txBody>
      </p:sp>
      <p:sp>
        <p:nvSpPr>
          <p:cNvPr id="13" name="Slide Number Placeholder 12">
            <a:extLst>
              <a:ext uri="{FF2B5EF4-FFF2-40B4-BE49-F238E27FC236}">
                <a16:creationId xmlns:a16="http://schemas.microsoft.com/office/drawing/2014/main" id="{DADE9A5F-3A0A-29A6-E008-BCCF7C3761BD}"/>
              </a:ext>
            </a:extLst>
          </p:cNvPr>
          <p:cNvSpPr>
            <a:spLocks noGrp="1"/>
          </p:cNvSpPr>
          <p:nvPr>
            <p:ph type="sldNum" sz="quarter" idx="16"/>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70705361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8096" y="822960"/>
            <a:ext cx="10706100" cy="674908"/>
          </a:xfrm>
        </p:spPr>
        <p:txBody>
          <a:bodyPr anchor="t"/>
          <a:lstStyle/>
          <a:p>
            <a:r>
              <a:rPr lang="en-US"/>
              <a:t>Click to edit Master title style</a:t>
            </a:r>
          </a:p>
        </p:txBody>
      </p:sp>
      <p:sp>
        <p:nvSpPr>
          <p:cNvPr id="4" name="Content Placeholder 3">
            <a:extLst>
              <a:ext uri="{FF2B5EF4-FFF2-40B4-BE49-F238E27FC236}">
                <a16:creationId xmlns:a16="http://schemas.microsoft.com/office/drawing/2014/main" id="{4B07B2D7-7718-3EA4-C727-BB98633A6739}"/>
              </a:ext>
            </a:extLst>
          </p:cNvPr>
          <p:cNvSpPr>
            <a:spLocks noGrp="1"/>
          </p:cNvSpPr>
          <p:nvPr>
            <p:ph sz="quarter" idx="15"/>
          </p:nvPr>
        </p:nvSpPr>
        <p:spPr>
          <a:xfrm>
            <a:off x="762000" y="1802352"/>
            <a:ext cx="5070020" cy="4293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EB1D51A5-7ABE-E37E-E3A4-3AF4A8448510}"/>
              </a:ext>
            </a:extLst>
          </p:cNvPr>
          <p:cNvSpPr>
            <a:spLocks noGrp="1"/>
          </p:cNvSpPr>
          <p:nvPr>
            <p:ph sz="quarter" idx="16"/>
          </p:nvPr>
        </p:nvSpPr>
        <p:spPr>
          <a:xfrm>
            <a:off x="6394099" y="1802352"/>
            <a:ext cx="5070021" cy="4293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7E3ECEC-7E7B-4FB9-BAE8-5C10F12795EA}" type="datetimeFigureOut">
              <a:rPr lang="en-US" smtClean="0"/>
              <a:t>3/31/2026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49516882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770626" y="822960"/>
            <a:ext cx="10697475" cy="550367"/>
          </a:xfrm>
        </p:spPr>
        <p:txBody>
          <a:bodyPr anchor="t"/>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765379" y="1380744"/>
            <a:ext cx="5086659"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0E49B3C-8832-0263-2ACE-16444014FC2C}"/>
              </a:ext>
            </a:extLst>
          </p:cNvPr>
          <p:cNvSpPr>
            <a:spLocks noGrp="1"/>
          </p:cNvSpPr>
          <p:nvPr>
            <p:ph sz="quarter" idx="15"/>
          </p:nvPr>
        </p:nvSpPr>
        <p:spPr>
          <a:xfrm>
            <a:off x="765825" y="2020888"/>
            <a:ext cx="5086349" cy="42275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82512" y="1380744"/>
            <a:ext cx="5086659"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F5D88C15-4359-3F27-9B17-CB9581414F72}"/>
              </a:ext>
            </a:extLst>
          </p:cNvPr>
          <p:cNvSpPr>
            <a:spLocks noGrp="1"/>
          </p:cNvSpPr>
          <p:nvPr>
            <p:ph sz="quarter" idx="16"/>
          </p:nvPr>
        </p:nvSpPr>
        <p:spPr>
          <a:xfrm>
            <a:off x="6381751" y="2020888"/>
            <a:ext cx="5086350" cy="42275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D7E3ECEC-7E7B-4FB9-BAE8-5C10F12795EA}" type="datetimeFigureOut">
              <a:rPr lang="en-US" smtClean="0"/>
              <a:t>3/31/2026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356720834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770626" y="822960"/>
            <a:ext cx="10698480" cy="828594"/>
          </a:xfrm>
        </p:spPr>
        <p:txBody>
          <a:bodyPr anchor="t"/>
          <a:lstStyle/>
          <a:p>
            <a:r>
              <a:rPr lang="en-US"/>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D7E3ECEC-7E7B-4FB9-BAE8-5C10F12795EA}" type="datetimeFigureOut">
              <a:rPr lang="en-US" smtClean="0"/>
              <a:t>3/31/2026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4822061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D7E3ECEC-7E7B-4FB9-BAE8-5C10F12795EA}" type="datetimeFigureOut">
              <a:rPr lang="en-US" smtClean="0"/>
              <a:t>3/31/2026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80500039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768096" y="822960"/>
            <a:ext cx="3195484" cy="1504164"/>
          </a:xfrm>
        </p:spPr>
        <p:txBody>
          <a:bodyPr anchor="t">
            <a:normAutofit/>
          </a:bodyPr>
          <a:lstStyle>
            <a:lvl1pPr>
              <a:defRPr sz="2400"/>
            </a:lvl1pPr>
          </a:lstStyle>
          <a:p>
            <a:r>
              <a:rPr lang="en-US"/>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768096" y="2311121"/>
            <a:ext cx="3195484" cy="3784879"/>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899805" y="836762"/>
            <a:ext cx="6568296" cy="525923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D7E3ECEC-7E7B-4FB9-BAE8-5C10F12795EA}" type="datetimeFigureOut">
              <a:rPr lang="en-US" smtClean="0"/>
              <a:t>3/31/2026</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95734362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772091" y="822960"/>
            <a:ext cx="3041598" cy="1968931"/>
          </a:xfrm>
        </p:spPr>
        <p:txBody>
          <a:bodyPr anchor="t">
            <a:normAutofit/>
          </a:bodyPr>
          <a:lstStyle>
            <a:lvl1pPr>
              <a:defRPr sz="2400"/>
            </a:lvl1pPr>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768096" y="3147059"/>
            <a:ext cx="3041597" cy="2762035"/>
          </a:xfrm>
        </p:spPr>
        <p:txBody>
          <a:bodyPr vert="horz" lIns="91440" tIns="45720" rIns="91440" bIns="45720" rtlCol="0" anchor="b">
            <a:normAutofit/>
          </a:bodyPr>
          <a:lstStyle>
            <a:lvl1pPr marL="0" indent="0">
              <a:buNone/>
              <a:defRPr lang="en-US" sz="1600" dirty="0"/>
            </a:lvl1pPr>
          </a:lstStyle>
          <a:p>
            <a:pPr lvl="0"/>
            <a:r>
              <a:rPr lang="en-US"/>
              <a:t>Click to edit Master text styles</a:t>
            </a:r>
          </a:p>
        </p:txBody>
      </p:sp>
      <p:sp>
        <p:nvSpPr>
          <p:cNvPr id="9" name="Picture Placeholder 9">
            <a:extLst>
              <a:ext uri="{FF2B5EF4-FFF2-40B4-BE49-F238E27FC236}">
                <a16:creationId xmlns:a16="http://schemas.microsoft.com/office/drawing/2014/main" id="{75E80A04-FEAF-D5E8-F208-D79F5852407B}"/>
              </a:ext>
            </a:extLst>
          </p:cNvPr>
          <p:cNvSpPr>
            <a:spLocks noGrp="1"/>
          </p:cNvSpPr>
          <p:nvPr>
            <p:ph type="pic" sz="quarter" idx="13" hasCustomPrompt="1"/>
          </p:nvPr>
        </p:nvSpPr>
        <p:spPr>
          <a:xfrm>
            <a:off x="4502844" y="0"/>
            <a:ext cx="7689157" cy="6096000"/>
          </a:xfrm>
          <a:custGeom>
            <a:avLst/>
            <a:gdLst>
              <a:gd name="connsiteX0" fmla="*/ 0 w 7689157"/>
              <a:gd name="connsiteY0" fmla="*/ 0 h 6096000"/>
              <a:gd name="connsiteX1" fmla="*/ 7689157 w 7689157"/>
              <a:gd name="connsiteY1" fmla="*/ 0 h 6096000"/>
              <a:gd name="connsiteX2" fmla="*/ 7689157 w 7689157"/>
              <a:gd name="connsiteY2" fmla="*/ 6096000 h 6096000"/>
              <a:gd name="connsiteX3" fmla="*/ 501522 w 7689157"/>
              <a:gd name="connsiteY3" fmla="*/ 6096000 h 6096000"/>
              <a:gd name="connsiteX4" fmla="*/ 0 w 7689157"/>
              <a:gd name="connsiteY4" fmla="*/ 5594478 h 609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89157" h="6096000">
                <a:moveTo>
                  <a:pt x="0" y="0"/>
                </a:moveTo>
                <a:lnTo>
                  <a:pt x="7689157" y="0"/>
                </a:lnTo>
                <a:lnTo>
                  <a:pt x="7689157" y="6096000"/>
                </a:lnTo>
                <a:lnTo>
                  <a:pt x="501522" y="6096000"/>
                </a:lnTo>
                <a:cubicBezTo>
                  <a:pt x="224539" y="6096000"/>
                  <a:pt x="0" y="5871461"/>
                  <a:pt x="0" y="5594478"/>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a:t> </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D7E3ECEC-7E7B-4FB9-BAE8-5C10F12795EA}" type="datetimeFigureOut">
              <a:rPr lang="en-US" smtClean="0"/>
              <a:t>3/31/2026</a:t>
            </a:fld>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73776909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2"/>
      </p:bgRef>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A6492530-7F0F-7B93-27A9-6F68FAF54390}"/>
              </a:ext>
              <a:ext uri="{C183D7F6-B498-43B3-948B-1728B52AA6E4}">
                <adec:decorative xmlns:adec="http://schemas.microsoft.com/office/drawing/2017/decorative" val="1"/>
              </a:ext>
            </a:extLst>
          </p:cNvPr>
          <p:cNvSpPr/>
          <p:nvPr/>
        </p:nvSpPr>
        <p:spPr>
          <a:xfrm rot="10800000">
            <a:off x="762000" y="2880691"/>
            <a:ext cx="11430000" cy="3977309"/>
          </a:xfrm>
          <a:custGeom>
            <a:avLst/>
            <a:gdLst>
              <a:gd name="connsiteX0" fmla="*/ 0 w 11468099"/>
              <a:gd name="connsiteY0" fmla="*/ 4053508 h 4053508"/>
              <a:gd name="connsiteX1" fmla="*/ 10946146 w 11468099"/>
              <a:gd name="connsiteY1" fmla="*/ 4043963 h 4053508"/>
              <a:gd name="connsiteX2" fmla="*/ 11468099 w 11468099"/>
              <a:gd name="connsiteY2" fmla="*/ 3522009 h 4053508"/>
              <a:gd name="connsiteX3" fmla="*/ 11468099 w 11468099"/>
              <a:gd name="connsiteY3" fmla="*/ 0 h 4053508"/>
              <a:gd name="connsiteX4" fmla="*/ 0 w 11468099"/>
              <a:gd name="connsiteY4" fmla="*/ 0 h 40535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68099" h="4053508">
                <a:moveTo>
                  <a:pt x="0" y="4053508"/>
                </a:moveTo>
                <a:lnTo>
                  <a:pt x="10946146" y="4043963"/>
                </a:lnTo>
                <a:cubicBezTo>
                  <a:pt x="11234413" y="4043963"/>
                  <a:pt x="11468099" y="3810276"/>
                  <a:pt x="11468099" y="3522009"/>
                </a:cubicBezTo>
                <a:lnTo>
                  <a:pt x="11468099" y="0"/>
                </a:lnTo>
                <a:lnTo>
                  <a:pt x="0" y="0"/>
                </a:lnTo>
                <a:close/>
              </a:path>
            </a:pathLst>
          </a:custGeom>
          <a:solidFill>
            <a:schemeClr val="bg1"/>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7800" y="190500"/>
            <a:ext cx="11843238" cy="2057400"/>
          </a:xfrm>
        </p:spPr>
        <p:txBody>
          <a:bodyPr anchor="t">
            <a:noAutofit/>
          </a:bodyPr>
          <a:lstStyle>
            <a:lvl1pPr>
              <a:defRPr sz="8800">
                <a:solidFill>
                  <a:schemeClr val="accent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1398813" y="3505199"/>
            <a:ext cx="10044665" cy="2667000"/>
          </a:xfrm>
        </p:spPr>
        <p:txBody>
          <a:bodyPr vert="horz" lIns="91440" tIns="45720" rIns="91440" bIns="45720" rtlCol="0">
            <a:normAutofit/>
          </a:bodyPr>
          <a:lstStyle>
            <a:lvl1pPr marL="0" indent="0">
              <a:buNone/>
              <a:defRPr lang="en-US" sz="1400" dirty="0"/>
            </a:lvl1pPr>
            <a:lvl2pPr marL="228600" indent="0">
              <a:buNone/>
              <a:defRPr lang="en-US" sz="1400" dirty="0"/>
            </a:lvl2pPr>
            <a:lvl3pPr marL="457200" indent="0">
              <a:buNone/>
              <a:defRPr lang="en-US" sz="1200" dirty="0"/>
            </a:lvl3pPr>
            <a:lvl4pPr marL="685800" indent="0">
              <a:buNone/>
              <a:defRPr lang="en-US" sz="1200" dirty="0"/>
            </a:lvl4pPr>
            <a:lvl5pPr marL="914400" indent="0">
              <a:buNone/>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1398813" y="6329172"/>
            <a:ext cx="2816835" cy="338328"/>
          </a:xfrm>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7E3ECEC-7E7B-4FB9-BAE8-5C10F12795EA}" type="datetimeFigureOut">
              <a:rPr lang="en-US" smtClean="0"/>
              <a:t>3/31/2026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3856761116"/>
      </p:ext>
    </p:extLst>
  </p:cSld>
  <p:clrMapOvr>
    <a:overrideClrMapping bg1="lt1" tx1="dk1" bg2="lt2" tx2="dk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2"/>
      </p:bgRef>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B07D4EEB-8B0C-3EA1-DB0C-896A8F0C8621}"/>
              </a:ext>
              <a:ext uri="{C183D7F6-B498-43B3-948B-1728B52AA6E4}">
                <adec:decorative xmlns:adec="http://schemas.microsoft.com/office/drawing/2017/decorative" val="1"/>
              </a:ext>
            </a:extLst>
          </p:cNvPr>
          <p:cNvSpPr/>
          <p:nvPr/>
        </p:nvSpPr>
        <p:spPr>
          <a:xfrm rot="10800000">
            <a:off x="2677737" y="2952545"/>
            <a:ext cx="9514262" cy="3905455"/>
          </a:xfrm>
          <a:custGeom>
            <a:avLst/>
            <a:gdLst>
              <a:gd name="connsiteX0" fmla="*/ 0 w 9514262"/>
              <a:gd name="connsiteY0" fmla="*/ 3905455 h 3905455"/>
              <a:gd name="connsiteX1" fmla="*/ 0 w 9514262"/>
              <a:gd name="connsiteY1" fmla="*/ 0 h 3905455"/>
              <a:gd name="connsiteX2" fmla="*/ 9514262 w 9514262"/>
              <a:gd name="connsiteY2" fmla="*/ 0 h 3905455"/>
              <a:gd name="connsiteX3" fmla="*/ 9514262 w 9514262"/>
              <a:gd name="connsiteY3" fmla="*/ 3375660 h 3905455"/>
              <a:gd name="connsiteX4" fmla="*/ 8992309 w 9514262"/>
              <a:gd name="connsiteY4" fmla="*/ 3897614 h 39054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14262" h="3905455">
                <a:moveTo>
                  <a:pt x="0" y="3905455"/>
                </a:moveTo>
                <a:lnTo>
                  <a:pt x="0" y="0"/>
                </a:lnTo>
                <a:lnTo>
                  <a:pt x="9514262" y="0"/>
                </a:lnTo>
                <a:lnTo>
                  <a:pt x="9514262" y="3375660"/>
                </a:lnTo>
                <a:cubicBezTo>
                  <a:pt x="9514262" y="3663927"/>
                  <a:pt x="9280576" y="3897614"/>
                  <a:pt x="8992309" y="3897614"/>
                </a:cubicBezTo>
                <a:close/>
              </a:path>
            </a:pathLst>
          </a:custGeom>
          <a:solidFill>
            <a:schemeClr val="bg1"/>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73373" y="190500"/>
            <a:ext cx="10573396" cy="2475644"/>
          </a:xfrm>
        </p:spPr>
        <p:txBody>
          <a:bodyPr anchor="t">
            <a:noAutofit/>
          </a:bodyPr>
          <a:lstStyle>
            <a:lvl1pPr>
              <a:defRPr sz="8800">
                <a:solidFill>
                  <a:schemeClr val="accent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3493213" y="3810000"/>
            <a:ext cx="6976154" cy="1676400"/>
          </a:xfrm>
        </p:spPr>
        <p:txBody>
          <a:bodyPr vert="horz" lIns="91440" tIns="45720" rIns="91440" bIns="45720" rtlCol="0">
            <a:normAutofit/>
          </a:bodyPr>
          <a:lstStyle>
            <a:lvl1pPr marL="0" indent="0">
              <a:buNone/>
              <a:defRPr lang="en-US" sz="1600" dirty="0"/>
            </a:lvl1pPr>
            <a:lvl2pPr marL="228600" indent="0">
              <a:buNone/>
              <a:defRPr lang="en-US" sz="1400" dirty="0"/>
            </a:lvl2pPr>
            <a:lvl3pPr marL="457200" indent="0">
              <a:buNone/>
              <a:defRPr lang="en-US" sz="1200" dirty="0"/>
            </a:lvl3pPr>
            <a:lvl4pPr marL="685800" indent="0">
              <a:buNone/>
              <a:defRPr lang="en-US" sz="1200" dirty="0"/>
            </a:lvl4pPr>
            <a:lvl5pPr marL="914400" indent="0">
              <a:buNone/>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7E3ECEC-7E7B-4FB9-BAE8-5C10F12795EA}" type="datetimeFigureOut">
              <a:rPr lang="en-US" smtClean="0"/>
              <a:t>3/31/2026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1634248408"/>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772090" y="825747"/>
            <a:ext cx="10696010" cy="618803"/>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774654" y="1506872"/>
            <a:ext cx="10693446" cy="45891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772090" y="6329172"/>
            <a:ext cx="2816835" cy="338328"/>
          </a:xfrm>
          <a:prstGeom prst="rect">
            <a:avLst/>
          </a:prstGeom>
        </p:spPr>
        <p:txBody>
          <a:bodyPr vert="horz" lIns="91440" tIns="45720" rIns="91440" bIns="45720" rtlCol="0" anchor="ctr"/>
          <a:lstStyle>
            <a:lvl1pPr algn="l">
              <a:defRPr sz="750" cap="all" spc="0" baseline="0">
                <a:solidFill>
                  <a:schemeClr val="tx1"/>
                </a:solidFill>
              </a:defRPr>
            </a:lvl1pPr>
          </a:lstStyle>
          <a:p>
            <a:endParaRPr lang="en-US"/>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9291411" y="6329172"/>
            <a:ext cx="1612674" cy="338328"/>
          </a:xfrm>
          <a:prstGeom prst="rect">
            <a:avLst/>
          </a:prstGeom>
        </p:spPr>
        <p:txBody>
          <a:bodyPr vert="horz" lIns="91440" tIns="45720" rIns="91440" bIns="45720" rtlCol="0" anchor="ctr"/>
          <a:lstStyle>
            <a:lvl1pPr algn="r">
              <a:defRPr sz="750">
                <a:solidFill>
                  <a:schemeClr val="tx1"/>
                </a:solidFill>
              </a:defRPr>
            </a:lvl1pPr>
          </a:lstStyle>
          <a:p>
            <a:fld id="{D7E3ECEC-7E7B-4FB9-BAE8-5C10F12795EA}" type="datetimeFigureOut">
              <a:rPr lang="en-US" smtClean="0"/>
              <a:t>3/31/2026</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050742" y="6329172"/>
            <a:ext cx="457200" cy="338328"/>
          </a:xfrm>
          <a:prstGeom prst="rect">
            <a:avLst/>
          </a:prstGeom>
        </p:spPr>
        <p:txBody>
          <a:bodyPr vert="horz" lIns="91440" tIns="45720" rIns="91440" bIns="45720" rtlCol="0" anchor="ctr"/>
          <a:lstStyle>
            <a:lvl1pPr algn="r">
              <a:defRPr sz="750">
                <a:solidFill>
                  <a:schemeClr val="tx1"/>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28033562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Lst>
  <p:txStyles>
    <p:titleStyle>
      <a:lvl1pPr algn="l" defTabSz="914400" rtl="0" eaLnBrk="1" latinLnBrk="0" hangingPunct="1">
        <a:lnSpc>
          <a:spcPct val="95000"/>
        </a:lnSpc>
        <a:spcBef>
          <a:spcPct val="0"/>
        </a:spcBef>
        <a:buNone/>
        <a:defRPr sz="2500" b="0" kern="1200" cap="all" baseline="0">
          <a:solidFill>
            <a:schemeClr val="tx1"/>
          </a:solidFill>
          <a:latin typeface="+mj-lt"/>
          <a:ea typeface="+mj-ea"/>
          <a:cs typeface="+mj-cs"/>
        </a:defRPr>
      </a:lvl1pPr>
    </p:titleStyle>
    <p:bodyStyle>
      <a:lvl1pPr marL="285750" indent="-28575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400050" indent="-17145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628650" indent="-17145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857250" indent="-17145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085850" indent="-17145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7" pos="480">
          <p15:clr>
            <a:srgbClr val="F26B43"/>
          </p15:clr>
        </p15:guide>
        <p15:guide id="8" pos="7224">
          <p15:clr>
            <a:srgbClr val="F26B43"/>
          </p15:clr>
        </p15:guide>
        <p15:guide id="9" orient="horz" pos="3840">
          <p15:clr>
            <a:srgbClr val="F26B43"/>
          </p15:clr>
        </p15:guide>
        <p15:guide id="10" orient="horz" pos="2160">
          <p15:clr>
            <a:srgbClr val="F26B43"/>
          </p15:clr>
        </p15:guide>
        <p15:guide id="11"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xml"/><Relationship Id="rId1" Type="http://schemas.openxmlformats.org/officeDocument/2006/relationships/slideLayout" Target="../slideLayouts/slideLayout49.xml"/></Relationships>
</file>

<file path=ppt/slides/_rels/slide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4.xml"/><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5.xml"/><Relationship Id="rId1" Type="http://schemas.openxmlformats.org/officeDocument/2006/relationships/slideLayout" Target="../slideLayouts/slideLayout49.xml"/></Relationships>
</file>

<file path=ppt/slides/_rels/slide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6.xml"/><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7.xml"/><Relationship Id="rId1" Type="http://schemas.openxmlformats.org/officeDocument/2006/relationships/slideLayout" Target="../slideLayouts/slideLayout49.xml"/></Relationships>
</file>

<file path=ppt/slides/_rels/slide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8.xml"/><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9.xml"/><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0.xml"/><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1.xml"/><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2.xml"/><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3.xml"/><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4.xml"/><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59913E-3852-C81B-C654-9829F37B2564}"/>
              </a:ext>
            </a:extLst>
          </p:cNvPr>
          <p:cNvSpPr>
            <a:spLocks noGrp="1"/>
          </p:cNvSpPr>
          <p:nvPr>
            <p:ph type="ctrTitle"/>
          </p:nvPr>
        </p:nvSpPr>
        <p:spPr>
          <a:xfrm>
            <a:off x="2560321" y="1904300"/>
            <a:ext cx="7084194" cy="2353755"/>
          </a:xfrm>
        </p:spPr>
        <p:txBody>
          <a:bodyPr anchor="ctr">
            <a:normAutofit/>
          </a:bodyPr>
          <a:lstStyle/>
          <a:p>
            <a:r>
              <a:rPr lang="en-US" sz="4200" dirty="0"/>
              <a:t>Enhanced AI‑Powered .NET Project Auto‑Generator</a:t>
            </a:r>
          </a:p>
        </p:txBody>
      </p:sp>
      <p:sp>
        <p:nvSpPr>
          <p:cNvPr id="3" name="Subtitle 2">
            <a:extLst>
              <a:ext uri="{FF2B5EF4-FFF2-40B4-BE49-F238E27FC236}">
                <a16:creationId xmlns:a16="http://schemas.microsoft.com/office/drawing/2014/main" id="{E60523EC-6C3B-280D-B0F0-7342E912BA46}"/>
              </a:ext>
            </a:extLst>
          </p:cNvPr>
          <p:cNvSpPr>
            <a:spLocks noGrp="1"/>
          </p:cNvSpPr>
          <p:nvPr>
            <p:ph type="subTitle" idx="1"/>
          </p:nvPr>
        </p:nvSpPr>
        <p:spPr>
          <a:xfrm>
            <a:off x="3262965" y="4597167"/>
            <a:ext cx="5678905" cy="1082180"/>
          </a:xfrm>
        </p:spPr>
        <p:txBody>
          <a:bodyPr anchor="t">
            <a:normAutofit/>
          </a:bodyPr>
          <a:lstStyle/>
          <a:p>
            <a:r>
              <a:rPr lang="en-US"/>
              <a:t>Streamlining software creation with intelligent automation tools</a:t>
            </a:r>
          </a:p>
        </p:txBody>
      </p:sp>
    </p:spTree>
    <p:extLst>
      <p:ext uri="{BB962C8B-B14F-4D97-AF65-F5344CB8AC3E}">
        <p14:creationId xmlns:p14="http://schemas.microsoft.com/office/powerpoint/2010/main" val="21529859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42" presetClass="entr" presetSubtype="0" fill="hold" grpId="1" nodeType="withEffect">
                                  <p:stCondLst>
                                    <p:cond delay="250"/>
                                  </p:st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9D2268A-D939-4E78-91B6-6C7E464067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rtificial Intelligence digital concept with brain shape">
            <a:extLst>
              <a:ext uri="{FF2B5EF4-FFF2-40B4-BE49-F238E27FC236}">
                <a16:creationId xmlns:a16="http://schemas.microsoft.com/office/drawing/2014/main" id="{E6D0DEE7-DB6B-4C20-92B5-A585D3EDC827}"/>
              </a:ext>
            </a:extLst>
          </p:cNvPr>
          <p:cNvPicPr>
            <a:picLocks noGrp="1" noChangeAspect="1"/>
          </p:cNvPicPr>
          <p:nvPr>
            <p:ph sz="quarter" idx="15"/>
          </p:nvPr>
        </p:nvPicPr>
        <p:blipFill>
          <a:blip r:embed="rId3">
            <a:alphaModFix amt="40000"/>
          </a:blip>
          <a:srcRect t="20393" b="4607"/>
          <a:stretch>
            <a:fillRect/>
          </a:stretch>
        </p:blipFill>
        <p:spPr>
          <a:xfrm>
            <a:off x="20" y="10"/>
            <a:ext cx="12191979" cy="6857990"/>
          </a:xfrm>
          <a:prstGeom prst="rect">
            <a:avLst/>
          </a:prstGeom>
        </p:spPr>
      </p:pic>
      <p:sp>
        <p:nvSpPr>
          <p:cNvPr id="2" name="Title 1">
            <a:extLst>
              <a:ext uri="{FF2B5EF4-FFF2-40B4-BE49-F238E27FC236}">
                <a16:creationId xmlns:a16="http://schemas.microsoft.com/office/drawing/2014/main" id="{60067FC4-AF38-93B8-EB6E-9666EE78AEBB}"/>
              </a:ext>
            </a:extLst>
          </p:cNvPr>
          <p:cNvSpPr>
            <a:spLocks noGrp="1"/>
          </p:cNvSpPr>
          <p:nvPr>
            <p:ph type="title"/>
          </p:nvPr>
        </p:nvSpPr>
        <p:spPr>
          <a:xfrm>
            <a:off x="640080" y="853673"/>
            <a:ext cx="4023360" cy="5004794"/>
          </a:xfrm>
        </p:spPr>
        <p:txBody>
          <a:bodyPr vert="horz" lIns="91440" tIns="45720" rIns="91440" bIns="45720" rtlCol="0" anchor="ctr">
            <a:normAutofit/>
          </a:bodyPr>
          <a:lstStyle/>
          <a:p>
            <a:pPr>
              <a:lnSpc>
                <a:spcPct val="90000"/>
              </a:lnSpc>
            </a:pPr>
            <a:r>
              <a:rPr lang="en-US" sz="2600">
                <a:solidFill>
                  <a:schemeClr val="bg1"/>
                </a:solidFill>
              </a:rPr>
              <a:t>Enterprise‑Grade Autonomous Application Generation</a:t>
            </a:r>
          </a:p>
        </p:txBody>
      </p:sp>
      <p:sp>
        <p:nvSpPr>
          <p:cNvPr id="4" name="Content Placeholder 3">
            <a:extLst>
              <a:ext uri="{FF2B5EF4-FFF2-40B4-BE49-F238E27FC236}">
                <a16:creationId xmlns:a16="http://schemas.microsoft.com/office/drawing/2014/main" id="{546606C1-D1FB-E5C4-CFE4-0D527D1A5D2F}"/>
              </a:ext>
            </a:extLst>
          </p:cNvPr>
          <p:cNvSpPr>
            <a:spLocks noGrp="1"/>
          </p:cNvSpPr>
          <p:nvPr>
            <p:ph sz="quarter" idx="16"/>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99083" y="853673"/>
            <a:ext cx="5715000" cy="5004794"/>
          </a:xfrm>
        </p:spPr>
        <p:txBody>
          <a:bodyPr>
            <a:normAutofit/>
          </a:bodyPr>
          <a:lstStyle/>
          <a:p>
            <a:pPr marL="0" indent="0">
              <a:spcBef>
                <a:spcPts val="2500"/>
              </a:spcBef>
              <a:buFont typeface="Arial" panose="020B0604020202020204" pitchFamily="34" charset="0"/>
              <a:buNone/>
            </a:pPr>
            <a:r>
              <a:rPr lang="en-US" b="1" dirty="0">
                <a:solidFill>
                  <a:schemeClr val="bg1"/>
                </a:solidFill>
              </a:rPr>
              <a:t>AI-Driven Full-Stack Generation</a:t>
            </a:r>
          </a:p>
          <a:p>
            <a:pPr marL="0" lvl="1" indent="0">
              <a:buFont typeface="Arial" panose="020B0604020202020204" pitchFamily="34" charset="0"/>
              <a:buNone/>
            </a:pPr>
            <a:r>
              <a:rPr lang="en-US" dirty="0">
                <a:solidFill>
                  <a:schemeClr val="bg1"/>
                </a:solidFill>
              </a:rPr>
              <a:t>Agentic AI autonomously produces full-stack .NET applications from initial requirements to final packaging.</a:t>
            </a:r>
          </a:p>
          <a:p>
            <a:pPr marL="0" indent="0">
              <a:spcBef>
                <a:spcPts val="2500"/>
              </a:spcBef>
              <a:buFont typeface="Arial" panose="020B0604020202020204" pitchFamily="34" charset="0"/>
              <a:buNone/>
            </a:pPr>
            <a:r>
              <a:rPr lang="en-US" b="1" dirty="0">
                <a:solidFill>
                  <a:schemeClr val="bg1"/>
                </a:solidFill>
              </a:rPr>
              <a:t>Automation of Development Patterns</a:t>
            </a:r>
          </a:p>
          <a:p>
            <a:pPr marL="0" lvl="1" indent="0">
              <a:buFont typeface="Arial" panose="020B0604020202020204" pitchFamily="34" charset="0"/>
              <a:buNone/>
            </a:pPr>
            <a:r>
              <a:rPr lang="en-US" dirty="0">
                <a:solidFill>
                  <a:schemeClr val="bg1"/>
                </a:solidFill>
              </a:rPr>
              <a:t>Automates solution structuring, dependency injection, controller creation, and testing framework setup consistently.</a:t>
            </a:r>
          </a:p>
          <a:p>
            <a:pPr marL="0" indent="0">
              <a:spcBef>
                <a:spcPts val="2500"/>
              </a:spcBef>
              <a:buFont typeface="Arial" panose="020B0604020202020204" pitchFamily="34" charset="0"/>
              <a:buNone/>
            </a:pPr>
            <a:r>
              <a:rPr lang="en-US" b="1" dirty="0">
                <a:solidFill>
                  <a:schemeClr val="bg1"/>
                </a:solidFill>
              </a:rPr>
              <a:t>Standardized Enterprise Lifecycle</a:t>
            </a:r>
          </a:p>
          <a:p>
            <a:pPr marL="0" lvl="1" indent="0">
              <a:buFont typeface="Arial" panose="020B0604020202020204" pitchFamily="34" charset="0"/>
              <a:buNone/>
            </a:pPr>
            <a:r>
              <a:rPr lang="en-US" dirty="0">
                <a:solidFill>
                  <a:schemeClr val="bg1"/>
                </a:solidFill>
              </a:rPr>
              <a:t>Standardizes development processes reducing variance and accelerating delivery within enterprise teams.</a:t>
            </a:r>
          </a:p>
          <a:p>
            <a:pPr marL="0" indent="0">
              <a:spcBef>
                <a:spcPts val="2500"/>
              </a:spcBef>
              <a:buFont typeface="Arial" panose="020B0604020202020204" pitchFamily="34" charset="0"/>
              <a:buNone/>
            </a:pPr>
            <a:r>
              <a:rPr lang="en-US" b="1" dirty="0">
                <a:solidFill>
                  <a:schemeClr val="bg1"/>
                </a:solidFill>
              </a:rPr>
              <a:t>AI-Centered Workflow</a:t>
            </a:r>
          </a:p>
          <a:p>
            <a:pPr marL="0" lvl="1" indent="0">
              <a:buFont typeface="Arial" panose="020B0604020202020204" pitchFamily="34" charset="0"/>
              <a:buNone/>
            </a:pPr>
            <a:r>
              <a:rPr lang="en-US" dirty="0">
                <a:solidFill>
                  <a:schemeClr val="bg1"/>
                </a:solidFill>
              </a:rPr>
              <a:t>Positions AI agents centrally to autonomously scaffold applications, integrate databases, create APIs, etc.</a:t>
            </a:r>
          </a:p>
        </p:txBody>
      </p:sp>
      <p:sp>
        <p:nvSpPr>
          <p:cNvPr id="12" name="sketch box">
            <a:extLst>
              <a:ext uri="{FF2B5EF4-FFF2-40B4-BE49-F238E27FC236}">
                <a16:creationId xmlns:a16="http://schemas.microsoft.com/office/drawing/2014/main" id="{E0C43A58-225D-452D-8185-0D89D1EED8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18921" y="493776"/>
            <a:ext cx="6229604" cy="5722227"/>
          </a:xfrm>
          <a:custGeom>
            <a:avLst/>
            <a:gdLst>
              <a:gd name="csX0" fmla="*/ 0 w 6229604"/>
              <a:gd name="csY0" fmla="*/ 0 h 5722227"/>
              <a:gd name="csX1" fmla="*/ 629882 w 6229604"/>
              <a:gd name="csY1" fmla="*/ 0 h 5722227"/>
              <a:gd name="csX2" fmla="*/ 1135172 w 6229604"/>
              <a:gd name="csY2" fmla="*/ 0 h 5722227"/>
              <a:gd name="csX3" fmla="*/ 1951943 w 6229604"/>
              <a:gd name="csY3" fmla="*/ 0 h 5722227"/>
              <a:gd name="csX4" fmla="*/ 2581825 w 6229604"/>
              <a:gd name="csY4" fmla="*/ 0 h 5722227"/>
              <a:gd name="csX5" fmla="*/ 3211707 w 6229604"/>
              <a:gd name="csY5" fmla="*/ 0 h 5722227"/>
              <a:gd name="csX6" fmla="*/ 4028477 w 6229604"/>
              <a:gd name="csY6" fmla="*/ 0 h 5722227"/>
              <a:gd name="csX7" fmla="*/ 4596063 w 6229604"/>
              <a:gd name="csY7" fmla="*/ 0 h 5722227"/>
              <a:gd name="csX8" fmla="*/ 5412834 w 6229604"/>
              <a:gd name="csY8" fmla="*/ 0 h 5722227"/>
              <a:gd name="csX9" fmla="*/ 6229604 w 6229604"/>
              <a:gd name="csY9" fmla="*/ 0 h 5722227"/>
              <a:gd name="csX10" fmla="*/ 6229604 w 6229604"/>
              <a:gd name="csY10" fmla="*/ 635803 h 5722227"/>
              <a:gd name="csX11" fmla="*/ 6229604 w 6229604"/>
              <a:gd name="csY11" fmla="*/ 1271606 h 5722227"/>
              <a:gd name="csX12" fmla="*/ 6229604 w 6229604"/>
              <a:gd name="csY12" fmla="*/ 1964631 h 5722227"/>
              <a:gd name="csX13" fmla="*/ 6229604 w 6229604"/>
              <a:gd name="csY13" fmla="*/ 2428767 h 5722227"/>
              <a:gd name="csX14" fmla="*/ 6229604 w 6229604"/>
              <a:gd name="csY14" fmla="*/ 3064570 h 5722227"/>
              <a:gd name="csX15" fmla="*/ 6229604 w 6229604"/>
              <a:gd name="csY15" fmla="*/ 3700373 h 5722227"/>
              <a:gd name="csX16" fmla="*/ 6229604 w 6229604"/>
              <a:gd name="csY16" fmla="*/ 4336176 h 5722227"/>
              <a:gd name="csX17" fmla="*/ 6229604 w 6229604"/>
              <a:gd name="csY17" fmla="*/ 5029202 h 5722227"/>
              <a:gd name="csX18" fmla="*/ 6229604 w 6229604"/>
              <a:gd name="csY18" fmla="*/ 5722227 h 5722227"/>
              <a:gd name="csX19" fmla="*/ 5475130 w 6229604"/>
              <a:gd name="csY19" fmla="*/ 5722227 h 5722227"/>
              <a:gd name="csX20" fmla="*/ 4907544 w 6229604"/>
              <a:gd name="csY20" fmla="*/ 5722227 h 5722227"/>
              <a:gd name="csX21" fmla="*/ 4090773 w 6229604"/>
              <a:gd name="csY21" fmla="*/ 5722227 h 5722227"/>
              <a:gd name="csX22" fmla="*/ 3398595 w 6229604"/>
              <a:gd name="csY22" fmla="*/ 5722227 h 5722227"/>
              <a:gd name="csX23" fmla="*/ 2831009 w 6229604"/>
              <a:gd name="csY23" fmla="*/ 5722227 h 5722227"/>
              <a:gd name="csX24" fmla="*/ 2138831 w 6229604"/>
              <a:gd name="csY24" fmla="*/ 5722227 h 5722227"/>
              <a:gd name="csX25" fmla="*/ 1633541 w 6229604"/>
              <a:gd name="csY25" fmla="*/ 5722227 h 5722227"/>
              <a:gd name="csX26" fmla="*/ 1128251 w 6229604"/>
              <a:gd name="csY26" fmla="*/ 5722227 h 5722227"/>
              <a:gd name="csX27" fmla="*/ 0 w 6229604"/>
              <a:gd name="csY27" fmla="*/ 5722227 h 5722227"/>
              <a:gd name="csX28" fmla="*/ 0 w 6229604"/>
              <a:gd name="csY28" fmla="*/ 5200869 h 5722227"/>
              <a:gd name="csX29" fmla="*/ 0 w 6229604"/>
              <a:gd name="csY29" fmla="*/ 4450621 h 5722227"/>
              <a:gd name="csX30" fmla="*/ 0 w 6229604"/>
              <a:gd name="csY30" fmla="*/ 3872040 h 5722227"/>
              <a:gd name="csX31" fmla="*/ 0 w 6229604"/>
              <a:gd name="csY31" fmla="*/ 3407904 h 5722227"/>
              <a:gd name="csX32" fmla="*/ 0 w 6229604"/>
              <a:gd name="csY32" fmla="*/ 2714879 h 5722227"/>
              <a:gd name="csX33" fmla="*/ 0 w 6229604"/>
              <a:gd name="csY33" fmla="*/ 2193520 h 5722227"/>
              <a:gd name="csX34" fmla="*/ 0 w 6229604"/>
              <a:gd name="csY34" fmla="*/ 1500495 h 5722227"/>
              <a:gd name="csX35" fmla="*/ 0 w 6229604"/>
              <a:gd name="csY35" fmla="*/ 750248 h 5722227"/>
              <a:gd name="csX36" fmla="*/ 0 w 6229604"/>
              <a:gd name="csY36" fmla="*/ 0 h 572222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Lst>
            <a:rect l="l" t="t" r="r" b="b"/>
            <a:pathLst>
              <a:path w="6229604" h="5722227" extrusionOk="0">
                <a:moveTo>
                  <a:pt x="0" y="0"/>
                </a:moveTo>
                <a:cubicBezTo>
                  <a:pt x="134765" y="733"/>
                  <a:pt x="359555" y="-15387"/>
                  <a:pt x="629882" y="0"/>
                </a:cubicBezTo>
                <a:cubicBezTo>
                  <a:pt x="900209" y="15387"/>
                  <a:pt x="965450" y="15937"/>
                  <a:pt x="1135172" y="0"/>
                </a:cubicBezTo>
                <a:cubicBezTo>
                  <a:pt x="1304894" y="-15937"/>
                  <a:pt x="1787212" y="10921"/>
                  <a:pt x="1951943" y="0"/>
                </a:cubicBezTo>
                <a:cubicBezTo>
                  <a:pt x="2116674" y="-10921"/>
                  <a:pt x="2378222" y="13313"/>
                  <a:pt x="2581825" y="0"/>
                </a:cubicBezTo>
                <a:cubicBezTo>
                  <a:pt x="2785428" y="-13313"/>
                  <a:pt x="2915218" y="19972"/>
                  <a:pt x="3211707" y="0"/>
                </a:cubicBezTo>
                <a:cubicBezTo>
                  <a:pt x="3508196" y="-19972"/>
                  <a:pt x="3832828" y="-34359"/>
                  <a:pt x="4028477" y="0"/>
                </a:cubicBezTo>
                <a:cubicBezTo>
                  <a:pt x="4224126" y="34359"/>
                  <a:pt x="4361257" y="4467"/>
                  <a:pt x="4596063" y="0"/>
                </a:cubicBezTo>
                <a:cubicBezTo>
                  <a:pt x="4830869" y="-4467"/>
                  <a:pt x="5091403" y="-7365"/>
                  <a:pt x="5412834" y="0"/>
                </a:cubicBezTo>
                <a:cubicBezTo>
                  <a:pt x="5734265" y="7365"/>
                  <a:pt x="6034988" y="-26786"/>
                  <a:pt x="6229604" y="0"/>
                </a:cubicBezTo>
                <a:cubicBezTo>
                  <a:pt x="6208296" y="256153"/>
                  <a:pt x="6219810" y="335049"/>
                  <a:pt x="6229604" y="635803"/>
                </a:cubicBezTo>
                <a:cubicBezTo>
                  <a:pt x="6239398" y="936557"/>
                  <a:pt x="6230184" y="1092448"/>
                  <a:pt x="6229604" y="1271606"/>
                </a:cubicBezTo>
                <a:cubicBezTo>
                  <a:pt x="6229024" y="1450764"/>
                  <a:pt x="6217841" y="1797531"/>
                  <a:pt x="6229604" y="1964631"/>
                </a:cubicBezTo>
                <a:cubicBezTo>
                  <a:pt x="6241367" y="2131731"/>
                  <a:pt x="6220367" y="2235822"/>
                  <a:pt x="6229604" y="2428767"/>
                </a:cubicBezTo>
                <a:cubicBezTo>
                  <a:pt x="6238841" y="2621712"/>
                  <a:pt x="6220929" y="2925917"/>
                  <a:pt x="6229604" y="3064570"/>
                </a:cubicBezTo>
                <a:cubicBezTo>
                  <a:pt x="6238279" y="3203223"/>
                  <a:pt x="6256755" y="3501958"/>
                  <a:pt x="6229604" y="3700373"/>
                </a:cubicBezTo>
                <a:cubicBezTo>
                  <a:pt x="6202453" y="3898788"/>
                  <a:pt x="6201714" y="4046823"/>
                  <a:pt x="6229604" y="4336176"/>
                </a:cubicBezTo>
                <a:cubicBezTo>
                  <a:pt x="6257494" y="4625529"/>
                  <a:pt x="6258821" y="4774033"/>
                  <a:pt x="6229604" y="5029202"/>
                </a:cubicBezTo>
                <a:cubicBezTo>
                  <a:pt x="6200387" y="5284371"/>
                  <a:pt x="6233334" y="5383875"/>
                  <a:pt x="6229604" y="5722227"/>
                </a:cubicBezTo>
                <a:cubicBezTo>
                  <a:pt x="6016393" y="5707881"/>
                  <a:pt x="5684528" y="5751176"/>
                  <a:pt x="5475130" y="5722227"/>
                </a:cubicBezTo>
                <a:cubicBezTo>
                  <a:pt x="5265732" y="5693278"/>
                  <a:pt x="5082862" y="5732690"/>
                  <a:pt x="4907544" y="5722227"/>
                </a:cubicBezTo>
                <a:cubicBezTo>
                  <a:pt x="4732226" y="5711764"/>
                  <a:pt x="4474837" y="5716289"/>
                  <a:pt x="4090773" y="5722227"/>
                </a:cubicBezTo>
                <a:cubicBezTo>
                  <a:pt x="3706709" y="5728165"/>
                  <a:pt x="3645902" y="5723973"/>
                  <a:pt x="3398595" y="5722227"/>
                </a:cubicBezTo>
                <a:cubicBezTo>
                  <a:pt x="3151288" y="5720481"/>
                  <a:pt x="3001606" y="5732695"/>
                  <a:pt x="2831009" y="5722227"/>
                </a:cubicBezTo>
                <a:cubicBezTo>
                  <a:pt x="2660412" y="5711759"/>
                  <a:pt x="2424161" y="5689878"/>
                  <a:pt x="2138831" y="5722227"/>
                </a:cubicBezTo>
                <a:cubicBezTo>
                  <a:pt x="1853501" y="5754576"/>
                  <a:pt x="1788223" y="5720540"/>
                  <a:pt x="1633541" y="5722227"/>
                </a:cubicBezTo>
                <a:cubicBezTo>
                  <a:pt x="1478859" y="5723915"/>
                  <a:pt x="1324151" y="5739059"/>
                  <a:pt x="1128251" y="5722227"/>
                </a:cubicBezTo>
                <a:cubicBezTo>
                  <a:pt x="932351" y="5705396"/>
                  <a:pt x="522340" y="5691488"/>
                  <a:pt x="0" y="5722227"/>
                </a:cubicBezTo>
                <a:cubicBezTo>
                  <a:pt x="-8445" y="5596771"/>
                  <a:pt x="-11215" y="5344833"/>
                  <a:pt x="0" y="5200869"/>
                </a:cubicBezTo>
                <a:cubicBezTo>
                  <a:pt x="11215" y="5056905"/>
                  <a:pt x="20310" y="4693766"/>
                  <a:pt x="0" y="4450621"/>
                </a:cubicBezTo>
                <a:cubicBezTo>
                  <a:pt x="-20310" y="4207476"/>
                  <a:pt x="817" y="4075053"/>
                  <a:pt x="0" y="3872040"/>
                </a:cubicBezTo>
                <a:cubicBezTo>
                  <a:pt x="-817" y="3669027"/>
                  <a:pt x="-21729" y="3595882"/>
                  <a:pt x="0" y="3407904"/>
                </a:cubicBezTo>
                <a:cubicBezTo>
                  <a:pt x="21729" y="3219926"/>
                  <a:pt x="-30605" y="3052469"/>
                  <a:pt x="0" y="2714879"/>
                </a:cubicBezTo>
                <a:cubicBezTo>
                  <a:pt x="30605" y="2377289"/>
                  <a:pt x="-16081" y="2430808"/>
                  <a:pt x="0" y="2193520"/>
                </a:cubicBezTo>
                <a:cubicBezTo>
                  <a:pt x="16081" y="1956232"/>
                  <a:pt x="18120" y="1817979"/>
                  <a:pt x="0" y="1500495"/>
                </a:cubicBezTo>
                <a:cubicBezTo>
                  <a:pt x="-18120" y="1183011"/>
                  <a:pt x="23969" y="972269"/>
                  <a:pt x="0" y="750248"/>
                </a:cubicBezTo>
                <a:cubicBezTo>
                  <a:pt x="-23969" y="528227"/>
                  <a:pt x="-3769" y="358360"/>
                  <a:pt x="0" y="0"/>
                </a:cubicBezTo>
                <a:close/>
              </a:path>
            </a:pathLst>
          </a:custGeom>
          <a:noFill/>
          <a:ln w="47625">
            <a:solidFill>
              <a:schemeClr val="bg1">
                <a:alpha val="75000"/>
              </a:schemeClr>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0672997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956B55-5512-B72A-44AE-D7E0BFB1F418}"/>
              </a:ext>
            </a:extLst>
          </p:cNvPr>
          <p:cNvSpPr>
            <a:spLocks noGrp="1"/>
          </p:cNvSpPr>
          <p:nvPr>
            <p:ph type="title"/>
          </p:nvPr>
        </p:nvSpPr>
        <p:spPr>
          <a:xfrm>
            <a:off x="768096" y="822960"/>
            <a:ext cx="7196328" cy="1068324"/>
          </a:xfrm>
        </p:spPr>
        <p:txBody>
          <a:bodyPr anchor="t">
            <a:normAutofit/>
          </a:bodyPr>
          <a:lstStyle/>
          <a:p>
            <a:br>
              <a:rPr lang="en-US" dirty="0"/>
            </a:br>
            <a:r>
              <a:rPr lang="en-US" dirty="0"/>
              <a:t>Strategic Fit for Agentic Workflows</a:t>
            </a:r>
          </a:p>
        </p:txBody>
      </p:sp>
      <p:sp>
        <p:nvSpPr>
          <p:cNvPr id="4" name="Content Placeholder 3">
            <a:extLst>
              <a:ext uri="{FF2B5EF4-FFF2-40B4-BE49-F238E27FC236}">
                <a16:creationId xmlns:a16="http://schemas.microsoft.com/office/drawing/2014/main" id="{7731EE6E-AB72-6DA8-307D-07B4999927DE}"/>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68096" y="1996440"/>
            <a:ext cx="7196328" cy="4099560"/>
          </a:xfrm>
        </p:spPr>
        <p:txBody>
          <a:bodyPr>
            <a:normAutofit/>
          </a:bodyPr>
          <a:lstStyle/>
          <a:p>
            <a:pPr marL="0" indent="0">
              <a:lnSpc>
                <a:spcPct val="110000"/>
              </a:lnSpc>
              <a:spcBef>
                <a:spcPts val="2500"/>
              </a:spcBef>
              <a:buFont typeface="Arial" panose="020B0604020202020204" pitchFamily="34" charset="0"/>
              <a:buNone/>
            </a:pPr>
            <a:r>
              <a:rPr lang="en-US" b="1" dirty="0"/>
              <a:t>Alignment with Agentic Workflows</a:t>
            </a:r>
          </a:p>
          <a:p>
            <a:pPr marL="0" lvl="1" indent="0">
              <a:lnSpc>
                <a:spcPct val="110000"/>
              </a:lnSpc>
              <a:buFont typeface="Arial" panose="020B0604020202020204" pitchFamily="34" charset="0"/>
              <a:buNone/>
            </a:pPr>
            <a:r>
              <a:rPr dirty="0"/>
              <a:t>The autonomous .NET generator aligns tightly with agentic workflows, enabling advanced multi-step automatio</a:t>
            </a:r>
            <a:r>
              <a:rPr lang="en-IN" dirty="0"/>
              <a:t>n</a:t>
            </a:r>
            <a:r>
              <a:rPr dirty="0"/>
              <a:t>.</a:t>
            </a:r>
            <a:endParaRPr lang="en-US" dirty="0"/>
          </a:p>
          <a:p>
            <a:pPr marL="0" indent="0">
              <a:lnSpc>
                <a:spcPct val="110000"/>
              </a:lnSpc>
              <a:spcBef>
                <a:spcPts val="2500"/>
              </a:spcBef>
              <a:buFont typeface="Arial" panose="020B0604020202020204" pitchFamily="34" charset="0"/>
              <a:buNone/>
            </a:pPr>
            <a:r>
              <a:rPr lang="en-US" b="1" dirty="0"/>
              <a:t>Rapid Prototyping and Collaboration</a:t>
            </a:r>
          </a:p>
          <a:p>
            <a:pPr marL="0" lvl="1" indent="0">
              <a:lnSpc>
                <a:spcPct val="110000"/>
              </a:lnSpc>
              <a:buFont typeface="Arial" panose="020B0604020202020204" pitchFamily="34" charset="0"/>
              <a:buNone/>
            </a:pPr>
            <a:r>
              <a:rPr lang="en-IN" dirty="0"/>
              <a:t>On </a:t>
            </a:r>
            <a:r>
              <a:rPr dirty="0"/>
              <a:t>demand fast prototyping and teamwork, supported by AI-generated production-ready systems created within minutes.</a:t>
            </a:r>
            <a:endParaRPr lang="en-US" dirty="0"/>
          </a:p>
          <a:p>
            <a:pPr marL="0" indent="0">
              <a:lnSpc>
                <a:spcPct val="110000"/>
              </a:lnSpc>
              <a:spcBef>
                <a:spcPts val="2500"/>
              </a:spcBef>
              <a:buFont typeface="Arial" panose="020B0604020202020204" pitchFamily="34" charset="0"/>
              <a:buNone/>
            </a:pPr>
            <a:r>
              <a:rPr lang="en-US" b="1" dirty="0"/>
              <a:t>Integrated Technology Ecosystem</a:t>
            </a:r>
          </a:p>
          <a:p>
            <a:pPr marL="0" lvl="1" indent="0">
              <a:lnSpc>
                <a:spcPct val="110000"/>
              </a:lnSpc>
              <a:buFont typeface="Arial" panose="020B0604020202020204" pitchFamily="34" charset="0"/>
              <a:buNone/>
            </a:pPr>
            <a:r>
              <a:rPr dirty="0"/>
              <a:t>The solution leverages Foundry, Copilot Studio, Fabric, and GitHub to provide a seamless and scalable automation ecosystem.</a:t>
            </a:r>
            <a:endParaRPr lang="en-US" dirty="0"/>
          </a:p>
          <a:p>
            <a:pPr marL="0" indent="0">
              <a:lnSpc>
                <a:spcPct val="110000"/>
              </a:lnSpc>
              <a:spcBef>
                <a:spcPts val="2500"/>
              </a:spcBef>
              <a:buFont typeface="Arial" panose="020B0604020202020204" pitchFamily="34" charset="0"/>
              <a:buNone/>
            </a:pPr>
            <a:r>
              <a:rPr lang="en-US" b="1" dirty="0"/>
              <a:t>Showcasing AI-powered Engineering Impact</a:t>
            </a:r>
          </a:p>
          <a:p>
            <a:pPr marL="0" lvl="1" indent="0">
              <a:lnSpc>
                <a:spcPct val="110000"/>
              </a:lnSpc>
              <a:buFont typeface="Arial" panose="020B0604020202020204" pitchFamily="34" charset="0"/>
              <a:buNone/>
            </a:pPr>
            <a:r>
              <a:rPr dirty="0"/>
              <a:t>The end-to-end agent-powered pipeline demonstrates practical AI benefits, impressing both technical and business audiences.</a:t>
            </a:r>
            <a:endParaRPr lang="en-US" dirty="0"/>
          </a:p>
        </p:txBody>
      </p:sp>
      <p:pic>
        <p:nvPicPr>
          <p:cNvPr id="5" name="Content Placeholder 4" descr="Young IT expert working in his modern and new coworking office. Programmer typing at his work place, coding on his computer. Man sitting at his desk in a joint office, with colleagues in the background.">
            <a:extLst>
              <a:ext uri="{FF2B5EF4-FFF2-40B4-BE49-F238E27FC236}">
                <a16:creationId xmlns:a16="http://schemas.microsoft.com/office/drawing/2014/main" id="{EA51CF01-E338-4FD2-ACB4-E236D5E2E2FD}"/>
              </a:ext>
            </a:extLst>
          </p:cNvPr>
          <p:cNvPicPr>
            <a:picLocks noGrp="1" noChangeAspect="1"/>
          </p:cNvPicPr>
          <p:nvPr>
            <p:ph type="pic" sz="quarter" idx="15"/>
          </p:nvPr>
        </p:nvPicPr>
        <p:blipFill>
          <a:blip r:embed="rId3"/>
          <a:srcRect l="24350" r="37425" b="1"/>
          <a:stretch>
            <a:fillRect/>
          </a:stretch>
        </p:blipFill>
        <p:spPr>
          <a:xfrm>
            <a:off x="8698986" y="758460"/>
            <a:ext cx="3493014" cy="6099541"/>
          </a:xfrm>
        </p:spPr>
      </p:pic>
    </p:spTree>
    <p:extLst>
      <p:ext uri="{BB962C8B-B14F-4D97-AF65-F5344CB8AC3E}">
        <p14:creationId xmlns:p14="http://schemas.microsoft.com/office/powerpoint/2010/main" val="341076336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1BDCD9-4639-4831-50B8-3631FE1F62D9}"/>
              </a:ext>
            </a:extLst>
          </p:cNvPr>
          <p:cNvSpPr>
            <a:spLocks noGrp="1"/>
          </p:cNvSpPr>
          <p:nvPr>
            <p:ph type="title"/>
          </p:nvPr>
        </p:nvSpPr>
        <p:spPr>
          <a:xfrm>
            <a:off x="768096" y="822960"/>
            <a:ext cx="7196328" cy="1068324"/>
          </a:xfrm>
        </p:spPr>
        <p:txBody>
          <a:bodyPr anchor="t">
            <a:normAutofit/>
          </a:bodyPr>
          <a:lstStyle/>
          <a:p>
            <a:r>
              <a:rPr lang="en-US"/>
              <a:t>Solution Overview and Configurable Parameters</a:t>
            </a:r>
          </a:p>
        </p:txBody>
      </p:sp>
      <p:sp>
        <p:nvSpPr>
          <p:cNvPr id="4" name="Content Placeholder 3">
            <a:extLst>
              <a:ext uri="{FF2B5EF4-FFF2-40B4-BE49-F238E27FC236}">
                <a16:creationId xmlns:a16="http://schemas.microsoft.com/office/drawing/2014/main" id="{FE126767-DF58-73F7-088F-79A0C4E98323}"/>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68096" y="1996440"/>
            <a:ext cx="7196328" cy="4099560"/>
          </a:xfrm>
        </p:spPr>
        <p:txBody>
          <a:bodyPr>
            <a:normAutofit/>
          </a:bodyPr>
          <a:lstStyle/>
          <a:p>
            <a:pPr marL="0" indent="0">
              <a:lnSpc>
                <a:spcPct val="110000"/>
              </a:lnSpc>
              <a:spcBef>
                <a:spcPts val="2500"/>
              </a:spcBef>
              <a:buFont typeface="Arial" panose="020B0604020202020204" pitchFamily="34" charset="0"/>
              <a:buNone/>
            </a:pPr>
            <a:r>
              <a:rPr lang="en-US" b="1" dirty="0"/>
              <a:t>Project and Architecture Types</a:t>
            </a:r>
          </a:p>
          <a:p>
            <a:pPr marL="0" lvl="1" indent="0">
              <a:lnSpc>
                <a:spcPct val="110000"/>
              </a:lnSpc>
              <a:buFont typeface="Arial" panose="020B0604020202020204" pitchFamily="34" charset="0"/>
              <a:buNone/>
            </a:pPr>
            <a:r>
              <a:rPr dirty="0"/>
              <a:t>Supports multiple project types like Web API and Microservices and architectural patterns including Clean and Hexagonal Architecture.</a:t>
            </a:r>
            <a:endParaRPr lang="en-US" dirty="0"/>
          </a:p>
          <a:p>
            <a:pPr marL="0" indent="0">
              <a:lnSpc>
                <a:spcPct val="110000"/>
              </a:lnSpc>
              <a:spcBef>
                <a:spcPts val="2500"/>
              </a:spcBef>
              <a:buFont typeface="Arial" panose="020B0604020202020204" pitchFamily="34" charset="0"/>
              <a:buNone/>
            </a:pPr>
            <a:r>
              <a:rPr lang="en-US" b="1" dirty="0"/>
              <a:t>Design Patterns and Languages</a:t>
            </a:r>
          </a:p>
          <a:p>
            <a:pPr marL="0" lvl="1" indent="0">
              <a:lnSpc>
                <a:spcPct val="110000"/>
              </a:lnSpc>
              <a:buFont typeface="Arial" panose="020B0604020202020204" pitchFamily="34" charset="0"/>
              <a:buNone/>
            </a:pPr>
            <a:r>
              <a:rPr dirty="0"/>
              <a:t>Incorporates modern design patterns like Repository and CQRS, supporting languages such as C#, TypeScript, and Python.</a:t>
            </a:r>
            <a:endParaRPr lang="en-US" dirty="0"/>
          </a:p>
          <a:p>
            <a:pPr marL="0" indent="0">
              <a:lnSpc>
                <a:spcPct val="110000"/>
              </a:lnSpc>
              <a:spcBef>
                <a:spcPts val="2500"/>
              </a:spcBef>
              <a:buFont typeface="Arial" panose="020B0604020202020204" pitchFamily="34" charset="0"/>
              <a:buNone/>
            </a:pPr>
            <a:r>
              <a:rPr lang="en-US" b="1" dirty="0"/>
              <a:t>Database and Security Features</a:t>
            </a:r>
          </a:p>
          <a:p>
            <a:pPr marL="0" lvl="1" indent="0">
              <a:lnSpc>
                <a:spcPct val="110000"/>
              </a:lnSpc>
              <a:buFont typeface="Arial" panose="020B0604020202020204" pitchFamily="34" charset="0"/>
              <a:buNone/>
            </a:pPr>
            <a:r>
              <a:rPr dirty="0"/>
              <a:t>Offers flexible database options including SQL Server and MongoDB, with integrated authentication and JWT authorization.</a:t>
            </a:r>
            <a:endParaRPr lang="en-US" dirty="0"/>
          </a:p>
          <a:p>
            <a:pPr marL="0" indent="0">
              <a:lnSpc>
                <a:spcPct val="110000"/>
              </a:lnSpc>
              <a:spcBef>
                <a:spcPts val="2500"/>
              </a:spcBef>
              <a:buFont typeface="Arial" panose="020B0604020202020204" pitchFamily="34" charset="0"/>
              <a:buNone/>
            </a:pPr>
            <a:r>
              <a:rPr lang="en-US" b="1" dirty="0"/>
              <a:t>Automation and DevOps Support</a:t>
            </a:r>
          </a:p>
          <a:p>
            <a:pPr marL="0" lvl="1" indent="0">
              <a:lnSpc>
                <a:spcPct val="110000"/>
              </a:lnSpc>
              <a:buFont typeface="Arial" panose="020B0604020202020204" pitchFamily="34" charset="0"/>
              <a:buNone/>
            </a:pPr>
            <a:r>
              <a:rPr dirty="0"/>
              <a:t>Automates API documentation, logging, telemetry</a:t>
            </a:r>
            <a:r>
              <a:rPr lang="en-IN" dirty="0"/>
              <a:t> </a:t>
            </a:r>
            <a:r>
              <a:rPr dirty="0"/>
              <a:t>for robust enterprise solutions.</a:t>
            </a:r>
            <a:endParaRPr lang="en-US" dirty="0"/>
          </a:p>
        </p:txBody>
      </p:sp>
      <p:pic>
        <p:nvPicPr>
          <p:cNvPr id="5" name="Content Placeholder 4" descr="fourth industrial revolution technology concept">
            <a:extLst>
              <a:ext uri="{FF2B5EF4-FFF2-40B4-BE49-F238E27FC236}">
                <a16:creationId xmlns:a16="http://schemas.microsoft.com/office/drawing/2014/main" id="{2D1E5639-C881-4D87-9AF7-E9B81DBB1296}"/>
              </a:ext>
            </a:extLst>
          </p:cNvPr>
          <p:cNvPicPr>
            <a:picLocks noGrp="1" noChangeAspect="1"/>
          </p:cNvPicPr>
          <p:nvPr>
            <p:ph type="pic" sz="quarter" idx="15"/>
          </p:nvPr>
        </p:nvPicPr>
        <p:blipFill>
          <a:blip r:embed="rId3"/>
          <a:srcRect l="33703" r="34085"/>
          <a:stretch>
            <a:fillRect/>
          </a:stretch>
        </p:blipFill>
        <p:spPr>
          <a:xfrm>
            <a:off x="8709872" y="769346"/>
            <a:ext cx="3493014" cy="6099541"/>
          </a:xfrm>
        </p:spPr>
      </p:pic>
    </p:spTree>
    <p:extLst>
      <p:ext uri="{BB962C8B-B14F-4D97-AF65-F5344CB8AC3E}">
        <p14:creationId xmlns:p14="http://schemas.microsoft.com/office/powerpoint/2010/main" val="46513269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7C432AFE-B3D2-4BFF-BF8F-96C27AFF1A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Conceptual image representing mosaic media interface and the digital software. A wall of screens curves away from view, shimmering with an assortment of random graphics, animations and simple icon images.">
            <a:extLst>
              <a:ext uri="{FF2B5EF4-FFF2-40B4-BE49-F238E27FC236}">
                <a16:creationId xmlns:a16="http://schemas.microsoft.com/office/drawing/2014/main" id="{F1FE08CB-D15C-49EC-A619-4A6DA1FED96B}"/>
              </a:ext>
            </a:extLst>
          </p:cNvPr>
          <p:cNvPicPr>
            <a:picLocks noGrp="1" noChangeAspect="1"/>
          </p:cNvPicPr>
          <p:nvPr>
            <p:ph sz="quarter" idx="15"/>
          </p:nvPr>
        </p:nvPicPr>
        <p:blipFill>
          <a:blip r:embed="rId3">
            <a:alphaModFix amt="40000"/>
          </a:blip>
          <a:srcRect t="13006" b="11994"/>
          <a:stretch>
            <a:fillRect/>
          </a:stretch>
        </p:blipFill>
        <p:spPr>
          <a:xfrm>
            <a:off x="20" y="10"/>
            <a:ext cx="12191979" cy="6857990"/>
          </a:xfrm>
          <a:prstGeom prst="rect">
            <a:avLst/>
          </a:prstGeom>
        </p:spPr>
      </p:pic>
      <p:sp>
        <p:nvSpPr>
          <p:cNvPr id="2" name="Title 1">
            <a:extLst>
              <a:ext uri="{FF2B5EF4-FFF2-40B4-BE49-F238E27FC236}">
                <a16:creationId xmlns:a16="http://schemas.microsoft.com/office/drawing/2014/main" id="{7B33AB67-40B6-B0B6-5C5B-D46FE0E9C415}"/>
              </a:ext>
            </a:extLst>
          </p:cNvPr>
          <p:cNvSpPr>
            <a:spLocks noGrp="1"/>
          </p:cNvSpPr>
          <p:nvPr>
            <p:ph type="title"/>
          </p:nvPr>
        </p:nvSpPr>
        <p:spPr>
          <a:xfrm>
            <a:off x="841249" y="876516"/>
            <a:ext cx="10506456" cy="2057400"/>
          </a:xfrm>
        </p:spPr>
        <p:txBody>
          <a:bodyPr vert="horz" lIns="91440" tIns="45720" rIns="91440" bIns="45720" rtlCol="0" anchor="b">
            <a:normAutofit/>
          </a:bodyPr>
          <a:lstStyle/>
          <a:p>
            <a:pPr>
              <a:lnSpc>
                <a:spcPct val="90000"/>
              </a:lnSpc>
            </a:pPr>
            <a:r>
              <a:rPr lang="en-US" sz="5000" dirty="0">
                <a:solidFill>
                  <a:schemeClr val="bg1"/>
                </a:solidFill>
              </a:rPr>
              <a:t>End‑to‑End Orchestration Pipeline Details</a:t>
            </a:r>
          </a:p>
        </p:txBody>
      </p:sp>
      <p:sp>
        <p:nvSpPr>
          <p:cNvPr id="12" name="Rectangle 11">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0140"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4" name="Rectangle 13">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3241202"/>
            <a:ext cx="10506456" cy="18288"/>
          </a:xfrm>
          <a:prstGeom prst="rect">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Content Placeholder 3">
            <a:extLst>
              <a:ext uri="{FF2B5EF4-FFF2-40B4-BE49-F238E27FC236}">
                <a16:creationId xmlns:a16="http://schemas.microsoft.com/office/drawing/2014/main" id="{AF1AC3E1-8C57-D8E2-0E28-ED961C020852}"/>
              </a:ext>
            </a:extLst>
          </p:cNvPr>
          <p:cNvSpPr>
            <a:spLocks noGrp="1"/>
          </p:cNvSpPr>
          <p:nvPr>
            <p:ph sz="quarter" idx="16"/>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41248" y="3502152"/>
            <a:ext cx="10506456" cy="2978330"/>
          </a:xfrm>
        </p:spPr>
        <p:txBody>
          <a:bodyPr>
            <a:noAutofit/>
          </a:bodyPr>
          <a:lstStyle/>
          <a:p>
            <a:pPr marL="0" indent="0">
              <a:lnSpc>
                <a:spcPct val="110000"/>
              </a:lnSpc>
              <a:spcBef>
                <a:spcPts val="2500"/>
              </a:spcBef>
              <a:buFont typeface="Arial" panose="020B0604020202020204" pitchFamily="34" charset="0"/>
              <a:buNone/>
            </a:pPr>
            <a:r>
              <a:rPr lang="en-US" sz="1200" b="1" dirty="0">
                <a:solidFill>
                  <a:schemeClr val="bg1"/>
                </a:solidFill>
              </a:rPr>
              <a:t>User Input Extraction</a:t>
            </a:r>
          </a:p>
          <a:p>
            <a:pPr marL="0" lvl="1" indent="0">
              <a:lnSpc>
                <a:spcPct val="110000"/>
              </a:lnSpc>
              <a:buFont typeface="Arial" panose="020B0604020202020204" pitchFamily="34" charset="0"/>
              <a:buNone/>
            </a:pPr>
            <a:r>
              <a:rPr lang="en-US" sz="1200" dirty="0">
                <a:solidFill>
                  <a:schemeClr val="bg1"/>
                </a:solidFill>
              </a:rPr>
              <a:t>The system captures user inputs via forms, documents, or conversational interfaces and extracts structured metadata using AI.</a:t>
            </a:r>
          </a:p>
          <a:p>
            <a:pPr marL="0" indent="0">
              <a:lnSpc>
                <a:spcPct val="110000"/>
              </a:lnSpc>
              <a:spcBef>
                <a:spcPts val="2500"/>
              </a:spcBef>
              <a:buFont typeface="Arial" panose="020B0604020202020204" pitchFamily="34" charset="0"/>
              <a:buNone/>
            </a:pPr>
            <a:r>
              <a:rPr lang="en-US" sz="1200" b="1" dirty="0">
                <a:solidFill>
                  <a:schemeClr val="bg1"/>
                </a:solidFill>
              </a:rPr>
              <a:t>Template Selection and Code Generation</a:t>
            </a:r>
          </a:p>
          <a:p>
            <a:pPr marL="0" lvl="1" indent="0">
              <a:lnSpc>
                <a:spcPct val="110000"/>
              </a:lnSpc>
              <a:buFont typeface="Arial" panose="020B0604020202020204" pitchFamily="34" charset="0"/>
              <a:buNone/>
            </a:pPr>
            <a:r>
              <a:rPr lang="en-US" sz="1200" dirty="0">
                <a:solidFill>
                  <a:schemeClr val="bg1"/>
                </a:solidFill>
              </a:rPr>
              <a:t>Metadata drives selection of architectural templates and automatic generation of project structure, logic, APIs, and database scripts.</a:t>
            </a:r>
          </a:p>
          <a:p>
            <a:pPr marL="0" indent="0">
              <a:lnSpc>
                <a:spcPct val="110000"/>
              </a:lnSpc>
              <a:spcBef>
                <a:spcPts val="2500"/>
              </a:spcBef>
              <a:buFont typeface="Arial" panose="020B0604020202020204" pitchFamily="34" charset="0"/>
              <a:buNone/>
            </a:pPr>
            <a:r>
              <a:rPr lang="en-US" sz="1200" b="1" dirty="0">
                <a:solidFill>
                  <a:schemeClr val="bg1"/>
                </a:solidFill>
              </a:rPr>
              <a:t>Deployment</a:t>
            </a:r>
          </a:p>
          <a:p>
            <a:pPr marL="0" lvl="1" indent="0">
              <a:lnSpc>
                <a:spcPct val="110000"/>
              </a:lnSpc>
              <a:buFont typeface="Arial" panose="020B0604020202020204" pitchFamily="34" charset="0"/>
              <a:buNone/>
            </a:pPr>
            <a:r>
              <a:rPr lang="en-US" sz="1200" dirty="0">
                <a:solidFill>
                  <a:schemeClr val="bg1"/>
                </a:solidFill>
              </a:rPr>
              <a:t>The pipeline sets up GitHub repositories and delivers a ready-to-deploy solution package.</a:t>
            </a:r>
          </a:p>
          <a:p>
            <a:pPr marL="0" indent="0">
              <a:lnSpc>
                <a:spcPct val="110000"/>
              </a:lnSpc>
              <a:spcBef>
                <a:spcPts val="2500"/>
              </a:spcBef>
              <a:buFont typeface="Arial" panose="020B0604020202020204" pitchFamily="34" charset="0"/>
              <a:buNone/>
            </a:pPr>
            <a:r>
              <a:rPr lang="en-US" sz="1200" b="1" dirty="0">
                <a:solidFill>
                  <a:schemeClr val="bg1"/>
                </a:solidFill>
              </a:rPr>
              <a:t>Benefits of Automation</a:t>
            </a:r>
          </a:p>
          <a:p>
            <a:pPr marL="0" lvl="1" indent="0">
              <a:lnSpc>
                <a:spcPct val="110000"/>
              </a:lnSpc>
              <a:buFont typeface="Arial" panose="020B0604020202020204" pitchFamily="34" charset="0"/>
              <a:buNone/>
            </a:pPr>
            <a:r>
              <a:rPr lang="en-US" sz="1200" dirty="0">
                <a:solidFill>
                  <a:schemeClr val="bg1"/>
                </a:solidFill>
              </a:rPr>
              <a:t>Automation reduces manual coding, ensures architectural consistency, and accelerates innovation and prototyping processes.</a:t>
            </a:r>
          </a:p>
        </p:txBody>
      </p:sp>
    </p:spTree>
    <p:extLst>
      <p:ext uri="{BB962C8B-B14F-4D97-AF65-F5344CB8AC3E}">
        <p14:creationId xmlns:p14="http://schemas.microsoft.com/office/powerpoint/2010/main" val="338053640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853251-BA3E-57A6-0405-4ED4A46F27BB}"/>
              </a:ext>
            </a:extLst>
          </p:cNvPr>
          <p:cNvSpPr>
            <a:spLocks noGrp="1"/>
          </p:cNvSpPr>
          <p:nvPr>
            <p:ph type="title"/>
          </p:nvPr>
        </p:nvSpPr>
        <p:spPr>
          <a:xfrm>
            <a:off x="768096" y="822960"/>
            <a:ext cx="7196328" cy="1068324"/>
          </a:xfrm>
        </p:spPr>
        <p:txBody>
          <a:bodyPr anchor="t">
            <a:normAutofit/>
          </a:bodyPr>
          <a:lstStyle/>
          <a:p>
            <a:r>
              <a:rPr lang="en-US"/>
              <a:t>Role and Importance of Metadata in Generation</a:t>
            </a:r>
          </a:p>
        </p:txBody>
      </p:sp>
      <p:sp>
        <p:nvSpPr>
          <p:cNvPr id="4" name="Content Placeholder 3">
            <a:extLst>
              <a:ext uri="{FF2B5EF4-FFF2-40B4-BE49-F238E27FC236}">
                <a16:creationId xmlns:a16="http://schemas.microsoft.com/office/drawing/2014/main" id="{ED3EBDDB-0CDC-07E8-CF2C-66161073E8E7}"/>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68096" y="1996440"/>
            <a:ext cx="7196328" cy="4099560"/>
          </a:xfrm>
        </p:spPr>
        <p:txBody>
          <a:bodyPr>
            <a:normAutofit/>
          </a:bodyPr>
          <a:lstStyle/>
          <a:p>
            <a:pPr marL="0" indent="0">
              <a:lnSpc>
                <a:spcPct val="110000"/>
              </a:lnSpc>
              <a:spcBef>
                <a:spcPts val="2500"/>
              </a:spcBef>
              <a:buFont typeface="Arial" panose="020B0604020202020204" pitchFamily="34" charset="0"/>
              <a:buNone/>
            </a:pPr>
            <a:r>
              <a:rPr lang="en-US" b="1"/>
              <a:t>Metadata as Core Intelligence</a:t>
            </a:r>
          </a:p>
          <a:p>
            <a:pPr marL="0" lvl="1" indent="0">
              <a:lnSpc>
                <a:spcPct val="110000"/>
              </a:lnSpc>
              <a:buFont typeface="Arial" panose="020B0604020202020204" pitchFamily="34" charset="0"/>
              <a:buNone/>
            </a:pPr>
            <a:r>
              <a:t>Metadata drives code generation, modeling, and endpoint creation ensuring structural consistency throughout the solution.</a:t>
            </a:r>
            <a:endParaRPr lang="en-US"/>
          </a:p>
          <a:p>
            <a:pPr marL="0" indent="0">
              <a:lnSpc>
                <a:spcPct val="110000"/>
              </a:lnSpc>
              <a:spcBef>
                <a:spcPts val="2500"/>
              </a:spcBef>
              <a:buFont typeface="Arial" panose="020B0604020202020204" pitchFamily="34" charset="0"/>
              <a:buNone/>
            </a:pPr>
            <a:r>
              <a:rPr lang="en-US" b="1"/>
              <a:t>Blueprint for Generation</a:t>
            </a:r>
          </a:p>
          <a:p>
            <a:pPr marL="0" lvl="1" indent="0">
              <a:lnSpc>
                <a:spcPct val="110000"/>
              </a:lnSpc>
              <a:buFont typeface="Arial" panose="020B0604020202020204" pitchFamily="34" charset="0"/>
              <a:buNone/>
            </a:pPr>
            <a:r>
              <a:t>Metadata acts as the blueprint generating all components like schemas, models, DTOs, controllers, and services.</a:t>
            </a:r>
            <a:endParaRPr lang="en-US"/>
          </a:p>
          <a:p>
            <a:pPr marL="0" indent="0">
              <a:lnSpc>
                <a:spcPct val="110000"/>
              </a:lnSpc>
              <a:spcBef>
                <a:spcPts val="2500"/>
              </a:spcBef>
              <a:buFont typeface="Arial" panose="020B0604020202020204" pitchFamily="34" charset="0"/>
              <a:buNone/>
            </a:pPr>
            <a:r>
              <a:rPr lang="en-US" b="1"/>
              <a:t>Ensures Consistency and Adaptability</a:t>
            </a:r>
          </a:p>
          <a:p>
            <a:pPr marL="0" lvl="1" indent="0">
              <a:lnSpc>
                <a:spcPct val="110000"/>
              </a:lnSpc>
              <a:buFont typeface="Arial" panose="020B0604020202020204" pitchFamily="34" charset="0"/>
              <a:buNone/>
            </a:pPr>
            <a:r>
              <a:t>Using metadata reduces ambiguity, enforces governance, and enables easy adaptation to changing requirements.</a:t>
            </a:r>
            <a:endParaRPr lang="en-US"/>
          </a:p>
          <a:p>
            <a:pPr marL="0" indent="0">
              <a:lnSpc>
                <a:spcPct val="110000"/>
              </a:lnSpc>
              <a:spcBef>
                <a:spcPts val="2500"/>
              </a:spcBef>
              <a:buFont typeface="Arial" panose="020B0604020202020204" pitchFamily="34" charset="0"/>
              <a:buNone/>
            </a:pPr>
            <a:r>
              <a:rPr lang="en-US" b="1"/>
              <a:t>Supports Scalability and Extensibility</a:t>
            </a:r>
          </a:p>
          <a:p>
            <a:pPr marL="0" lvl="1" indent="0">
              <a:lnSpc>
                <a:spcPct val="110000"/>
              </a:lnSpc>
              <a:buFont typeface="Arial" panose="020B0604020202020204" pitchFamily="34" charset="0"/>
              <a:buNone/>
            </a:pPr>
            <a:r>
              <a:t>Metadata-driven generation allows scalable solutions across architectures and languages, future-proofing the system.</a:t>
            </a:r>
            <a:endParaRPr lang="en-US"/>
          </a:p>
        </p:txBody>
      </p:sp>
      <p:pic>
        <p:nvPicPr>
          <p:cNvPr id="5" name="Content Placeholder 4" descr="Abstract, Backgrounds, Big Data, Binary Code, Blue">
            <a:extLst>
              <a:ext uri="{FF2B5EF4-FFF2-40B4-BE49-F238E27FC236}">
                <a16:creationId xmlns:a16="http://schemas.microsoft.com/office/drawing/2014/main" id="{CEE87BC2-BFD5-4459-BFB9-F61EA51315EA}"/>
              </a:ext>
            </a:extLst>
          </p:cNvPr>
          <p:cNvPicPr>
            <a:picLocks noGrp="1" noChangeAspect="1"/>
          </p:cNvPicPr>
          <p:nvPr>
            <p:ph type="pic" sz="quarter" idx="15"/>
          </p:nvPr>
        </p:nvPicPr>
        <p:blipFill>
          <a:blip r:embed="rId3"/>
          <a:srcRect l="40064" r="27723"/>
          <a:stretch>
            <a:fillRect/>
          </a:stretch>
        </p:blipFill>
        <p:spPr>
          <a:xfrm>
            <a:off x="8698986" y="758460"/>
            <a:ext cx="3493014" cy="6099541"/>
          </a:xfrm>
        </p:spPr>
      </p:pic>
    </p:spTree>
    <p:extLst>
      <p:ext uri="{BB962C8B-B14F-4D97-AF65-F5344CB8AC3E}">
        <p14:creationId xmlns:p14="http://schemas.microsoft.com/office/powerpoint/2010/main" val="145248907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9D2268A-D939-4E78-91B6-6C7E464067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Female drawing flow chart">
            <a:extLst>
              <a:ext uri="{FF2B5EF4-FFF2-40B4-BE49-F238E27FC236}">
                <a16:creationId xmlns:a16="http://schemas.microsoft.com/office/drawing/2014/main" id="{0C37BFDC-C6C4-41EC-8BBF-06777FA9B0A5}"/>
              </a:ext>
            </a:extLst>
          </p:cNvPr>
          <p:cNvPicPr>
            <a:picLocks noGrp="1" noChangeAspect="1"/>
          </p:cNvPicPr>
          <p:nvPr>
            <p:ph sz="quarter" idx="15"/>
          </p:nvPr>
        </p:nvPicPr>
        <p:blipFill>
          <a:blip r:embed="rId3">
            <a:alphaModFix amt="40000"/>
          </a:blip>
          <a:srcRect t="6705" b="7418"/>
          <a:stretch>
            <a:fillRect/>
          </a:stretch>
        </p:blipFill>
        <p:spPr>
          <a:xfrm>
            <a:off x="20" y="10"/>
            <a:ext cx="12191979" cy="6857990"/>
          </a:xfrm>
          <a:prstGeom prst="rect">
            <a:avLst/>
          </a:prstGeom>
        </p:spPr>
      </p:pic>
      <p:sp>
        <p:nvSpPr>
          <p:cNvPr id="2" name="Title 1">
            <a:extLst>
              <a:ext uri="{FF2B5EF4-FFF2-40B4-BE49-F238E27FC236}">
                <a16:creationId xmlns:a16="http://schemas.microsoft.com/office/drawing/2014/main" id="{C770C46C-5DCD-EFEF-0B1E-59D45DB73CA7}"/>
              </a:ext>
            </a:extLst>
          </p:cNvPr>
          <p:cNvSpPr>
            <a:spLocks noGrp="1"/>
          </p:cNvSpPr>
          <p:nvPr>
            <p:ph type="title"/>
          </p:nvPr>
        </p:nvSpPr>
        <p:spPr>
          <a:xfrm>
            <a:off x="640080" y="853673"/>
            <a:ext cx="4023360" cy="5004794"/>
          </a:xfrm>
        </p:spPr>
        <p:txBody>
          <a:bodyPr vert="horz" lIns="91440" tIns="45720" rIns="91440" bIns="45720" rtlCol="0" anchor="ctr">
            <a:normAutofit/>
          </a:bodyPr>
          <a:lstStyle/>
          <a:p>
            <a:pPr>
              <a:lnSpc>
                <a:spcPct val="90000"/>
              </a:lnSpc>
            </a:pPr>
            <a:r>
              <a:rPr lang="en-US" sz="3400">
                <a:solidFill>
                  <a:schemeClr val="bg1"/>
                </a:solidFill>
              </a:rPr>
              <a:t>Architectural and Process Flow Diagrams</a:t>
            </a:r>
          </a:p>
        </p:txBody>
      </p:sp>
      <p:sp>
        <p:nvSpPr>
          <p:cNvPr id="4" name="Content Placeholder 3">
            <a:extLst>
              <a:ext uri="{FF2B5EF4-FFF2-40B4-BE49-F238E27FC236}">
                <a16:creationId xmlns:a16="http://schemas.microsoft.com/office/drawing/2014/main" id="{6BEFC92F-F100-B08C-4821-067BC9F1805F}"/>
              </a:ext>
            </a:extLst>
          </p:cNvPr>
          <p:cNvSpPr>
            <a:spLocks noGrp="1"/>
          </p:cNvSpPr>
          <p:nvPr>
            <p:ph sz="quarter" idx="16"/>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99083" y="853673"/>
            <a:ext cx="5715000" cy="5004794"/>
          </a:xfrm>
        </p:spPr>
        <p:txBody>
          <a:bodyPr>
            <a:normAutofit/>
          </a:bodyPr>
          <a:lstStyle/>
          <a:p>
            <a:pPr marL="0" indent="0">
              <a:spcBef>
                <a:spcPts val="2500"/>
              </a:spcBef>
              <a:buFont typeface="Arial" panose="020B0604020202020204" pitchFamily="34" charset="0"/>
              <a:buNone/>
            </a:pPr>
            <a:r>
              <a:rPr lang="en-US" b="1" dirty="0">
                <a:solidFill>
                  <a:schemeClr val="bg1"/>
                </a:solidFill>
              </a:rPr>
              <a:t>Requirement Capture and Metadata Synthesis</a:t>
            </a:r>
          </a:p>
          <a:p>
            <a:pPr marL="0" lvl="1" indent="0">
              <a:buFont typeface="Arial" panose="020B0604020202020204" pitchFamily="34" charset="0"/>
              <a:buNone/>
            </a:pPr>
            <a:r>
              <a:rPr lang="en-US" dirty="0">
                <a:solidFill>
                  <a:schemeClr val="bg1"/>
                </a:solidFill>
              </a:rPr>
              <a:t>User inputs initiate the process, triggering metadata extraction that structures insights from content.</a:t>
            </a:r>
          </a:p>
          <a:p>
            <a:pPr marL="0" indent="0">
              <a:spcBef>
                <a:spcPts val="2500"/>
              </a:spcBef>
              <a:buFont typeface="Arial" panose="020B0604020202020204" pitchFamily="34" charset="0"/>
              <a:buNone/>
            </a:pPr>
            <a:r>
              <a:rPr lang="en-US" b="1" dirty="0">
                <a:solidFill>
                  <a:schemeClr val="bg1"/>
                </a:solidFill>
              </a:rPr>
              <a:t>Template Resolution and Code Generation</a:t>
            </a:r>
          </a:p>
          <a:p>
            <a:pPr marL="0" lvl="1" indent="0">
              <a:buFont typeface="Arial" panose="020B0604020202020204" pitchFamily="34" charset="0"/>
              <a:buNone/>
            </a:pPr>
            <a:r>
              <a:rPr lang="en-US" dirty="0">
                <a:solidFill>
                  <a:schemeClr val="bg1"/>
                </a:solidFill>
              </a:rPr>
              <a:t>Templates align system needs with design standards; code generation orchestrates files, models, and services.</a:t>
            </a:r>
          </a:p>
          <a:p>
            <a:pPr marL="0" indent="0">
              <a:spcBef>
                <a:spcPts val="2500"/>
              </a:spcBef>
              <a:buFont typeface="Arial" panose="020B0604020202020204" pitchFamily="34" charset="0"/>
              <a:buNone/>
            </a:pPr>
            <a:r>
              <a:rPr lang="en-US" b="1" dirty="0">
                <a:solidFill>
                  <a:schemeClr val="bg1"/>
                </a:solidFill>
              </a:rPr>
              <a:t>Packaging and Deployment Automation</a:t>
            </a:r>
          </a:p>
          <a:p>
            <a:pPr marL="0" lvl="1" indent="0">
              <a:buFont typeface="Arial" panose="020B0604020202020204" pitchFamily="34" charset="0"/>
              <a:buNone/>
            </a:pPr>
            <a:r>
              <a:rPr lang="en-US" dirty="0">
                <a:solidFill>
                  <a:schemeClr val="bg1"/>
                </a:solidFill>
              </a:rPr>
              <a:t>Final output is packaged as ZIP and optionally pushed to GitHub.</a:t>
            </a:r>
          </a:p>
          <a:p>
            <a:pPr marL="0" lvl="1" indent="0">
              <a:buFont typeface="Arial" panose="020B0604020202020204" pitchFamily="34" charset="0"/>
              <a:buNone/>
            </a:pPr>
            <a:endParaRPr lang="en-US" b="1" dirty="0">
              <a:solidFill>
                <a:schemeClr val="bg1"/>
              </a:solidFill>
            </a:endParaRPr>
          </a:p>
          <a:p>
            <a:pPr marL="0" lvl="1" indent="0">
              <a:buFont typeface="Arial" panose="020B0604020202020204" pitchFamily="34" charset="0"/>
              <a:buNone/>
            </a:pPr>
            <a:r>
              <a:rPr lang="en-US" b="1" dirty="0">
                <a:solidFill>
                  <a:schemeClr val="bg1"/>
                </a:solidFill>
              </a:rPr>
              <a:t>Visual Diagrams for Clarity and Governance</a:t>
            </a:r>
          </a:p>
          <a:p>
            <a:pPr marL="0" lvl="1" indent="0">
              <a:buFont typeface="Arial" panose="020B0604020202020204" pitchFamily="34" charset="0"/>
              <a:buNone/>
            </a:pPr>
            <a:r>
              <a:rPr lang="en-US" dirty="0">
                <a:solidFill>
                  <a:schemeClr val="bg1"/>
                </a:solidFill>
              </a:rPr>
              <a:t>Visual flows clarify dependencies and agent collaboration, aiding debugging, governance, and planning.</a:t>
            </a:r>
          </a:p>
        </p:txBody>
      </p:sp>
      <p:sp>
        <p:nvSpPr>
          <p:cNvPr id="12" name="sketch box">
            <a:extLst>
              <a:ext uri="{FF2B5EF4-FFF2-40B4-BE49-F238E27FC236}">
                <a16:creationId xmlns:a16="http://schemas.microsoft.com/office/drawing/2014/main" id="{E0C43A58-225D-452D-8185-0D89D1EED8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18921" y="493776"/>
            <a:ext cx="6229604" cy="5722227"/>
          </a:xfrm>
          <a:custGeom>
            <a:avLst/>
            <a:gdLst>
              <a:gd name="csX0" fmla="*/ 0 w 6229604"/>
              <a:gd name="csY0" fmla="*/ 0 h 5722227"/>
              <a:gd name="csX1" fmla="*/ 629882 w 6229604"/>
              <a:gd name="csY1" fmla="*/ 0 h 5722227"/>
              <a:gd name="csX2" fmla="*/ 1135172 w 6229604"/>
              <a:gd name="csY2" fmla="*/ 0 h 5722227"/>
              <a:gd name="csX3" fmla="*/ 1951943 w 6229604"/>
              <a:gd name="csY3" fmla="*/ 0 h 5722227"/>
              <a:gd name="csX4" fmla="*/ 2581825 w 6229604"/>
              <a:gd name="csY4" fmla="*/ 0 h 5722227"/>
              <a:gd name="csX5" fmla="*/ 3211707 w 6229604"/>
              <a:gd name="csY5" fmla="*/ 0 h 5722227"/>
              <a:gd name="csX6" fmla="*/ 4028477 w 6229604"/>
              <a:gd name="csY6" fmla="*/ 0 h 5722227"/>
              <a:gd name="csX7" fmla="*/ 4596063 w 6229604"/>
              <a:gd name="csY7" fmla="*/ 0 h 5722227"/>
              <a:gd name="csX8" fmla="*/ 5412834 w 6229604"/>
              <a:gd name="csY8" fmla="*/ 0 h 5722227"/>
              <a:gd name="csX9" fmla="*/ 6229604 w 6229604"/>
              <a:gd name="csY9" fmla="*/ 0 h 5722227"/>
              <a:gd name="csX10" fmla="*/ 6229604 w 6229604"/>
              <a:gd name="csY10" fmla="*/ 635803 h 5722227"/>
              <a:gd name="csX11" fmla="*/ 6229604 w 6229604"/>
              <a:gd name="csY11" fmla="*/ 1271606 h 5722227"/>
              <a:gd name="csX12" fmla="*/ 6229604 w 6229604"/>
              <a:gd name="csY12" fmla="*/ 1964631 h 5722227"/>
              <a:gd name="csX13" fmla="*/ 6229604 w 6229604"/>
              <a:gd name="csY13" fmla="*/ 2428767 h 5722227"/>
              <a:gd name="csX14" fmla="*/ 6229604 w 6229604"/>
              <a:gd name="csY14" fmla="*/ 3064570 h 5722227"/>
              <a:gd name="csX15" fmla="*/ 6229604 w 6229604"/>
              <a:gd name="csY15" fmla="*/ 3700373 h 5722227"/>
              <a:gd name="csX16" fmla="*/ 6229604 w 6229604"/>
              <a:gd name="csY16" fmla="*/ 4336176 h 5722227"/>
              <a:gd name="csX17" fmla="*/ 6229604 w 6229604"/>
              <a:gd name="csY17" fmla="*/ 5029202 h 5722227"/>
              <a:gd name="csX18" fmla="*/ 6229604 w 6229604"/>
              <a:gd name="csY18" fmla="*/ 5722227 h 5722227"/>
              <a:gd name="csX19" fmla="*/ 5475130 w 6229604"/>
              <a:gd name="csY19" fmla="*/ 5722227 h 5722227"/>
              <a:gd name="csX20" fmla="*/ 4907544 w 6229604"/>
              <a:gd name="csY20" fmla="*/ 5722227 h 5722227"/>
              <a:gd name="csX21" fmla="*/ 4090773 w 6229604"/>
              <a:gd name="csY21" fmla="*/ 5722227 h 5722227"/>
              <a:gd name="csX22" fmla="*/ 3398595 w 6229604"/>
              <a:gd name="csY22" fmla="*/ 5722227 h 5722227"/>
              <a:gd name="csX23" fmla="*/ 2831009 w 6229604"/>
              <a:gd name="csY23" fmla="*/ 5722227 h 5722227"/>
              <a:gd name="csX24" fmla="*/ 2138831 w 6229604"/>
              <a:gd name="csY24" fmla="*/ 5722227 h 5722227"/>
              <a:gd name="csX25" fmla="*/ 1633541 w 6229604"/>
              <a:gd name="csY25" fmla="*/ 5722227 h 5722227"/>
              <a:gd name="csX26" fmla="*/ 1128251 w 6229604"/>
              <a:gd name="csY26" fmla="*/ 5722227 h 5722227"/>
              <a:gd name="csX27" fmla="*/ 0 w 6229604"/>
              <a:gd name="csY27" fmla="*/ 5722227 h 5722227"/>
              <a:gd name="csX28" fmla="*/ 0 w 6229604"/>
              <a:gd name="csY28" fmla="*/ 5200869 h 5722227"/>
              <a:gd name="csX29" fmla="*/ 0 w 6229604"/>
              <a:gd name="csY29" fmla="*/ 4450621 h 5722227"/>
              <a:gd name="csX30" fmla="*/ 0 w 6229604"/>
              <a:gd name="csY30" fmla="*/ 3872040 h 5722227"/>
              <a:gd name="csX31" fmla="*/ 0 w 6229604"/>
              <a:gd name="csY31" fmla="*/ 3407904 h 5722227"/>
              <a:gd name="csX32" fmla="*/ 0 w 6229604"/>
              <a:gd name="csY32" fmla="*/ 2714879 h 5722227"/>
              <a:gd name="csX33" fmla="*/ 0 w 6229604"/>
              <a:gd name="csY33" fmla="*/ 2193520 h 5722227"/>
              <a:gd name="csX34" fmla="*/ 0 w 6229604"/>
              <a:gd name="csY34" fmla="*/ 1500495 h 5722227"/>
              <a:gd name="csX35" fmla="*/ 0 w 6229604"/>
              <a:gd name="csY35" fmla="*/ 750248 h 5722227"/>
              <a:gd name="csX36" fmla="*/ 0 w 6229604"/>
              <a:gd name="csY36" fmla="*/ 0 h 572222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Lst>
            <a:rect l="l" t="t" r="r" b="b"/>
            <a:pathLst>
              <a:path w="6229604" h="5722227" extrusionOk="0">
                <a:moveTo>
                  <a:pt x="0" y="0"/>
                </a:moveTo>
                <a:cubicBezTo>
                  <a:pt x="134765" y="733"/>
                  <a:pt x="359555" y="-15387"/>
                  <a:pt x="629882" y="0"/>
                </a:cubicBezTo>
                <a:cubicBezTo>
                  <a:pt x="900209" y="15387"/>
                  <a:pt x="965450" y="15937"/>
                  <a:pt x="1135172" y="0"/>
                </a:cubicBezTo>
                <a:cubicBezTo>
                  <a:pt x="1304894" y="-15937"/>
                  <a:pt x="1787212" y="10921"/>
                  <a:pt x="1951943" y="0"/>
                </a:cubicBezTo>
                <a:cubicBezTo>
                  <a:pt x="2116674" y="-10921"/>
                  <a:pt x="2378222" y="13313"/>
                  <a:pt x="2581825" y="0"/>
                </a:cubicBezTo>
                <a:cubicBezTo>
                  <a:pt x="2785428" y="-13313"/>
                  <a:pt x="2915218" y="19972"/>
                  <a:pt x="3211707" y="0"/>
                </a:cubicBezTo>
                <a:cubicBezTo>
                  <a:pt x="3508196" y="-19972"/>
                  <a:pt x="3832828" y="-34359"/>
                  <a:pt x="4028477" y="0"/>
                </a:cubicBezTo>
                <a:cubicBezTo>
                  <a:pt x="4224126" y="34359"/>
                  <a:pt x="4361257" y="4467"/>
                  <a:pt x="4596063" y="0"/>
                </a:cubicBezTo>
                <a:cubicBezTo>
                  <a:pt x="4830869" y="-4467"/>
                  <a:pt x="5091403" y="-7365"/>
                  <a:pt x="5412834" y="0"/>
                </a:cubicBezTo>
                <a:cubicBezTo>
                  <a:pt x="5734265" y="7365"/>
                  <a:pt x="6034988" y="-26786"/>
                  <a:pt x="6229604" y="0"/>
                </a:cubicBezTo>
                <a:cubicBezTo>
                  <a:pt x="6208296" y="256153"/>
                  <a:pt x="6219810" y="335049"/>
                  <a:pt x="6229604" y="635803"/>
                </a:cubicBezTo>
                <a:cubicBezTo>
                  <a:pt x="6239398" y="936557"/>
                  <a:pt x="6230184" y="1092448"/>
                  <a:pt x="6229604" y="1271606"/>
                </a:cubicBezTo>
                <a:cubicBezTo>
                  <a:pt x="6229024" y="1450764"/>
                  <a:pt x="6217841" y="1797531"/>
                  <a:pt x="6229604" y="1964631"/>
                </a:cubicBezTo>
                <a:cubicBezTo>
                  <a:pt x="6241367" y="2131731"/>
                  <a:pt x="6220367" y="2235822"/>
                  <a:pt x="6229604" y="2428767"/>
                </a:cubicBezTo>
                <a:cubicBezTo>
                  <a:pt x="6238841" y="2621712"/>
                  <a:pt x="6220929" y="2925917"/>
                  <a:pt x="6229604" y="3064570"/>
                </a:cubicBezTo>
                <a:cubicBezTo>
                  <a:pt x="6238279" y="3203223"/>
                  <a:pt x="6256755" y="3501958"/>
                  <a:pt x="6229604" y="3700373"/>
                </a:cubicBezTo>
                <a:cubicBezTo>
                  <a:pt x="6202453" y="3898788"/>
                  <a:pt x="6201714" y="4046823"/>
                  <a:pt x="6229604" y="4336176"/>
                </a:cubicBezTo>
                <a:cubicBezTo>
                  <a:pt x="6257494" y="4625529"/>
                  <a:pt x="6258821" y="4774033"/>
                  <a:pt x="6229604" y="5029202"/>
                </a:cubicBezTo>
                <a:cubicBezTo>
                  <a:pt x="6200387" y="5284371"/>
                  <a:pt x="6233334" y="5383875"/>
                  <a:pt x="6229604" y="5722227"/>
                </a:cubicBezTo>
                <a:cubicBezTo>
                  <a:pt x="6016393" y="5707881"/>
                  <a:pt x="5684528" y="5751176"/>
                  <a:pt x="5475130" y="5722227"/>
                </a:cubicBezTo>
                <a:cubicBezTo>
                  <a:pt x="5265732" y="5693278"/>
                  <a:pt x="5082862" y="5732690"/>
                  <a:pt x="4907544" y="5722227"/>
                </a:cubicBezTo>
                <a:cubicBezTo>
                  <a:pt x="4732226" y="5711764"/>
                  <a:pt x="4474837" y="5716289"/>
                  <a:pt x="4090773" y="5722227"/>
                </a:cubicBezTo>
                <a:cubicBezTo>
                  <a:pt x="3706709" y="5728165"/>
                  <a:pt x="3645902" y="5723973"/>
                  <a:pt x="3398595" y="5722227"/>
                </a:cubicBezTo>
                <a:cubicBezTo>
                  <a:pt x="3151288" y="5720481"/>
                  <a:pt x="3001606" y="5732695"/>
                  <a:pt x="2831009" y="5722227"/>
                </a:cubicBezTo>
                <a:cubicBezTo>
                  <a:pt x="2660412" y="5711759"/>
                  <a:pt x="2424161" y="5689878"/>
                  <a:pt x="2138831" y="5722227"/>
                </a:cubicBezTo>
                <a:cubicBezTo>
                  <a:pt x="1853501" y="5754576"/>
                  <a:pt x="1788223" y="5720540"/>
                  <a:pt x="1633541" y="5722227"/>
                </a:cubicBezTo>
                <a:cubicBezTo>
                  <a:pt x="1478859" y="5723915"/>
                  <a:pt x="1324151" y="5739059"/>
                  <a:pt x="1128251" y="5722227"/>
                </a:cubicBezTo>
                <a:cubicBezTo>
                  <a:pt x="932351" y="5705396"/>
                  <a:pt x="522340" y="5691488"/>
                  <a:pt x="0" y="5722227"/>
                </a:cubicBezTo>
                <a:cubicBezTo>
                  <a:pt x="-8445" y="5596771"/>
                  <a:pt x="-11215" y="5344833"/>
                  <a:pt x="0" y="5200869"/>
                </a:cubicBezTo>
                <a:cubicBezTo>
                  <a:pt x="11215" y="5056905"/>
                  <a:pt x="20310" y="4693766"/>
                  <a:pt x="0" y="4450621"/>
                </a:cubicBezTo>
                <a:cubicBezTo>
                  <a:pt x="-20310" y="4207476"/>
                  <a:pt x="817" y="4075053"/>
                  <a:pt x="0" y="3872040"/>
                </a:cubicBezTo>
                <a:cubicBezTo>
                  <a:pt x="-817" y="3669027"/>
                  <a:pt x="-21729" y="3595882"/>
                  <a:pt x="0" y="3407904"/>
                </a:cubicBezTo>
                <a:cubicBezTo>
                  <a:pt x="21729" y="3219926"/>
                  <a:pt x="-30605" y="3052469"/>
                  <a:pt x="0" y="2714879"/>
                </a:cubicBezTo>
                <a:cubicBezTo>
                  <a:pt x="30605" y="2377289"/>
                  <a:pt x="-16081" y="2430808"/>
                  <a:pt x="0" y="2193520"/>
                </a:cubicBezTo>
                <a:cubicBezTo>
                  <a:pt x="16081" y="1956232"/>
                  <a:pt x="18120" y="1817979"/>
                  <a:pt x="0" y="1500495"/>
                </a:cubicBezTo>
                <a:cubicBezTo>
                  <a:pt x="-18120" y="1183011"/>
                  <a:pt x="23969" y="972269"/>
                  <a:pt x="0" y="750248"/>
                </a:cubicBezTo>
                <a:cubicBezTo>
                  <a:pt x="-23969" y="528227"/>
                  <a:pt x="-3769" y="358360"/>
                  <a:pt x="0" y="0"/>
                </a:cubicBezTo>
                <a:close/>
              </a:path>
            </a:pathLst>
          </a:custGeom>
          <a:noFill/>
          <a:ln w="47625">
            <a:solidFill>
              <a:schemeClr val="bg1">
                <a:alpha val="75000"/>
              </a:schemeClr>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9366443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D3BB42-FC27-FB97-023A-6EA0F6673897}"/>
              </a:ext>
            </a:extLst>
          </p:cNvPr>
          <p:cNvSpPr>
            <a:spLocks noGrp="1"/>
          </p:cNvSpPr>
          <p:nvPr>
            <p:ph type="title"/>
          </p:nvPr>
        </p:nvSpPr>
        <p:spPr>
          <a:xfrm>
            <a:off x="768096" y="822960"/>
            <a:ext cx="7196328" cy="1068324"/>
          </a:xfrm>
        </p:spPr>
        <p:txBody>
          <a:bodyPr anchor="t">
            <a:normAutofit/>
          </a:bodyPr>
          <a:lstStyle/>
          <a:p>
            <a:r>
              <a:rPr lang="en-US"/>
              <a:t>Justification for Feasibility Across Microsoft Ecosystem</a:t>
            </a:r>
          </a:p>
        </p:txBody>
      </p:sp>
      <p:sp>
        <p:nvSpPr>
          <p:cNvPr id="4" name="Content Placeholder 3">
            <a:extLst>
              <a:ext uri="{FF2B5EF4-FFF2-40B4-BE49-F238E27FC236}">
                <a16:creationId xmlns:a16="http://schemas.microsoft.com/office/drawing/2014/main" id="{F0F2F4C7-ED15-161D-1248-5962A4B8A265}"/>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68096" y="1996440"/>
            <a:ext cx="7196328" cy="4099560"/>
          </a:xfrm>
        </p:spPr>
        <p:txBody>
          <a:bodyPr>
            <a:normAutofit/>
          </a:bodyPr>
          <a:lstStyle/>
          <a:p>
            <a:pPr marL="0" indent="0">
              <a:lnSpc>
                <a:spcPct val="110000"/>
              </a:lnSpc>
              <a:spcBef>
                <a:spcPts val="2500"/>
              </a:spcBef>
              <a:buFont typeface="Arial" panose="020B0604020202020204" pitchFamily="34" charset="0"/>
              <a:buNone/>
            </a:pPr>
            <a:r>
              <a:rPr lang="en-US" b="1"/>
              <a:t>Conversational AI Interfaces</a:t>
            </a:r>
          </a:p>
          <a:p>
            <a:pPr marL="0" lvl="1" indent="0">
              <a:lnSpc>
                <a:spcPct val="110000"/>
              </a:lnSpc>
              <a:buFont typeface="Arial" panose="020B0604020202020204" pitchFamily="34" charset="0"/>
              <a:buNone/>
            </a:pPr>
            <a:r>
              <a:t>Copilot Studio delivers conversational and workflow interfaces for capturing user needs and triggering automated routines.</a:t>
            </a:r>
            <a:endParaRPr lang="en-US"/>
          </a:p>
          <a:p>
            <a:pPr marL="0" indent="0">
              <a:lnSpc>
                <a:spcPct val="110000"/>
              </a:lnSpc>
              <a:spcBef>
                <a:spcPts val="2500"/>
              </a:spcBef>
              <a:buFont typeface="Arial" panose="020B0604020202020204" pitchFamily="34" charset="0"/>
              <a:buNone/>
            </a:pPr>
            <a:r>
              <a:rPr lang="en-US" b="1"/>
              <a:t>Hosting and Execution Environment</a:t>
            </a:r>
          </a:p>
          <a:p>
            <a:pPr marL="0" lvl="1" indent="0">
              <a:lnSpc>
                <a:spcPct val="110000"/>
              </a:lnSpc>
              <a:buFont typeface="Arial" panose="020B0604020202020204" pitchFamily="34" charset="0"/>
              <a:buNone/>
            </a:pPr>
            <a:r>
              <a:t>Microsoft Foundry hosts tool‑calling agents, providing observability, governance, and scalable execution support.</a:t>
            </a:r>
            <a:endParaRPr lang="en-US"/>
          </a:p>
          <a:p>
            <a:pPr marL="0" indent="0">
              <a:lnSpc>
                <a:spcPct val="110000"/>
              </a:lnSpc>
              <a:spcBef>
                <a:spcPts val="2500"/>
              </a:spcBef>
              <a:buFont typeface="Arial" panose="020B0604020202020204" pitchFamily="34" charset="0"/>
              <a:buNone/>
            </a:pPr>
            <a:r>
              <a:rPr lang="en-US" b="1"/>
              <a:t>Storage and Version Control</a:t>
            </a:r>
          </a:p>
          <a:p>
            <a:pPr marL="0" lvl="1" indent="0">
              <a:lnSpc>
                <a:spcPct val="110000"/>
              </a:lnSpc>
              <a:buFont typeface="Arial" panose="020B0604020202020204" pitchFamily="34" charset="0"/>
              <a:buNone/>
            </a:pPr>
            <a:r>
              <a:t>Microsoft Fabric serves as a storage layer for templates and metadata, ensuring version control and analytics capabilities.</a:t>
            </a:r>
            <a:endParaRPr lang="en-US"/>
          </a:p>
          <a:p>
            <a:pPr marL="0" indent="0">
              <a:lnSpc>
                <a:spcPct val="110000"/>
              </a:lnSpc>
              <a:spcBef>
                <a:spcPts val="2500"/>
              </a:spcBef>
              <a:buFont typeface="Arial" panose="020B0604020202020204" pitchFamily="34" charset="0"/>
              <a:buNone/>
            </a:pPr>
            <a:r>
              <a:rPr lang="en-US" b="1"/>
              <a:t>Automated Repository Management</a:t>
            </a:r>
          </a:p>
          <a:p>
            <a:pPr marL="0" lvl="1" indent="0">
              <a:lnSpc>
                <a:spcPct val="110000"/>
              </a:lnSpc>
              <a:buFont typeface="Arial" panose="020B0604020202020204" pitchFamily="34" charset="0"/>
              <a:buNone/>
            </a:pPr>
            <a:r>
              <a:t>GitHub automates repository creation, branch management, and CI/CD setup for seamless deployment workflows.</a:t>
            </a:r>
            <a:endParaRPr lang="en-US"/>
          </a:p>
        </p:txBody>
      </p:sp>
      <p:pic>
        <p:nvPicPr>
          <p:cNvPr id="5" name="Content Placeholder 4" descr="Cloud computing concept isolated on white background">
            <a:extLst>
              <a:ext uri="{FF2B5EF4-FFF2-40B4-BE49-F238E27FC236}">
                <a16:creationId xmlns:a16="http://schemas.microsoft.com/office/drawing/2014/main" id="{5B12D230-979F-4D46-8667-61333D9FA6A1}"/>
              </a:ext>
            </a:extLst>
          </p:cNvPr>
          <p:cNvPicPr>
            <a:picLocks noGrp="1" noChangeAspect="1"/>
          </p:cNvPicPr>
          <p:nvPr>
            <p:ph type="pic" sz="quarter" idx="15"/>
          </p:nvPr>
        </p:nvPicPr>
        <p:blipFill>
          <a:blip r:embed="rId3"/>
          <a:srcRect l="27515" r="29536" b="1"/>
          <a:stretch>
            <a:fillRect/>
          </a:stretch>
        </p:blipFill>
        <p:spPr>
          <a:xfrm>
            <a:off x="8698986" y="758460"/>
            <a:ext cx="3493014" cy="6099541"/>
          </a:xfrm>
        </p:spPr>
      </p:pic>
    </p:spTree>
    <p:extLst>
      <p:ext uri="{BB962C8B-B14F-4D97-AF65-F5344CB8AC3E}">
        <p14:creationId xmlns:p14="http://schemas.microsoft.com/office/powerpoint/2010/main" val="123597554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FB796F-FA44-0EBB-A4C2-CD0DC3FD5033}"/>
              </a:ext>
            </a:extLst>
          </p:cNvPr>
          <p:cNvSpPr>
            <a:spLocks noGrp="1"/>
          </p:cNvSpPr>
          <p:nvPr>
            <p:ph type="title"/>
          </p:nvPr>
        </p:nvSpPr>
        <p:spPr>
          <a:xfrm>
            <a:off x="7223912" y="822960"/>
            <a:ext cx="4243345" cy="1089702"/>
          </a:xfrm>
        </p:spPr>
        <p:txBody>
          <a:bodyPr anchor="t">
            <a:normAutofit/>
          </a:bodyPr>
          <a:lstStyle/>
          <a:p>
            <a:r>
              <a:rPr lang="en-US" sz="2100"/>
              <a:t>Key Advantages of the Autonomous Generator</a:t>
            </a:r>
          </a:p>
        </p:txBody>
      </p:sp>
      <p:pic>
        <p:nvPicPr>
          <p:cNvPr id="5" name="Content Placeholder 4" descr="Conceptual image representing mosaic media interface and the digital software. A wall of screens curves away from view, shimmering with an assortment of random graphics, animations and simple icon images.">
            <a:extLst>
              <a:ext uri="{FF2B5EF4-FFF2-40B4-BE49-F238E27FC236}">
                <a16:creationId xmlns:a16="http://schemas.microsoft.com/office/drawing/2014/main" id="{848183C6-7BBC-4D91-85DC-4CC710759219}"/>
              </a:ext>
            </a:extLst>
          </p:cNvPr>
          <p:cNvPicPr>
            <a:picLocks noGrp="1" noChangeAspect="1"/>
          </p:cNvPicPr>
          <p:nvPr>
            <p:ph type="pic" sz="quarter" idx="15"/>
          </p:nvPr>
        </p:nvPicPr>
        <p:blipFill>
          <a:blip r:embed="rId3"/>
          <a:srcRect l="10358" r="9134" b="1"/>
          <a:stretch>
            <a:fillRect/>
          </a:stretch>
        </p:blipFill>
        <p:spPr>
          <a:xfrm>
            <a:off x="20" y="10"/>
            <a:ext cx="6548514" cy="6100454"/>
          </a:xfrm>
        </p:spPr>
      </p:pic>
      <p:sp>
        <p:nvSpPr>
          <p:cNvPr id="4" name="Content Placeholder 3">
            <a:extLst>
              <a:ext uri="{FF2B5EF4-FFF2-40B4-BE49-F238E27FC236}">
                <a16:creationId xmlns:a16="http://schemas.microsoft.com/office/drawing/2014/main" id="{8CDF21E5-93C9-0A61-BF6E-4D5251548F1D}"/>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223069" y="1988820"/>
            <a:ext cx="4244188" cy="4111644"/>
          </a:xfrm>
        </p:spPr>
        <p:txBody>
          <a:bodyPr>
            <a:normAutofit/>
          </a:bodyPr>
          <a:lstStyle/>
          <a:p>
            <a:pPr marL="0" indent="0">
              <a:lnSpc>
                <a:spcPct val="110000"/>
              </a:lnSpc>
              <a:spcBef>
                <a:spcPts val="2500"/>
              </a:spcBef>
              <a:buFont typeface="Arial" panose="020B0604020202020204" pitchFamily="34" charset="0"/>
              <a:buNone/>
            </a:pPr>
            <a:r>
              <a:rPr lang="en-US" sz="1200" b="1" dirty="0"/>
              <a:t>Accelerated Engineering Velocity</a:t>
            </a:r>
          </a:p>
          <a:p>
            <a:pPr marL="0" lvl="1" indent="0">
              <a:lnSpc>
                <a:spcPct val="110000"/>
              </a:lnSpc>
              <a:buFont typeface="Arial" panose="020B0604020202020204" pitchFamily="34" charset="0"/>
              <a:buNone/>
            </a:pPr>
            <a:r>
              <a:rPr lang="en-US" sz="1200" dirty="0"/>
              <a:t>Eliminates repetitive coding and boosts development speed for teams.</a:t>
            </a:r>
          </a:p>
          <a:p>
            <a:pPr marL="0" indent="0">
              <a:lnSpc>
                <a:spcPct val="110000"/>
              </a:lnSpc>
              <a:spcBef>
                <a:spcPts val="2500"/>
              </a:spcBef>
              <a:buFont typeface="Arial" panose="020B0604020202020204" pitchFamily="34" charset="0"/>
              <a:buNone/>
            </a:pPr>
            <a:r>
              <a:rPr lang="en-US" sz="1200" b="1" dirty="0"/>
              <a:t>Multi-Platform Flexibility</a:t>
            </a:r>
          </a:p>
          <a:p>
            <a:pPr marL="0" lvl="1" indent="0">
              <a:lnSpc>
                <a:spcPct val="110000"/>
              </a:lnSpc>
              <a:buFont typeface="Arial" panose="020B0604020202020204" pitchFamily="34" charset="0"/>
              <a:buNone/>
            </a:pPr>
            <a:r>
              <a:rPr lang="en-US" sz="1200" dirty="0"/>
              <a:t>Supports multiple architectures, languages, and databases to fit diverse technological ecosystems.</a:t>
            </a:r>
          </a:p>
          <a:p>
            <a:pPr marL="0" indent="0">
              <a:lnSpc>
                <a:spcPct val="110000"/>
              </a:lnSpc>
              <a:spcBef>
                <a:spcPts val="2500"/>
              </a:spcBef>
              <a:buFont typeface="Arial" panose="020B0604020202020204" pitchFamily="34" charset="0"/>
              <a:buNone/>
            </a:pPr>
            <a:r>
              <a:rPr lang="en-US" sz="1200" b="1" dirty="0"/>
              <a:t>AI-Driven Maintainable Code</a:t>
            </a:r>
          </a:p>
          <a:p>
            <a:pPr marL="0" lvl="1" indent="0">
              <a:lnSpc>
                <a:spcPct val="110000"/>
              </a:lnSpc>
              <a:buFont typeface="Arial" panose="020B0604020202020204" pitchFamily="34" charset="0"/>
              <a:buNone/>
            </a:pPr>
            <a:r>
              <a:rPr lang="en-US" sz="1200" dirty="0"/>
              <a:t>Uses AI reasoning to produce structured, maintainable code reducing long-term technical debt.</a:t>
            </a:r>
          </a:p>
          <a:p>
            <a:pPr marL="0" indent="0">
              <a:lnSpc>
                <a:spcPct val="110000"/>
              </a:lnSpc>
              <a:spcBef>
                <a:spcPts val="2500"/>
              </a:spcBef>
              <a:buFont typeface="Arial" panose="020B0604020202020204" pitchFamily="34" charset="0"/>
              <a:buNone/>
            </a:pPr>
            <a:r>
              <a:rPr lang="en-US" sz="1200" b="1" dirty="0"/>
              <a:t>Real-Time Project Generation</a:t>
            </a:r>
          </a:p>
          <a:p>
            <a:pPr marL="0" lvl="1" indent="0">
              <a:lnSpc>
                <a:spcPct val="110000"/>
              </a:lnSpc>
              <a:buFont typeface="Arial" panose="020B0604020202020204" pitchFamily="34" charset="0"/>
              <a:buNone/>
            </a:pPr>
            <a:r>
              <a:rPr lang="en-US" sz="1200" dirty="0"/>
              <a:t>Creates live project demos showcasing modern agentic system intelligence and autonomy.</a:t>
            </a:r>
          </a:p>
        </p:txBody>
      </p:sp>
    </p:spTree>
    <p:extLst>
      <p:ext uri="{BB962C8B-B14F-4D97-AF65-F5344CB8AC3E}">
        <p14:creationId xmlns:p14="http://schemas.microsoft.com/office/powerpoint/2010/main" val="190325194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B41B0-D202-787A-2A52-2EEC6D07DC21}"/>
              </a:ext>
            </a:extLst>
          </p:cNvPr>
          <p:cNvSpPr>
            <a:spLocks noGrp="1"/>
          </p:cNvSpPr>
          <p:nvPr>
            <p:ph type="title"/>
          </p:nvPr>
        </p:nvSpPr>
        <p:spPr>
          <a:xfrm>
            <a:off x="768096" y="822960"/>
            <a:ext cx="7196328" cy="1068324"/>
          </a:xfrm>
        </p:spPr>
        <p:txBody>
          <a:bodyPr anchor="t">
            <a:normAutofit/>
          </a:bodyPr>
          <a:lstStyle/>
          <a:p>
            <a:r>
              <a:rPr lang="en-US"/>
              <a:t>Challenges and Mitigation Strategies</a:t>
            </a:r>
          </a:p>
        </p:txBody>
      </p:sp>
      <p:sp>
        <p:nvSpPr>
          <p:cNvPr id="4" name="Content Placeholder 3">
            <a:extLst>
              <a:ext uri="{FF2B5EF4-FFF2-40B4-BE49-F238E27FC236}">
                <a16:creationId xmlns:a16="http://schemas.microsoft.com/office/drawing/2014/main" id="{10F973C0-CBB2-56D2-C3F9-F56D380613EB}"/>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68096" y="1996440"/>
            <a:ext cx="7196328" cy="4099560"/>
          </a:xfrm>
        </p:spPr>
        <p:txBody>
          <a:bodyPr>
            <a:normAutofit/>
          </a:bodyPr>
          <a:lstStyle/>
          <a:p>
            <a:pPr marL="0" indent="0">
              <a:lnSpc>
                <a:spcPct val="110000"/>
              </a:lnSpc>
              <a:spcBef>
                <a:spcPts val="2500"/>
              </a:spcBef>
              <a:buFont typeface="Arial" panose="020B0604020202020204" pitchFamily="34" charset="0"/>
              <a:buNone/>
            </a:pPr>
            <a:r>
              <a:rPr lang="en-US" b="1" dirty="0"/>
              <a:t>Code Quality Assurance</a:t>
            </a:r>
          </a:p>
          <a:p>
            <a:pPr marL="0" lvl="1" indent="0">
              <a:lnSpc>
                <a:spcPct val="110000"/>
              </a:lnSpc>
              <a:buFont typeface="Arial" panose="020B0604020202020204" pitchFamily="34" charset="0"/>
              <a:buNone/>
            </a:pPr>
            <a:r>
              <a:rPr dirty="0"/>
              <a:t>Robust validation layers such as linters and testing harnesses ensure consistent high code quality across diverse use cases.</a:t>
            </a:r>
            <a:endParaRPr lang="en-US" dirty="0"/>
          </a:p>
          <a:p>
            <a:pPr marL="0" indent="0">
              <a:lnSpc>
                <a:spcPct val="110000"/>
              </a:lnSpc>
              <a:spcBef>
                <a:spcPts val="2500"/>
              </a:spcBef>
              <a:buFont typeface="Arial" panose="020B0604020202020204" pitchFamily="34" charset="0"/>
              <a:buNone/>
            </a:pPr>
            <a:r>
              <a:rPr lang="en-US" b="1" dirty="0"/>
              <a:t>Template Version Governance</a:t>
            </a:r>
          </a:p>
          <a:p>
            <a:pPr marL="0" lvl="1" indent="0">
              <a:lnSpc>
                <a:spcPct val="110000"/>
              </a:lnSpc>
              <a:buFont typeface="Arial" panose="020B0604020202020204" pitchFamily="34" charset="0"/>
              <a:buNone/>
            </a:pPr>
            <a:r>
              <a:rPr dirty="0"/>
              <a:t>Disciplined governance over template repositories is essential to manage complexity introduced by template versioning.</a:t>
            </a:r>
            <a:endParaRPr lang="en-US" dirty="0"/>
          </a:p>
          <a:p>
            <a:pPr marL="0" indent="0">
              <a:lnSpc>
                <a:spcPct val="110000"/>
              </a:lnSpc>
              <a:spcBef>
                <a:spcPts val="2500"/>
              </a:spcBef>
              <a:buFont typeface="Arial" panose="020B0604020202020204" pitchFamily="34" charset="0"/>
              <a:buNone/>
            </a:pPr>
            <a:r>
              <a:rPr lang="en-US" b="1" dirty="0"/>
              <a:t>Security of Sensitive Inputs</a:t>
            </a:r>
          </a:p>
          <a:p>
            <a:pPr marL="0" lvl="1" indent="0">
              <a:lnSpc>
                <a:spcPct val="110000"/>
              </a:lnSpc>
              <a:buFont typeface="Arial" panose="020B0604020202020204" pitchFamily="34" charset="0"/>
              <a:buNone/>
            </a:pPr>
            <a:r>
              <a:rPr dirty="0"/>
              <a:t>Securing input artifacts containing sensitive business logic prevents unauthorized access and ensures compliance.</a:t>
            </a:r>
            <a:endParaRPr lang="en-US" dirty="0"/>
          </a:p>
          <a:p>
            <a:pPr marL="0" indent="0">
              <a:lnSpc>
                <a:spcPct val="110000"/>
              </a:lnSpc>
              <a:spcBef>
                <a:spcPts val="2500"/>
              </a:spcBef>
              <a:buFont typeface="Arial" panose="020B0604020202020204" pitchFamily="34" charset="0"/>
              <a:buNone/>
            </a:pPr>
            <a:r>
              <a:rPr lang="en-US" b="1" dirty="0"/>
              <a:t>Focus on MVP</a:t>
            </a:r>
          </a:p>
          <a:p>
            <a:pPr marL="0" lvl="1" indent="0">
              <a:lnSpc>
                <a:spcPct val="110000"/>
              </a:lnSpc>
              <a:buFont typeface="Arial" panose="020B0604020202020204" pitchFamily="34" charset="0"/>
              <a:buNone/>
            </a:pPr>
            <a:r>
              <a:rPr dirty="0"/>
              <a:t>Focusing on a minimum viable product during time-constrained </a:t>
            </a:r>
            <a:r>
              <a:rPr lang="en-IN" dirty="0"/>
              <a:t>and</a:t>
            </a:r>
            <a:r>
              <a:rPr dirty="0"/>
              <a:t> helps achieve demonstrable success.</a:t>
            </a:r>
            <a:endParaRPr lang="en-US" dirty="0"/>
          </a:p>
        </p:txBody>
      </p:sp>
      <p:pic>
        <p:nvPicPr>
          <p:cNvPr id="5" name="Content Placeholder 4" descr="Check box icon digital technology  concept">
            <a:extLst>
              <a:ext uri="{FF2B5EF4-FFF2-40B4-BE49-F238E27FC236}">
                <a16:creationId xmlns:a16="http://schemas.microsoft.com/office/drawing/2014/main" id="{A5F53B58-1679-4D75-B4F9-378F3B86BA3C}"/>
              </a:ext>
            </a:extLst>
          </p:cNvPr>
          <p:cNvPicPr>
            <a:picLocks noGrp="1" noChangeAspect="1"/>
          </p:cNvPicPr>
          <p:nvPr>
            <p:ph type="pic" sz="quarter" idx="15"/>
          </p:nvPr>
        </p:nvPicPr>
        <p:blipFill>
          <a:blip r:embed="rId3"/>
          <a:srcRect l="25153" r="31897" b="1"/>
          <a:stretch>
            <a:fillRect/>
          </a:stretch>
        </p:blipFill>
        <p:spPr>
          <a:xfrm>
            <a:off x="8698986" y="758460"/>
            <a:ext cx="3493014" cy="6099541"/>
          </a:xfrm>
        </p:spPr>
      </p:pic>
    </p:spTree>
    <p:extLst>
      <p:ext uri="{BB962C8B-B14F-4D97-AF65-F5344CB8AC3E}">
        <p14:creationId xmlns:p14="http://schemas.microsoft.com/office/powerpoint/2010/main" val="325405157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19F433-7677-5AC0-2FD7-21A582C69177}"/>
              </a:ext>
            </a:extLst>
          </p:cNvPr>
          <p:cNvSpPr>
            <a:spLocks noGrp="1"/>
          </p:cNvSpPr>
          <p:nvPr>
            <p:ph type="title"/>
          </p:nvPr>
        </p:nvSpPr>
        <p:spPr>
          <a:xfrm>
            <a:off x="768096" y="822960"/>
            <a:ext cx="7196328" cy="1068324"/>
          </a:xfrm>
        </p:spPr>
        <p:txBody>
          <a:bodyPr anchor="t">
            <a:normAutofit/>
          </a:bodyPr>
          <a:lstStyle/>
          <a:p>
            <a:r>
              <a:rPr lang="en-US"/>
              <a:t>User‑Selectable Options for Project Generation</a:t>
            </a:r>
          </a:p>
        </p:txBody>
      </p:sp>
      <p:sp>
        <p:nvSpPr>
          <p:cNvPr id="4" name="Content Placeholder 3">
            <a:extLst>
              <a:ext uri="{FF2B5EF4-FFF2-40B4-BE49-F238E27FC236}">
                <a16:creationId xmlns:a16="http://schemas.microsoft.com/office/drawing/2014/main" id="{D65BCD07-5412-EB4B-AEC8-CEC14EC57642}"/>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68096" y="1996440"/>
            <a:ext cx="7196328" cy="4099560"/>
          </a:xfrm>
        </p:spPr>
        <p:txBody>
          <a:bodyPr>
            <a:normAutofit/>
          </a:bodyPr>
          <a:lstStyle/>
          <a:p>
            <a:pPr marL="0" indent="0">
              <a:lnSpc>
                <a:spcPct val="110000"/>
              </a:lnSpc>
              <a:spcBef>
                <a:spcPts val="2500"/>
              </a:spcBef>
              <a:buFont typeface="Arial" panose="020B0604020202020204" pitchFamily="34" charset="0"/>
              <a:buNone/>
            </a:pPr>
            <a:r>
              <a:rPr lang="en-US" b="1"/>
              <a:t>Versatile Configuration Options</a:t>
            </a:r>
          </a:p>
          <a:p>
            <a:pPr marL="0" lvl="1" indent="0">
              <a:lnSpc>
                <a:spcPct val="110000"/>
              </a:lnSpc>
              <a:buFont typeface="Arial" panose="020B0604020202020204" pitchFamily="34" charset="0"/>
              <a:buNone/>
            </a:pPr>
            <a:r>
              <a:t>Users can customize application model, architectural style, design patterns, programming language, and database engine.</a:t>
            </a:r>
            <a:endParaRPr lang="en-US"/>
          </a:p>
          <a:p>
            <a:pPr marL="0" indent="0">
              <a:lnSpc>
                <a:spcPct val="110000"/>
              </a:lnSpc>
              <a:spcBef>
                <a:spcPts val="2500"/>
              </a:spcBef>
              <a:buFont typeface="Arial" panose="020B0604020202020204" pitchFamily="34" charset="0"/>
              <a:buNone/>
            </a:pPr>
            <a:r>
              <a:rPr lang="en-US" b="1"/>
              <a:t>Enterprise-Grade Add-Ons</a:t>
            </a:r>
          </a:p>
          <a:p>
            <a:pPr marL="0" lvl="1" indent="0">
              <a:lnSpc>
                <a:spcPct val="110000"/>
              </a:lnSpc>
              <a:buFont typeface="Arial" panose="020B0604020202020204" pitchFamily="34" charset="0"/>
              <a:buNone/>
            </a:pPr>
            <a:r>
              <a:t>Optional add-ons like Swagger, JWT authentication, telemetry, logging, and CI/CD automate enterprise enhancements.</a:t>
            </a:r>
            <a:endParaRPr lang="en-US"/>
          </a:p>
          <a:p>
            <a:pPr marL="0" indent="0">
              <a:lnSpc>
                <a:spcPct val="110000"/>
              </a:lnSpc>
              <a:spcBef>
                <a:spcPts val="2500"/>
              </a:spcBef>
              <a:buFont typeface="Arial" panose="020B0604020202020204" pitchFamily="34" charset="0"/>
              <a:buNone/>
            </a:pPr>
            <a:r>
              <a:rPr lang="en-US" b="1"/>
              <a:t>Broad Business Applicability</a:t>
            </a:r>
          </a:p>
          <a:p>
            <a:pPr marL="0" lvl="1" indent="0">
              <a:lnSpc>
                <a:spcPct val="110000"/>
              </a:lnSpc>
              <a:buFont typeface="Arial" panose="020B0604020202020204" pitchFamily="34" charset="0"/>
              <a:buNone/>
            </a:pPr>
            <a:r>
              <a:t>Customizations support scenarios from small internal tools to large enterprise microservices.</a:t>
            </a:r>
            <a:endParaRPr lang="en-US"/>
          </a:p>
          <a:p>
            <a:pPr marL="0" indent="0">
              <a:lnSpc>
                <a:spcPct val="110000"/>
              </a:lnSpc>
              <a:spcBef>
                <a:spcPts val="2500"/>
              </a:spcBef>
              <a:buFont typeface="Arial" panose="020B0604020202020204" pitchFamily="34" charset="0"/>
              <a:buNone/>
            </a:pPr>
            <a:r>
              <a:rPr lang="en-US" b="1"/>
              <a:t>AI-Driven Alignment</a:t>
            </a:r>
          </a:p>
          <a:p>
            <a:pPr marL="0" lvl="1" indent="0">
              <a:lnSpc>
                <a:spcPct val="110000"/>
              </a:lnSpc>
              <a:buFont typeface="Arial" panose="020B0604020202020204" pitchFamily="34" charset="0"/>
              <a:buNone/>
            </a:pPr>
            <a:r>
              <a:t>AI agents autonomously guide decisions to align technical output with organizational standards.</a:t>
            </a:r>
            <a:endParaRPr lang="en-US"/>
          </a:p>
        </p:txBody>
      </p:sp>
      <p:pic>
        <p:nvPicPr>
          <p:cNvPr id="5" name="Content Placeholder 4" descr="a programmer is debugging his code (code is mirrored horizontally)&#10;&#10;view more similar files:&#10;[url=search/portfolio/248175/?facets={%2235%22:%5B%22technology%22,%22OR%20computer%22,%22OR%20camera%22,%22OR%20internet%22%5D,%229%22:0,%2230%22:%22100%22}][img]http://www.photonullplus.de/misc/istock/istock-thumb-tech.jpg[/img][/url] [url=search/portfolio/248175/?facets={%2235%22:%5B%22job%22,%22OR%20work%22,%22OR%20messenger%22%5D,%229%22:0,%2230%22:%22100%22}][img]http://www.photonullplus.de/misc/istock/istock-thumb-jobs.jpg[/img][/url]&#10;&#10;[url=file_closeup.php?id=9924417][img]file_thumbview_approve.php?size=1&amp;id=9924417[/img][/url] [url=file_closeup.php?id=9880384][img]file_thumbview_approve.php?size=1&amp;id=9880384[/img][/url] [url=file_closeup.php?id=9880369][img]file_thumbview_approve.php?size=1&amp;id=9880369[/img][/url] [url=file_closeup.php?id=9880343][img]file_thumbview_approve.php?size=1&amp;id=9880343[/img][/url] [url=file_closeup.php?id=9880317][img]file_thumbview_approve.php?size=1&amp;id=9880317[/img][/url] [url=file_closeup.php?id=9422617][img]file_thumbview_approve.php?size=1&amp;id=9422617[/img][/url] [url=file_closeup.php?id=9422623][img]file_thumbview_approve.php?size=1&amp;id=9422623[/img][/url] [url=file_closeup.php?id=16508469][img]file_thumbview_approve.php?size=1&amp;id=16508469[/img][/url] [url=file_closeup.php?id=16863859][img]file_thumbview_approve.php?size=1&amp;id=16863859[/img][/url] [url=file_closeup.php?id=16863845][img]file_thumbview_approve.php?size=1&amp;id=16863845[/img][/url] [url=file_closeup.php?id=17323807][img]file_thumbview_approve.php?size=1&amp;id=17323807[/img][/url] [url=file_closeup.php?id=17323693][img]file_thumbview_approve.php?size=1&amp;id=17323693[/img][/url] [url=file_closeup.php?id=18279006][img]file_thumbview_approve.php?size=1&amp;id=18279006[/img][/url] [url=file_closeup.php?id=18279019][img]file_thumbview_approve.php?size=1&amp;id=18279019[/img][/url]">
            <a:extLst>
              <a:ext uri="{FF2B5EF4-FFF2-40B4-BE49-F238E27FC236}">
                <a16:creationId xmlns:a16="http://schemas.microsoft.com/office/drawing/2014/main" id="{57D31E59-5064-437E-85A4-C7D4A9B725D9}"/>
              </a:ext>
            </a:extLst>
          </p:cNvPr>
          <p:cNvPicPr>
            <a:picLocks noGrp="1" noChangeAspect="1"/>
          </p:cNvPicPr>
          <p:nvPr>
            <p:ph type="pic" sz="quarter" idx="15"/>
          </p:nvPr>
        </p:nvPicPr>
        <p:blipFill>
          <a:blip r:embed="rId3"/>
          <a:srcRect l="46262" r="15513" b="1"/>
          <a:stretch>
            <a:fillRect/>
          </a:stretch>
        </p:blipFill>
        <p:spPr>
          <a:xfrm>
            <a:off x="8698986" y="758460"/>
            <a:ext cx="3493014" cy="6099541"/>
          </a:xfrm>
        </p:spPr>
      </p:pic>
    </p:spTree>
    <p:extLst>
      <p:ext uri="{BB962C8B-B14F-4D97-AF65-F5344CB8AC3E}">
        <p14:creationId xmlns:p14="http://schemas.microsoft.com/office/powerpoint/2010/main" val="274072060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3C7E63-976B-5D2D-D70A-BB318CA7E724}"/>
              </a:ext>
            </a:extLst>
          </p:cNvPr>
          <p:cNvSpPr>
            <a:spLocks noGrp="1"/>
          </p:cNvSpPr>
          <p:nvPr>
            <p:ph type="title"/>
          </p:nvPr>
        </p:nvSpPr>
        <p:spPr>
          <a:xfrm>
            <a:off x="768096" y="822960"/>
            <a:ext cx="7196328" cy="1068324"/>
          </a:xfrm>
        </p:spPr>
        <p:txBody>
          <a:bodyPr anchor="t">
            <a:normAutofit/>
          </a:bodyPr>
          <a:lstStyle/>
          <a:p>
            <a:br>
              <a:rPr lang="en-US" dirty="0"/>
            </a:br>
            <a:r>
              <a:rPr lang="en-US" dirty="0"/>
              <a:t>Minimum Viable Product</a:t>
            </a:r>
          </a:p>
        </p:txBody>
      </p:sp>
      <p:sp>
        <p:nvSpPr>
          <p:cNvPr id="4" name="Content Placeholder 3">
            <a:extLst>
              <a:ext uri="{FF2B5EF4-FFF2-40B4-BE49-F238E27FC236}">
                <a16:creationId xmlns:a16="http://schemas.microsoft.com/office/drawing/2014/main" id="{47AFAB4B-723A-17A2-E627-E71B8AD616F4}"/>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68096" y="1996440"/>
            <a:ext cx="7196328" cy="4099560"/>
          </a:xfrm>
        </p:spPr>
        <p:txBody>
          <a:bodyPr>
            <a:normAutofit/>
          </a:bodyPr>
          <a:lstStyle/>
          <a:p>
            <a:pPr marL="0" indent="0">
              <a:lnSpc>
                <a:spcPct val="110000"/>
              </a:lnSpc>
              <a:spcBef>
                <a:spcPts val="2500"/>
              </a:spcBef>
              <a:buFont typeface="Arial" panose="020B0604020202020204" pitchFamily="34" charset="0"/>
              <a:buNone/>
            </a:pPr>
            <a:r>
              <a:rPr lang="en-US" b="1" dirty="0"/>
              <a:t>Core Functionality Focus</a:t>
            </a:r>
          </a:p>
          <a:p>
            <a:pPr marL="0" lvl="1" indent="0">
              <a:lnSpc>
                <a:spcPct val="110000"/>
              </a:lnSpc>
              <a:buFont typeface="Arial" panose="020B0604020202020204" pitchFamily="34" charset="0"/>
              <a:buNone/>
            </a:pPr>
            <a:r>
              <a:rPr dirty="0"/>
              <a:t>MVP highlights autonomous code generation by demonstrating essential system functions reliably and efficiently.</a:t>
            </a:r>
            <a:endParaRPr lang="en-US" dirty="0"/>
          </a:p>
          <a:p>
            <a:pPr marL="0" indent="0">
              <a:lnSpc>
                <a:spcPct val="110000"/>
              </a:lnSpc>
              <a:spcBef>
                <a:spcPts val="2500"/>
              </a:spcBef>
              <a:buFont typeface="Arial" panose="020B0604020202020204" pitchFamily="34" charset="0"/>
              <a:buNone/>
            </a:pPr>
            <a:r>
              <a:rPr lang="en-US" b="1" dirty="0"/>
              <a:t>Key Component Modules</a:t>
            </a:r>
          </a:p>
          <a:p>
            <a:pPr marL="0" lvl="1" indent="0">
              <a:lnSpc>
                <a:spcPct val="110000"/>
              </a:lnSpc>
              <a:buFont typeface="Arial" panose="020B0604020202020204" pitchFamily="34" charset="0"/>
              <a:buNone/>
            </a:pPr>
            <a:r>
              <a:rPr dirty="0"/>
              <a:t>Includes input capture, metadata extraction, CRUD API generation, and database schema creation for seamless integration.</a:t>
            </a:r>
            <a:endParaRPr lang="en-US" dirty="0"/>
          </a:p>
          <a:p>
            <a:pPr marL="0" indent="0">
              <a:lnSpc>
                <a:spcPct val="110000"/>
              </a:lnSpc>
              <a:spcBef>
                <a:spcPts val="2500"/>
              </a:spcBef>
              <a:buFont typeface="Arial" panose="020B0604020202020204" pitchFamily="34" charset="0"/>
              <a:buNone/>
            </a:pPr>
            <a:r>
              <a:rPr lang="en-US" b="1" dirty="0"/>
              <a:t>Operational Automation</a:t>
            </a:r>
          </a:p>
          <a:p>
            <a:pPr marL="0" lvl="1" indent="0">
              <a:lnSpc>
                <a:spcPct val="110000"/>
              </a:lnSpc>
              <a:buFont typeface="Arial" panose="020B0604020202020204" pitchFamily="34" charset="0"/>
              <a:buNone/>
            </a:pPr>
            <a:r>
              <a:rPr dirty="0"/>
              <a:t>Automatic GitHub repository setup showcases real-world operational capabilities and workflow automation.</a:t>
            </a:r>
            <a:endParaRPr lang="en-US" dirty="0"/>
          </a:p>
          <a:p>
            <a:pPr marL="0" indent="0">
              <a:lnSpc>
                <a:spcPct val="110000"/>
              </a:lnSpc>
              <a:spcBef>
                <a:spcPts val="2500"/>
              </a:spcBef>
              <a:buFont typeface="Arial" panose="020B0604020202020204" pitchFamily="34" charset="0"/>
              <a:buNone/>
            </a:pPr>
            <a:r>
              <a:rPr lang="en-US" b="1" dirty="0"/>
              <a:t>Delivery Strategy</a:t>
            </a:r>
          </a:p>
          <a:p>
            <a:pPr marL="0" lvl="1" indent="0">
              <a:lnSpc>
                <a:spcPct val="110000"/>
              </a:lnSpc>
              <a:buFont typeface="Arial" panose="020B0604020202020204" pitchFamily="34" charset="0"/>
              <a:buNone/>
            </a:pPr>
            <a:r>
              <a:rPr dirty="0"/>
              <a:t>MVP enables teams to present compelling demos by focusing on impactful features without full system complexity.</a:t>
            </a:r>
            <a:endParaRPr lang="en-US" dirty="0"/>
          </a:p>
        </p:txBody>
      </p:sp>
      <p:pic>
        <p:nvPicPr>
          <p:cNvPr id="5" name="Content Placeholder 4" descr="Laptop, smart phone and computer service on digital background">
            <a:extLst>
              <a:ext uri="{FF2B5EF4-FFF2-40B4-BE49-F238E27FC236}">
                <a16:creationId xmlns:a16="http://schemas.microsoft.com/office/drawing/2014/main" id="{F7D69526-CA83-4B90-9698-6CFF6918548A}"/>
              </a:ext>
            </a:extLst>
          </p:cNvPr>
          <p:cNvPicPr>
            <a:picLocks noGrp="1" noChangeAspect="1"/>
          </p:cNvPicPr>
          <p:nvPr>
            <p:ph type="pic" sz="quarter" idx="15"/>
          </p:nvPr>
        </p:nvPicPr>
        <p:blipFill>
          <a:blip r:embed="rId3"/>
          <a:srcRect l="18834" r="23899" b="1"/>
          <a:stretch>
            <a:fillRect/>
          </a:stretch>
        </p:blipFill>
        <p:spPr>
          <a:xfrm>
            <a:off x="8698986" y="758460"/>
            <a:ext cx="3493014" cy="6099541"/>
          </a:xfrm>
        </p:spPr>
      </p:pic>
    </p:spTree>
    <p:extLst>
      <p:ext uri="{BB962C8B-B14F-4D97-AF65-F5344CB8AC3E}">
        <p14:creationId xmlns:p14="http://schemas.microsoft.com/office/powerpoint/2010/main" val="252079090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923DC-1EDE-B80D-276E-302A7A9D219C}"/>
              </a:ext>
            </a:extLst>
          </p:cNvPr>
          <p:cNvSpPr>
            <a:spLocks noGrp="1"/>
          </p:cNvSpPr>
          <p:nvPr>
            <p:ph type="title"/>
          </p:nvPr>
        </p:nvSpPr>
        <p:spPr>
          <a:xfrm>
            <a:off x="768096" y="822960"/>
            <a:ext cx="7196328" cy="1068324"/>
          </a:xfrm>
        </p:spPr>
        <p:txBody>
          <a:bodyPr anchor="t">
            <a:normAutofit/>
          </a:bodyPr>
          <a:lstStyle/>
          <a:p>
            <a:r>
              <a:rPr lang="en-US"/>
              <a:t>Task Breakdown for Collaborative Development</a:t>
            </a:r>
          </a:p>
        </p:txBody>
      </p:sp>
      <p:sp>
        <p:nvSpPr>
          <p:cNvPr id="4" name="Content Placeholder 3">
            <a:extLst>
              <a:ext uri="{FF2B5EF4-FFF2-40B4-BE49-F238E27FC236}">
                <a16:creationId xmlns:a16="http://schemas.microsoft.com/office/drawing/2014/main" id="{D3E95E23-A92A-08A2-BEA4-5DBC0DC72CEB}"/>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68096" y="1996440"/>
            <a:ext cx="7196328" cy="4099560"/>
          </a:xfrm>
        </p:spPr>
        <p:txBody>
          <a:bodyPr>
            <a:normAutofit/>
          </a:bodyPr>
          <a:lstStyle/>
          <a:p>
            <a:pPr marL="0" indent="0">
              <a:lnSpc>
                <a:spcPct val="110000"/>
              </a:lnSpc>
              <a:spcBef>
                <a:spcPts val="2500"/>
              </a:spcBef>
              <a:buFont typeface="Arial" panose="020B0604020202020204" pitchFamily="34" charset="0"/>
              <a:buNone/>
            </a:pPr>
            <a:r>
              <a:rPr lang="en-US" b="1"/>
              <a:t>User Interface and Input Parsing</a:t>
            </a:r>
          </a:p>
          <a:p>
            <a:pPr marL="0" lvl="1" indent="0">
              <a:lnSpc>
                <a:spcPct val="110000"/>
              </a:lnSpc>
              <a:buFont typeface="Arial" panose="020B0604020202020204" pitchFamily="34" charset="0"/>
              <a:buNone/>
            </a:pPr>
            <a:r>
              <a:t>The input collection team builds user interfaces and parsing engines to capture and process requirements effectively.</a:t>
            </a:r>
            <a:endParaRPr lang="en-US"/>
          </a:p>
          <a:p>
            <a:pPr marL="0" indent="0">
              <a:lnSpc>
                <a:spcPct val="110000"/>
              </a:lnSpc>
              <a:spcBef>
                <a:spcPts val="2500"/>
              </a:spcBef>
              <a:buFont typeface="Arial" panose="020B0604020202020204" pitchFamily="34" charset="0"/>
              <a:buNone/>
            </a:pPr>
            <a:r>
              <a:rPr lang="en-US" b="1"/>
              <a:t>Metadata and Template Engines</a:t>
            </a:r>
          </a:p>
          <a:p>
            <a:pPr marL="0" lvl="1" indent="0">
              <a:lnSpc>
                <a:spcPct val="110000"/>
              </a:lnSpc>
              <a:buFont typeface="Arial" panose="020B0604020202020204" pitchFamily="34" charset="0"/>
              <a:buNone/>
            </a:pPr>
            <a:r>
              <a:t>Metadata and template engine teams create structured data formatters and architectural templates for integration.</a:t>
            </a:r>
            <a:endParaRPr lang="en-US"/>
          </a:p>
          <a:p>
            <a:pPr marL="0" indent="0">
              <a:lnSpc>
                <a:spcPct val="110000"/>
              </a:lnSpc>
              <a:spcBef>
                <a:spcPts val="2500"/>
              </a:spcBef>
              <a:buFont typeface="Arial" panose="020B0604020202020204" pitchFamily="34" charset="0"/>
              <a:buNone/>
            </a:pPr>
            <a:r>
              <a:rPr lang="en-US" b="1"/>
              <a:t>Code Generation and Database Design</a:t>
            </a:r>
          </a:p>
          <a:p>
            <a:pPr marL="0" lvl="1" indent="0">
              <a:lnSpc>
                <a:spcPct val="110000"/>
              </a:lnSpc>
              <a:buFont typeface="Arial" panose="020B0604020202020204" pitchFamily="34" charset="0"/>
              <a:buNone/>
            </a:pPr>
            <a:r>
              <a:t>Code generation team builds AI-driven domain models and database specialists create schema generators for SQL and NoSQL.</a:t>
            </a:r>
            <a:endParaRPr lang="en-US"/>
          </a:p>
          <a:p>
            <a:pPr marL="0" indent="0">
              <a:lnSpc>
                <a:spcPct val="110000"/>
              </a:lnSpc>
              <a:spcBef>
                <a:spcPts val="2500"/>
              </a:spcBef>
              <a:buFont typeface="Arial" panose="020B0604020202020204" pitchFamily="34" charset="0"/>
              <a:buNone/>
            </a:pPr>
            <a:r>
              <a:rPr lang="en-US" b="1"/>
              <a:t>Automation and Testing</a:t>
            </a:r>
          </a:p>
          <a:p>
            <a:pPr marL="0" lvl="1" indent="0">
              <a:lnSpc>
                <a:spcPct val="110000"/>
              </a:lnSpc>
              <a:buFont typeface="Arial" panose="020B0604020202020204" pitchFamily="34" charset="0"/>
              <a:buNone/>
            </a:pPr>
            <a:r>
              <a:t>GitHub automation engineers set up repositories and CI/CD, while testing teams validate functionality and prepare demos.</a:t>
            </a:r>
            <a:endParaRPr lang="en-US"/>
          </a:p>
        </p:txBody>
      </p:sp>
      <p:pic>
        <p:nvPicPr>
          <p:cNvPr id="5" name="Content Placeholder 4" descr="Thinking progress, searching for idea. Businessman in a black suite with gears (progress symbol) instead of head. From small to medium and big. Arrow pointing from one to another.">
            <a:extLst>
              <a:ext uri="{FF2B5EF4-FFF2-40B4-BE49-F238E27FC236}">
                <a16:creationId xmlns:a16="http://schemas.microsoft.com/office/drawing/2014/main" id="{08200F45-5365-49F8-8A42-01D0D587DDEB}"/>
              </a:ext>
            </a:extLst>
          </p:cNvPr>
          <p:cNvPicPr>
            <a:picLocks noGrp="1" noChangeAspect="1"/>
          </p:cNvPicPr>
          <p:nvPr>
            <p:ph type="pic" sz="quarter" idx="15"/>
          </p:nvPr>
        </p:nvPicPr>
        <p:blipFill>
          <a:blip r:embed="rId3"/>
          <a:srcRect l="34115" r="27660" b="1"/>
          <a:stretch>
            <a:fillRect/>
          </a:stretch>
        </p:blipFill>
        <p:spPr>
          <a:xfrm>
            <a:off x="8698986" y="758460"/>
            <a:ext cx="3493014" cy="6099541"/>
          </a:xfrm>
        </p:spPr>
      </p:pic>
    </p:spTree>
    <p:extLst>
      <p:ext uri="{BB962C8B-B14F-4D97-AF65-F5344CB8AC3E}">
        <p14:creationId xmlns:p14="http://schemas.microsoft.com/office/powerpoint/2010/main" val="325162182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160D52-A8AD-1DCF-D0A6-3191F46C18C7}"/>
              </a:ext>
            </a:extLst>
          </p:cNvPr>
          <p:cNvSpPr>
            <a:spLocks noGrp="1"/>
          </p:cNvSpPr>
          <p:nvPr>
            <p:ph type="title"/>
          </p:nvPr>
        </p:nvSpPr>
        <p:spPr>
          <a:xfrm>
            <a:off x="7223912" y="822960"/>
            <a:ext cx="4243345" cy="1089702"/>
          </a:xfrm>
        </p:spPr>
        <p:txBody>
          <a:bodyPr anchor="t">
            <a:normAutofit/>
          </a:bodyPr>
          <a:lstStyle/>
          <a:p>
            <a:r>
              <a:rPr lang="en-US"/>
              <a:t>Conclusion and Overall Evaluation</a:t>
            </a:r>
          </a:p>
        </p:txBody>
      </p:sp>
      <p:pic>
        <p:nvPicPr>
          <p:cNvPr id="5" name="Content Placeholder 4" descr="clean room in pharmaceutical factory with technician in blue">
            <a:extLst>
              <a:ext uri="{FF2B5EF4-FFF2-40B4-BE49-F238E27FC236}">
                <a16:creationId xmlns:a16="http://schemas.microsoft.com/office/drawing/2014/main" id="{E74A941C-4A26-4086-B7B7-A65B55A49996}"/>
              </a:ext>
            </a:extLst>
          </p:cNvPr>
          <p:cNvPicPr>
            <a:picLocks noGrp="1" noChangeAspect="1"/>
          </p:cNvPicPr>
          <p:nvPr>
            <p:ph type="pic" sz="quarter" idx="15"/>
          </p:nvPr>
        </p:nvPicPr>
        <p:blipFill>
          <a:blip r:embed="rId3"/>
          <a:srcRect l="25950" r="2397" b="-1"/>
          <a:stretch>
            <a:fillRect/>
          </a:stretch>
        </p:blipFill>
        <p:spPr>
          <a:xfrm>
            <a:off x="20" y="10"/>
            <a:ext cx="6548514" cy="6100454"/>
          </a:xfrm>
        </p:spPr>
      </p:pic>
      <p:sp>
        <p:nvSpPr>
          <p:cNvPr id="4" name="Content Placeholder 3">
            <a:extLst>
              <a:ext uri="{FF2B5EF4-FFF2-40B4-BE49-F238E27FC236}">
                <a16:creationId xmlns:a16="http://schemas.microsoft.com/office/drawing/2014/main" id="{EFC3908B-D55E-9576-F585-86AC638EACB0}"/>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223069" y="1988820"/>
            <a:ext cx="4244188" cy="4111644"/>
          </a:xfrm>
        </p:spPr>
        <p:txBody>
          <a:bodyPr>
            <a:normAutofit/>
          </a:bodyPr>
          <a:lstStyle/>
          <a:p>
            <a:pPr marL="0" indent="0">
              <a:spcBef>
                <a:spcPts val="2500"/>
              </a:spcBef>
              <a:buFont typeface="Arial" panose="020B0604020202020204" pitchFamily="34" charset="0"/>
              <a:buNone/>
            </a:pPr>
            <a:r>
              <a:rPr lang="en-US" b="1"/>
              <a:t>Strategic AI Alignment</a:t>
            </a:r>
          </a:p>
          <a:p>
            <a:pPr marL="0" lvl="1" indent="0">
              <a:buFont typeface="Arial" panose="020B0604020202020204" pitchFamily="34" charset="0"/>
              <a:buNone/>
            </a:pPr>
            <a:r>
              <a:t>The project generator aligns closely with strategic agentic AI principles, supporting advanced automation and innovation.</a:t>
            </a:r>
            <a:endParaRPr lang="en-US"/>
          </a:p>
          <a:p>
            <a:pPr marL="0" indent="0">
              <a:spcBef>
                <a:spcPts val="2500"/>
              </a:spcBef>
              <a:buFont typeface="Arial" panose="020B0604020202020204" pitchFamily="34" charset="0"/>
              <a:buNone/>
            </a:pPr>
            <a:r>
              <a:rPr lang="en-US" b="1"/>
              <a:t>Integrated Technology Stack</a:t>
            </a:r>
          </a:p>
          <a:p>
            <a:pPr marL="0" lvl="1" indent="0">
              <a:buFont typeface="Arial" panose="020B0604020202020204" pitchFamily="34" charset="0"/>
              <a:buNone/>
            </a:pPr>
            <a:r>
              <a:t>Combines Foundry, Agent Framework, Copilot Studio, Fabric, and GitHub automation for seamless enterprise software generation.</a:t>
            </a:r>
            <a:endParaRPr lang="en-US"/>
          </a:p>
          <a:p>
            <a:pPr marL="0" indent="0">
              <a:spcBef>
                <a:spcPts val="2500"/>
              </a:spcBef>
              <a:buFont typeface="Arial" panose="020B0604020202020204" pitchFamily="34" charset="0"/>
              <a:buNone/>
            </a:pPr>
            <a:r>
              <a:rPr lang="en-US" b="1"/>
              <a:t>Business and Innovation Impact</a:t>
            </a:r>
          </a:p>
          <a:p>
            <a:pPr marL="0" lvl="1" indent="0">
              <a:buFont typeface="Arial" panose="020B0604020202020204" pitchFamily="34" charset="0"/>
              <a:buNone/>
            </a:pPr>
            <a:r>
              <a:t>Delivers rapid delivery, architectural consistency, and intelligent automation, boosting business value and innovation potential.</a:t>
            </a:r>
            <a:endParaRPr lang="en-US"/>
          </a:p>
        </p:txBody>
      </p:sp>
    </p:spTree>
    <p:extLst>
      <p:ext uri="{BB962C8B-B14F-4D97-AF65-F5344CB8AC3E}">
        <p14:creationId xmlns:p14="http://schemas.microsoft.com/office/powerpoint/2010/main" val="81392945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Oasis">
  <a:themeElements>
    <a:clrScheme name="Oasis">
      <a:dk1>
        <a:srgbClr val="131313"/>
      </a:dk1>
      <a:lt1>
        <a:sysClr val="window" lastClr="FFFFFF"/>
      </a:lt1>
      <a:dk2>
        <a:srgbClr val="2D2A27"/>
      </a:dk2>
      <a:lt2>
        <a:srgbClr val="F0EBE6"/>
      </a:lt2>
      <a:accent1>
        <a:srgbClr val="9F7667"/>
      </a:accent1>
      <a:accent2>
        <a:srgbClr val="BE8856"/>
      </a:accent2>
      <a:accent3>
        <a:srgbClr val="BD9075"/>
      </a:accent3>
      <a:accent4>
        <a:srgbClr val="939081"/>
      </a:accent4>
      <a:accent5>
        <a:srgbClr val="A16D4C"/>
      </a:accent5>
      <a:accent6>
        <a:srgbClr val="8C8662"/>
      </a:accent6>
      <a:hlink>
        <a:srgbClr val="A57361"/>
      </a:hlink>
      <a:folHlink>
        <a:srgbClr val="8C8662"/>
      </a:folHlink>
    </a:clrScheme>
    <a:fontScheme name="Oasis Font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asis" id="{F87D57D1-6595-40EA-BD1E-F0C34D0EF910}" vid="{ECA7DBCD-4BC8-40F2-8EF4-7A6D942FA19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72C44C9799C9545A5261C0AF70B4333" ma:contentTypeVersion="12" ma:contentTypeDescription="Create a new document." ma:contentTypeScope="" ma:versionID="5e4cadbf8931f3a42467c8a0955d4fc4">
  <xsd:schema xmlns:xsd="http://www.w3.org/2001/XMLSchema" xmlns:xs="http://www.w3.org/2001/XMLSchema" xmlns:p="http://schemas.microsoft.com/office/2006/metadata/properties" xmlns:ns2="71ec4482-8a5f-419e-a3fb-f1ff39837bb1" xmlns:ns3="289d593b-f9da-44ad-aeed-35e8c5022e75" targetNamespace="http://schemas.microsoft.com/office/2006/metadata/properties" ma:root="true" ma:fieldsID="914513dae8da38dff2ffd10bf6795a4a" ns2:_="" ns3:_="">
    <xsd:import namespace="71ec4482-8a5f-419e-a3fb-f1ff39837bb1"/>
    <xsd:import namespace="289d593b-f9da-44ad-aeed-35e8c5022e7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ec4482-8a5f-419e-a3fb-f1ff39837bb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b3623ea3-be23-4189-a25b-bcadb097ef14"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89d593b-f9da-44ad-aeed-35e8c5022e75"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f21e7f45-79c5-438a-9c31-31bb88d8ed8a}" ma:internalName="TaxCatchAll" ma:showField="CatchAllData" ma:web="289d593b-f9da-44ad-aeed-35e8c5022e7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71ec4482-8a5f-419e-a3fb-f1ff39837bb1">
      <Terms xmlns="http://schemas.microsoft.com/office/infopath/2007/PartnerControls"/>
    </lcf76f155ced4ddcb4097134ff3c332f>
    <TaxCatchAll xmlns="289d593b-f9da-44ad-aeed-35e8c5022e75" xsi:nil="true"/>
  </documentManagement>
</p:properties>
</file>

<file path=customXml/itemProps1.xml><?xml version="1.0" encoding="utf-8"?>
<ds:datastoreItem xmlns:ds="http://schemas.openxmlformats.org/officeDocument/2006/customXml" ds:itemID="{6B858825-AA54-46CF-92FC-BD6BB583FD69}"/>
</file>

<file path=customXml/itemProps2.xml><?xml version="1.0" encoding="utf-8"?>
<ds:datastoreItem xmlns:ds="http://schemas.openxmlformats.org/officeDocument/2006/customXml" ds:itemID="{6A46DB30-DF2D-49CB-956C-35AFC23E11C9}"/>
</file>

<file path=customXml/itemProps3.xml><?xml version="1.0" encoding="utf-8"?>
<ds:datastoreItem xmlns:ds="http://schemas.openxmlformats.org/officeDocument/2006/customXml" ds:itemID="{9D29F897-F58F-4AA4-9DC6-8022C20BF286}"/>
</file>

<file path=docMetadata/LabelInfo.xml><?xml version="1.0" encoding="utf-8"?>
<clbl:labelList xmlns:clbl="http://schemas.microsoft.com/office/2020/mipLabelMetadata">
  <clbl:label id="{e760c494-6550-44b4-8258-77c175d778b7}" enabled="1" method="Standard" siteId="{76a2ae5a-9f00-4f6b-95ed-5d33d77c4d61}" contentBits="0" removed="0"/>
</clbl:labelList>
</file>

<file path=docProps/app.xml><?xml version="1.0" encoding="utf-8"?>
<Properties xmlns="http://schemas.openxmlformats.org/officeDocument/2006/extended-properties" xmlns:vt="http://schemas.openxmlformats.org/officeDocument/2006/docPropsVTypes">
  <TotalTime>0</TotalTime>
  <Words>1565</Words>
  <Application>Microsoft Office PowerPoint</Application>
  <PresentationFormat>Widescreen</PresentationFormat>
  <Paragraphs>135</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Neue Haas Grotesk Text Pro</vt:lpstr>
      <vt:lpstr>Oasis</vt:lpstr>
      <vt:lpstr>Enhanced AI‑Powered .NET Project Auto‑Generator</vt:lpstr>
      <vt:lpstr>Enterprise‑Grade Autonomous Application Generation</vt:lpstr>
      <vt:lpstr> Strategic Fit for Agentic Workflows</vt:lpstr>
      <vt:lpstr>Solution Overview and Configurable Parameters</vt:lpstr>
      <vt:lpstr>End‑to‑End Orchestration Pipeline Details</vt:lpstr>
      <vt:lpstr>Role and Importance of Metadata in Generation</vt:lpstr>
      <vt:lpstr>Architectural and Process Flow Diagrams</vt:lpstr>
      <vt:lpstr>Justification for Feasibility Across Microsoft Ecosystem</vt:lpstr>
      <vt:lpstr>Key Advantages of the Autonomous Generator</vt:lpstr>
      <vt:lpstr>Challenges and Mitigation Strategies</vt:lpstr>
      <vt:lpstr>User‑Selectable Options for Project Generation</vt:lpstr>
      <vt:lpstr> Minimum Viable Product</vt:lpstr>
      <vt:lpstr>Task Breakdown for Collaborative Development</vt:lpstr>
      <vt:lpstr>Conclusion and Overall Evaluation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suyog.gondhalekar@capgemini.com</dc:creator>
  <cp:lastModifiedBy>Jagtap, Amar</cp:lastModifiedBy>
  <cp:revision>4</cp:revision>
  <dcterms:modified xsi:type="dcterms:W3CDTF">2026-03-31T15:50:39Z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0x010100D72C44C9799C9545A5261C0AF70B4333</vt:lpwstr>
  </property>
</Properties>
</file>