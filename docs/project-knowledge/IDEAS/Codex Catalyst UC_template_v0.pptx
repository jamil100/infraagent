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10"/>
  </p:notesMasterIdLst>
  <p:sldIdLst>
    <p:sldId id="263" r:id="rId5"/>
    <p:sldId id="2145706670" r:id="rId6"/>
    <p:sldId id="2145706672" r:id="rId7"/>
    <p:sldId id="2145706673" r:id="rId8"/>
    <p:sldId id="2145706671" r:id="rId9"/>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63"/>
            <p14:sldId id="2145706670"/>
            <p14:sldId id="2145706672"/>
            <p14:sldId id="2145706673"/>
            <p14:sldId id="2145706671"/>
          </p14:sldIdLst>
        </p14:section>
        <p14:section name="Untitled Section" id="{BF9A5F03-27B0-478D-9363-154BCB2578BD}">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5F89E6-F28F-41F5-AEC7-F25AF432216A}" v="1" dt="2026-04-08T09:53:39.3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HR, Narjiss" userId="S::narjiss.zahr@capgemini.com::3f760fbf-dfd2-4a7b-a5f6-cfe993e15615" providerId="AD" clId="Web-{1E7AEEBA-89E8-D93A-B9FE-1F28B988F368}"/>
    <pc:docChg chg="modSld">
      <pc:chgData name="ZAHR, Narjiss" userId="S::narjiss.zahr@capgemini.com::3f760fbf-dfd2-4a7b-a5f6-cfe993e15615" providerId="AD" clId="Web-{1E7AEEBA-89E8-D93A-B9FE-1F28B988F368}" dt="2026-03-25T09:30:42.745" v="1" actId="20577"/>
      <pc:docMkLst>
        <pc:docMk/>
      </pc:docMkLst>
    </pc:docChg>
  </pc:docChgLst>
  <pc:docChgLst>
    <pc:chgData name="Patil, Omkar" userId="S::omkar.patil@capgemini.com::4ff4bfe1-e87b-47e2-954a-b21d9adce5aa" providerId="AD" clId="Web-{FCBC6211-C093-6EEC-D653-2A93F138AFBD}"/>
    <pc:docChg chg="modSld">
      <pc:chgData name="Patil, Omkar" userId="S::omkar.patil@capgemini.com::4ff4bfe1-e87b-47e2-954a-b21d9adce5aa" providerId="AD" clId="Web-{FCBC6211-C093-6EEC-D653-2A93F138AFBD}" dt="2026-03-23T09:49:07.057" v="3" actId="20577"/>
      <pc:docMkLst>
        <pc:docMk/>
      </pc:docMkLst>
    </pc:docChg>
  </pc:docChgLst>
  <pc:docChgLst>
    <pc:chgData name="Gupta, Garima" userId="S::garima.g.gupta@capgemini.com::3c804d68-ffa0-46eb-9dcc-dcd741b23b28" providerId="AD" clId="Web-{75CFDD48-2ACD-218D-98A2-17EDB6762FA8}"/>
    <pc:docChg chg="modSld">
      <pc:chgData name="Gupta, Garima" userId="S::garima.g.gupta@capgemini.com::3c804d68-ffa0-46eb-9dcc-dcd741b23b28" providerId="AD" clId="Web-{75CFDD48-2ACD-218D-98A2-17EDB6762FA8}" dt="2026-03-23T05:56:50.706" v="3"/>
      <pc:docMkLst>
        <pc:docMk/>
      </pc:docMkLst>
      <pc:sldChg chg="addSp delSp modSp">
        <pc:chgData name="Gupta, Garima" userId="S::garima.g.gupta@capgemini.com::3c804d68-ffa0-46eb-9dcc-dcd741b23b28" providerId="AD" clId="Web-{75CFDD48-2ACD-218D-98A2-17EDB6762FA8}" dt="2026-03-23T05:56:50.706" v="3"/>
        <pc:sldMkLst>
          <pc:docMk/>
          <pc:sldMk cId="2946189433" sldId="2145706672"/>
        </pc:sldMkLst>
      </pc:sldChg>
    </pc:docChg>
  </pc:docChgLst>
  <pc:docChgLst>
    <pc:chgData name="Rachakonda, Kedharnath" userId="S::kedharnath.rachakonda@capgemini.com::b65a1fe8-3269-43ae-af49-9fe1e8886520" providerId="AD" clId="Web-{EB02BB44-BE2B-4E0D-89E3-CD26CE76A61A}"/>
    <pc:docChg chg="modSld sldOrd addSection">
      <pc:chgData name="Rachakonda, Kedharnath" userId="S::kedharnath.rachakonda@capgemini.com::b65a1fe8-3269-43ae-af49-9fe1e8886520" providerId="AD" clId="Web-{EB02BB44-BE2B-4E0D-89E3-CD26CE76A61A}" dt="2026-03-18T05:11:41.269" v="2"/>
      <pc:docMkLst>
        <pc:docMk/>
      </pc:docMkLst>
      <pc:sldChg chg="ord">
        <pc:chgData name="Rachakonda, Kedharnath" userId="S::kedharnath.rachakonda@capgemini.com::b65a1fe8-3269-43ae-af49-9fe1e8886520" providerId="AD" clId="Web-{EB02BB44-BE2B-4E0D-89E3-CD26CE76A61A}" dt="2026-03-18T04:32:18.155" v="0"/>
        <pc:sldMkLst>
          <pc:docMk/>
          <pc:sldMk cId="4141162053" sldId="263"/>
        </pc:sldMkLst>
      </pc:sldChg>
      <pc:sldChg chg="addSp modSp">
        <pc:chgData name="Rachakonda, Kedharnath" userId="S::kedharnath.rachakonda@capgemini.com::b65a1fe8-3269-43ae-af49-9fe1e8886520" providerId="AD" clId="Web-{EB02BB44-BE2B-4E0D-89E3-CD26CE76A61A}" dt="2026-03-18T05:11:41.269" v="2"/>
        <pc:sldMkLst>
          <pc:docMk/>
          <pc:sldMk cId="3657648834" sldId="2145706673"/>
        </pc:sldMkLst>
        <pc:picChg chg="add mod">
          <ac:chgData name="Rachakonda, Kedharnath" userId="S::kedharnath.rachakonda@capgemini.com::b65a1fe8-3269-43ae-af49-9fe1e8886520" providerId="AD" clId="Web-{EB02BB44-BE2B-4E0D-89E3-CD26CE76A61A}" dt="2026-03-18T05:11:41.269" v="2"/>
          <ac:picMkLst>
            <pc:docMk/>
            <pc:sldMk cId="3657648834" sldId="2145706673"/>
            <ac:picMk id="2" creationId="{58A5796B-1A3D-1D3E-C5D5-176BB95728C2}"/>
          </ac:picMkLst>
        </pc:picChg>
      </pc:sldChg>
    </pc:docChg>
  </pc:docChgLst>
  <pc:docChgLst>
    <pc:chgData name="Coşkun, Kaan" userId="S::kaan.coskun@sogeti.com::6f383ed5-b427-40f0-ac7d-4c2e7ebb7e44" providerId="AD" clId="Web-{10E53EBB-B9A8-20E3-4EB1-694C0EAA0FA8}"/>
    <pc:docChg chg="modSld">
      <pc:chgData name="Coşkun, Kaan" userId="S::kaan.coskun@sogeti.com::6f383ed5-b427-40f0-ac7d-4c2e7ebb7e44" providerId="AD" clId="Web-{10E53EBB-B9A8-20E3-4EB1-694C0EAA0FA8}" dt="2026-03-10T13:39:06.785" v="1" actId="20577"/>
      <pc:docMkLst>
        <pc:docMk/>
      </pc:docMkLst>
      <pc:sldChg chg="modSp">
        <pc:chgData name="Coşkun, Kaan" userId="S::kaan.coskun@sogeti.com::6f383ed5-b427-40f0-ac7d-4c2e7ebb7e44" providerId="AD" clId="Web-{10E53EBB-B9A8-20E3-4EB1-694C0EAA0FA8}" dt="2026-03-10T13:01:37.983" v="0" actId="1076"/>
        <pc:sldMkLst>
          <pc:docMk/>
          <pc:sldMk cId="175612282" sldId="2145706671"/>
        </pc:sldMkLst>
        <pc:spChg chg="mod">
          <ac:chgData name="Coşkun, Kaan" userId="S::kaan.coskun@sogeti.com::6f383ed5-b427-40f0-ac7d-4c2e7ebb7e44" providerId="AD" clId="Web-{10E53EBB-B9A8-20E3-4EB1-694C0EAA0FA8}" dt="2026-03-10T13:01:37.983" v="0" actId="1076"/>
          <ac:spMkLst>
            <pc:docMk/>
            <pc:sldMk cId="175612282" sldId="2145706671"/>
            <ac:spMk id="3" creationId="{AD302E24-8DBE-2AC7-27B4-80AF96401941}"/>
          </ac:spMkLst>
        </pc:spChg>
      </pc:sldChg>
    </pc:docChg>
  </pc:docChgLst>
  <pc:docChgLst>
    <pc:chgData name="Balajadia, Catherine" userId="S::catherine.balajadia@capgemini.com::f606ba55-8c8f-4d3b-91e9-3c053cdabb8b" providerId="AD" clId="Web-{054305FB-3BC5-4350-B097-ABD15FC65EEF}"/>
    <pc:docChg chg="modSld">
      <pc:chgData name="Balajadia, Catherine" userId="S::catherine.balajadia@capgemini.com::f606ba55-8c8f-4d3b-91e9-3c053cdabb8b" providerId="AD" clId="Web-{054305FB-3BC5-4350-B097-ABD15FC65EEF}" dt="2026-03-20T17:23:30.629" v="1"/>
      <pc:docMkLst>
        <pc:docMk/>
      </pc:docMkLst>
    </pc:docChg>
  </pc:docChgLst>
  <pc:docChgLst>
    <pc:chgData name="Amar, Shikhar" userId="S::shikhar.amar@capgemini.com::61324e0f-65a1-4d7c-94de-9cd3089ad200" providerId="AD" clId="Web-{DC88F16E-229C-F241-4142-1A3A31448D05}"/>
    <pc:docChg chg="addSld delSld modSld modSection">
      <pc:chgData name="Amar, Shikhar" userId="S::shikhar.amar@capgemini.com::61324e0f-65a1-4d7c-94de-9cd3089ad200" providerId="AD" clId="Web-{DC88F16E-229C-F241-4142-1A3A31448D05}" dt="2026-03-23T13:05:58.751" v="88"/>
      <pc:docMkLst>
        <pc:docMk/>
      </pc:docMkLst>
      <pc:sldChg chg="delSp modSp">
        <pc:chgData name="Amar, Shikhar" userId="S::shikhar.amar@capgemini.com::61324e0f-65a1-4d7c-94de-9cd3089ad200" providerId="AD" clId="Web-{DC88F16E-229C-F241-4142-1A3A31448D05}" dt="2026-03-23T13:05:51.485" v="85"/>
        <pc:sldMkLst>
          <pc:docMk/>
          <pc:sldMk cId="4141162053" sldId="263"/>
        </pc:sldMkLst>
      </pc:sldChg>
    </pc:docChg>
  </pc:docChgLst>
  <pc:docChgLst>
    <pc:chgData name="Colon, Jimmy" userId="S::jimmy.colon@capgemini.com::ca9355bb-5123-4004-8c6f-805949da668a" providerId="AD" clId="Web-{447C8751-E0C7-A373-FDFF-E8978623DAC9}"/>
    <pc:docChg chg="sldOrd">
      <pc:chgData name="Colon, Jimmy" userId="S::jimmy.colon@capgemini.com::ca9355bb-5123-4004-8c6f-805949da668a" providerId="AD" clId="Web-{447C8751-E0C7-A373-FDFF-E8978623DAC9}" dt="2026-03-23T15:04:10.099" v="0"/>
      <pc:docMkLst>
        <pc:docMk/>
      </pc:docMkLst>
      <pc:sldChg chg="ord">
        <pc:chgData name="Colon, Jimmy" userId="S::jimmy.colon@capgemini.com::ca9355bb-5123-4004-8c6f-805949da668a" providerId="AD" clId="Web-{447C8751-E0C7-A373-FDFF-E8978623DAC9}" dt="2026-03-23T15:04:10.099" v="0"/>
        <pc:sldMkLst>
          <pc:docMk/>
          <pc:sldMk cId="4141162053" sldId="263"/>
        </pc:sldMkLst>
      </pc:sldChg>
    </pc:docChg>
  </pc:docChgLst>
  <pc:docChgLst>
    <pc:chgData name="Bharti, Uma" userId="f3d0e75d-c35c-4dca-a096-6867c5d7654c" providerId="ADAL" clId="{A45ED77D-C7B7-4BF3-9492-179CACC5D4A7}"/>
    <pc:docChg chg="custSel modSld">
      <pc:chgData name="Bharti, Uma" userId="f3d0e75d-c35c-4dca-a096-6867c5d7654c" providerId="ADAL" clId="{A45ED77D-C7B7-4BF3-9492-179CACC5D4A7}" dt="2026-03-25T06:56:35.982" v="43" actId="14100"/>
      <pc:docMkLst>
        <pc:docMk/>
      </pc:docMkLst>
      <pc:sldChg chg="addSp delSp modSp mod">
        <pc:chgData name="Bharti, Uma" userId="f3d0e75d-c35c-4dca-a096-6867c5d7654c" providerId="ADAL" clId="{A45ED77D-C7B7-4BF3-9492-179CACC5D4A7}" dt="2026-03-25T06:56:35.982" v="43" actId="14100"/>
        <pc:sldMkLst>
          <pc:docMk/>
          <pc:sldMk cId="4141162053" sldId="263"/>
        </pc:sldMkLst>
        <pc:spChg chg="mod">
          <ac:chgData name="Bharti, Uma" userId="f3d0e75d-c35c-4dca-a096-6867c5d7654c" providerId="ADAL" clId="{A45ED77D-C7B7-4BF3-9492-179CACC5D4A7}" dt="2026-03-25T06:56:35.982" v="43" actId="14100"/>
          <ac:spMkLst>
            <pc:docMk/>
            <pc:sldMk cId="4141162053" sldId="263"/>
            <ac:spMk id="7" creationId="{3EF55D29-D549-A161-BAC6-AF540E6AF3A6}"/>
          </ac:spMkLst>
        </pc:spChg>
        <pc:spChg chg="mod">
          <ac:chgData name="Bharti, Uma" userId="f3d0e75d-c35c-4dca-a096-6867c5d7654c" providerId="ADAL" clId="{A45ED77D-C7B7-4BF3-9492-179CACC5D4A7}" dt="2026-03-25T06:56:30.561" v="41" actId="1076"/>
          <ac:spMkLst>
            <pc:docMk/>
            <pc:sldMk cId="4141162053" sldId="263"/>
            <ac:spMk id="39" creationId="{61F9D499-C931-356B-50CE-FE7650D675B6}"/>
          </ac:spMkLst>
        </pc:spChg>
        <pc:cxnChg chg="mod">
          <ac:chgData name="Bharti, Uma" userId="f3d0e75d-c35c-4dca-a096-6867c5d7654c" providerId="ADAL" clId="{A45ED77D-C7B7-4BF3-9492-179CACC5D4A7}" dt="2026-03-25T06:56:13.697" v="40" actId="1076"/>
          <ac:cxnSpMkLst>
            <pc:docMk/>
            <pc:sldMk cId="4141162053" sldId="263"/>
            <ac:cxnSpMk id="56" creationId="{E1B55769-E7F5-AEBF-1338-E94DBF7FBCB1}"/>
          </ac:cxnSpMkLst>
        </pc:cxnChg>
      </pc:sldChg>
    </pc:docChg>
  </pc:docChgLst>
  <pc:docChgLst>
    <pc:chgData name="ZAHR, Narjiss" userId="S::narjiss.zahr@capgemini.com::3f760fbf-dfd2-4a7b-a5f6-cfe993e15615" providerId="AD" clId="Web-{897EE37D-B072-C1F7-1BF4-D250D4F70BE8}"/>
    <pc:docChg chg="modSld">
      <pc:chgData name="ZAHR, Narjiss" userId="S::narjiss.zahr@capgemini.com::3f760fbf-dfd2-4a7b-a5f6-cfe993e15615" providerId="AD" clId="Web-{897EE37D-B072-C1F7-1BF4-D250D4F70BE8}" dt="2026-03-25T13:31:10.874" v="14" actId="20577"/>
      <pc:docMkLst>
        <pc:docMk/>
      </pc:docMkLst>
      <pc:sldChg chg="addSp delSp modSp">
        <pc:chgData name="ZAHR, Narjiss" userId="S::narjiss.zahr@capgemini.com::3f760fbf-dfd2-4a7b-a5f6-cfe993e15615" providerId="AD" clId="Web-{897EE37D-B072-C1F7-1BF4-D250D4F70BE8}" dt="2026-03-25T13:31:10.874" v="14" actId="20577"/>
        <pc:sldMkLst>
          <pc:docMk/>
          <pc:sldMk cId="4141162053" sldId="263"/>
        </pc:sldMkLst>
        <pc:spChg chg="mod">
          <ac:chgData name="ZAHR, Narjiss" userId="S::narjiss.zahr@capgemini.com::3f760fbf-dfd2-4a7b-a5f6-cfe993e15615" providerId="AD" clId="Web-{897EE37D-B072-C1F7-1BF4-D250D4F70BE8}" dt="2026-03-25T13:27:06.274" v="0" actId="1076"/>
          <ac:spMkLst>
            <pc:docMk/>
            <pc:sldMk cId="4141162053" sldId="263"/>
            <ac:spMk id="39" creationId="{61F9D499-C931-356B-50CE-FE7650D675B6}"/>
          </ac:spMkLst>
        </pc:spChg>
      </pc:sldChg>
    </pc:docChg>
  </pc:docChgLst>
  <pc:docChgLst>
    <pc:chgData name="Bhatia, Rubani" userId="S::rubani.bhatia@capgemini.com::c6c4b877-9d8b-4a58-b7cf-5fa0ba85e0e9" providerId="AD" clId="Web-{B0E25FE6-4735-4C6D-8CE7-8C4F74C06485}"/>
    <pc:docChg chg="modSld">
      <pc:chgData name="Bhatia, Rubani" userId="S::rubani.bhatia@capgemini.com::c6c4b877-9d8b-4a58-b7cf-5fa0ba85e0e9" providerId="AD" clId="Web-{B0E25FE6-4735-4C6D-8CE7-8C4F74C06485}" dt="2026-03-20T19:13:58.929" v="4" actId="1076"/>
      <pc:docMkLst>
        <pc:docMk/>
      </pc:docMkLst>
    </pc:docChg>
  </pc:docChgLst>
  <pc:docChgLst>
    <pc:chgData name="Yadav, Manish" userId="S::manish.a.yadav@capgemini.com::b73827ab-a4e5-4907-bb5e-50e5579bafb3" providerId="AD" clId="Web-{36D79D8D-7D90-514D-3DB4-4E8304CF42D8}"/>
    <pc:docChg chg="modSld">
      <pc:chgData name="Yadav, Manish" userId="S::manish.a.yadav@capgemini.com::b73827ab-a4e5-4907-bb5e-50e5579bafb3" providerId="AD" clId="Web-{36D79D8D-7D90-514D-3DB4-4E8304CF42D8}" dt="2026-03-23T10:52:24.055" v="1" actId="1076"/>
      <pc:docMkLst>
        <pc:docMk/>
      </pc:docMkLst>
    </pc:docChg>
  </pc:docChgLst>
  <pc:docChgLst>
    <pc:chgData name="B, Chandrakanth" userId="S::chandrakanth.b@capgemini.com::f5dac0bb-8fe8-4bd1-99ad-f92184fc04ec" providerId="AD" clId="Web-{D9D85A2A-A9A9-BC98-A4D0-8461634D95C8}"/>
    <pc:docChg chg="modSld">
      <pc:chgData name="B, Chandrakanth" userId="S::chandrakanth.b@capgemini.com::f5dac0bb-8fe8-4bd1-99ad-f92184fc04ec" providerId="AD" clId="Web-{D9D85A2A-A9A9-BC98-A4D0-8461634D95C8}" dt="2026-03-21T06:51:07.497" v="0" actId="1076"/>
      <pc:docMkLst>
        <pc:docMk/>
      </pc:docMkLst>
    </pc:docChg>
  </pc:docChgLst>
  <pc:docChgLst>
    <pc:chgData name="Suresh, Kurra" userId="S::kurra.suresh@capgemini.com::e5cc14cb-78ca-42d5-a383-f17231ca398f" providerId="AD" clId="Web-{37D9B4A3-42B3-D4B5-B99F-9A4DF9C09B08}"/>
    <pc:docChg chg="modSld">
      <pc:chgData name="Suresh, Kurra" userId="S::kurra.suresh@capgemini.com::e5cc14cb-78ca-42d5-a383-f17231ca398f" providerId="AD" clId="Web-{37D9B4A3-42B3-D4B5-B99F-9A4DF9C09B08}" dt="2026-03-23T09:32:28.951" v="0"/>
      <pc:docMkLst>
        <pc:docMk/>
      </pc:docMkLst>
    </pc:docChg>
  </pc:docChgLst>
  <pc:docChgLst>
    <pc:chgData name="Abrahamson, Heidi" userId="S::heidi.abrahamson@capgemini.com::d5134ecf-5730-4ca3-aec3-f91238c55104" providerId="AD" clId="Web-{97ADDE83-0C5D-5E5B-A6E2-529C826904D3}"/>
    <pc:docChg chg="modSld">
      <pc:chgData name="Abrahamson, Heidi" userId="S::heidi.abrahamson@capgemini.com::d5134ecf-5730-4ca3-aec3-f91238c55104" providerId="AD" clId="Web-{97ADDE83-0C5D-5E5B-A6E2-529C826904D3}" dt="2026-03-20T18:38:23.810" v="1" actId="1076"/>
      <pc:docMkLst>
        <pc:docMk/>
      </pc:docMkLst>
      <pc:sldChg chg="modSp">
        <pc:chgData name="Abrahamson, Heidi" userId="S::heidi.abrahamson@capgemini.com::d5134ecf-5730-4ca3-aec3-f91238c55104" providerId="AD" clId="Web-{97ADDE83-0C5D-5E5B-A6E2-529C826904D3}" dt="2026-03-20T18:38:23.810" v="1" actId="1076"/>
        <pc:sldMkLst>
          <pc:docMk/>
          <pc:sldMk cId="3657648834" sldId="2145706673"/>
        </pc:sldMkLst>
        <pc:picChg chg="mod">
          <ac:chgData name="Abrahamson, Heidi" userId="S::heidi.abrahamson@capgemini.com::d5134ecf-5730-4ca3-aec3-f91238c55104" providerId="AD" clId="Web-{97ADDE83-0C5D-5E5B-A6E2-529C826904D3}" dt="2026-03-20T18:38:23.810" v="1" actId="1076"/>
          <ac:picMkLst>
            <pc:docMk/>
            <pc:sldMk cId="3657648834" sldId="2145706673"/>
            <ac:picMk id="2" creationId="{58A5796B-1A3D-1D3E-C5D5-176BB95728C2}"/>
          </ac:picMkLst>
        </pc:picChg>
      </pc:sldChg>
    </pc:docChg>
  </pc:docChgLst>
  <pc:docChgLst>
    <pc:chgData name="MAISURIA, Anand" userId="S::anand.maisuria@capgemini.com::9cd6ed63-f8a3-4253-9f9c-9043687d76b1" providerId="AD" clId="Web-{09BFE146-C3C9-7724-F324-6FCE4D963BAE}"/>
    <pc:docChg chg="modSld">
      <pc:chgData name="MAISURIA, Anand" userId="S::anand.maisuria@capgemini.com::9cd6ed63-f8a3-4253-9f9c-9043687d76b1" providerId="AD" clId="Web-{09BFE146-C3C9-7724-F324-6FCE4D963BAE}" dt="2026-03-18T15:48:14.973" v="0" actId="1076"/>
      <pc:docMkLst>
        <pc:docMk/>
      </pc:docMkLst>
      <pc:sldChg chg="modSp">
        <pc:chgData name="MAISURIA, Anand" userId="S::anand.maisuria@capgemini.com::9cd6ed63-f8a3-4253-9f9c-9043687d76b1" providerId="AD" clId="Web-{09BFE146-C3C9-7724-F324-6FCE4D963BAE}" dt="2026-03-18T15:48:14.973" v="0" actId="1076"/>
        <pc:sldMkLst>
          <pc:docMk/>
          <pc:sldMk cId="3657648834" sldId="2145706673"/>
        </pc:sldMkLst>
        <pc:picChg chg="mod">
          <ac:chgData name="MAISURIA, Anand" userId="S::anand.maisuria@capgemini.com::9cd6ed63-f8a3-4253-9f9c-9043687d76b1" providerId="AD" clId="Web-{09BFE146-C3C9-7724-F324-6FCE4D963BAE}" dt="2026-03-18T15:48:14.973" v="0" actId="1076"/>
          <ac:picMkLst>
            <pc:docMk/>
            <pc:sldMk cId="3657648834" sldId="2145706673"/>
            <ac:picMk id="2" creationId="{58A5796B-1A3D-1D3E-C5D5-176BB95728C2}"/>
          </ac:picMkLst>
        </pc:picChg>
      </pc:sldChg>
    </pc:docChg>
  </pc:docChgLst>
  <pc:docChgLst>
    <pc:chgData name="SHIVARAJU, VINAY" userId="S::vinay.shivaraju@capgemini.com::760221ae-c8bb-4d10-9dd5-2a83b1562660" providerId="AD" clId="Web-{AD1648D5-6B42-4BA6-64D5-7D5073067565}"/>
    <pc:docChg chg="delSld modSection">
      <pc:chgData name="SHIVARAJU, VINAY" userId="S::vinay.shivaraju@capgemini.com::760221ae-c8bb-4d10-9dd5-2a83b1562660" providerId="AD" clId="Web-{AD1648D5-6B42-4BA6-64D5-7D5073067565}" dt="2026-03-27T08:39:16.028" v="2"/>
      <pc:docMkLst>
        <pc:docMk/>
      </pc:docMkLst>
    </pc:docChg>
  </pc:docChgLst>
  <pc:docChgLst>
    <pc:chgData name="Vaidya, Sonal" userId="S::sonal.kandolkar@capgemini.com::d33da039-7bb7-48ca-a641-1ccd43b468ed" providerId="AD" clId="Web-{081147AA-A30B-4BA1-3763-A18298E3FC25}"/>
    <pc:docChg chg="sldOrd">
      <pc:chgData name="Vaidya, Sonal" userId="S::sonal.kandolkar@capgemini.com::d33da039-7bb7-48ca-a641-1ccd43b468ed" providerId="AD" clId="Web-{081147AA-A30B-4BA1-3763-A18298E3FC25}" dt="2026-03-23T10:15:36.035" v="0"/>
      <pc:docMkLst>
        <pc:docMk/>
      </pc:docMkLst>
      <pc:sldChg chg="ord">
        <pc:chgData name="Vaidya, Sonal" userId="S::sonal.kandolkar@capgemini.com::d33da039-7bb7-48ca-a641-1ccd43b468ed" providerId="AD" clId="Web-{081147AA-A30B-4BA1-3763-A18298E3FC25}" dt="2026-03-23T10:15:36.035" v="0"/>
        <pc:sldMkLst>
          <pc:docMk/>
          <pc:sldMk cId="2946189433" sldId="2145706672"/>
        </pc:sldMkLst>
      </pc:sldChg>
    </pc:docChg>
  </pc:docChgLst>
  <pc:docChgLst>
    <pc:chgData name="Tiwari, Gunina" userId="S::gunina.tiwari@capgemini.com::1804d117-e15d-4412-8ef9-1729bd45d48a" providerId="AD" clId="Web-{C3C89172-1A3A-C52B-4A5E-95781BB19147}"/>
    <pc:docChg chg="modSld">
      <pc:chgData name="Tiwari, Gunina" userId="S::gunina.tiwari@capgemini.com::1804d117-e15d-4412-8ef9-1729bd45d48a" providerId="AD" clId="Web-{C3C89172-1A3A-C52B-4A5E-95781BB19147}" dt="2026-03-23T12:15:04.595" v="10" actId="20577"/>
      <pc:docMkLst>
        <pc:docMk/>
      </pc:docMkLst>
    </pc:docChg>
  </pc:docChgLst>
  <pc:docChgLst>
    <pc:chgData name="Majsterek, Grzegorz" userId="S::grzegorz.majsterek@capgemini.com::3ba054c0-1003-4769-af0f-6b6c1a4c8343" providerId="AD" clId="Web-{227E70E8-D98A-5827-A03B-726B5AC71F56}"/>
    <pc:docChg chg="modSld">
      <pc:chgData name="Majsterek, Grzegorz" userId="S::grzegorz.majsterek@capgemini.com::3ba054c0-1003-4769-af0f-6b6c1a4c8343" providerId="AD" clId="Web-{227E70E8-D98A-5827-A03B-726B5AC71F56}" dt="2026-03-23T09:22:48.200" v="0" actId="1076"/>
      <pc:docMkLst>
        <pc:docMk/>
      </pc:docMkLst>
    </pc:docChg>
  </pc:docChgLst>
  <pc:docChgLst>
    <pc:chgData name="Mishra, Abhishek" userId="S::abhishek.h.mishra@capgemini.com::0bd74381-759a-4732-aec5-f4bd9dabbbe9" providerId="AD" clId="Web-{4A5CFBDA-4A85-4799-B441-8AC949AD4788}"/>
    <pc:docChg chg="modSld">
      <pc:chgData name="Mishra, Abhishek" userId="S::abhishek.h.mishra@capgemini.com::0bd74381-759a-4732-aec5-f4bd9dabbbe9" providerId="AD" clId="Web-{4A5CFBDA-4A85-4799-B441-8AC949AD4788}" dt="2026-03-18T14:32:48.426" v="0" actId="1076"/>
      <pc:docMkLst>
        <pc:docMk/>
      </pc:docMkLst>
      <pc:sldChg chg="modSp">
        <pc:chgData name="Mishra, Abhishek" userId="S::abhishek.h.mishra@capgemini.com::0bd74381-759a-4732-aec5-f4bd9dabbbe9" providerId="AD" clId="Web-{4A5CFBDA-4A85-4799-B441-8AC949AD4788}" dt="2026-03-18T14:32:48.426" v="0" actId="1076"/>
        <pc:sldMkLst>
          <pc:docMk/>
          <pc:sldMk cId="3657648834" sldId="2145706673"/>
        </pc:sldMkLst>
        <pc:picChg chg="mod">
          <ac:chgData name="Mishra, Abhishek" userId="S::abhishek.h.mishra@capgemini.com::0bd74381-759a-4732-aec5-f4bd9dabbbe9" providerId="AD" clId="Web-{4A5CFBDA-4A85-4799-B441-8AC949AD4788}" dt="2026-03-18T14:32:48.426" v="0" actId="1076"/>
          <ac:picMkLst>
            <pc:docMk/>
            <pc:sldMk cId="3657648834" sldId="2145706673"/>
            <ac:picMk id="2" creationId="{58A5796B-1A3D-1D3E-C5D5-176BB95728C2}"/>
          </ac:picMkLst>
        </pc:picChg>
      </pc:sldChg>
    </pc:docChg>
  </pc:docChgLst>
  <pc:docChgLst>
    <pc:chgData name="Dessai, Prathamesh" userId="S::prathamesh.dessai@capgemini.com::8eb0975e-88ca-4cb5-9e58-232c58b6f15d" providerId="AD" clId="Web-{EB78ECA1-48FC-F494-5E22-3B6AE29668BA}"/>
    <pc:docChg chg="modSld">
      <pc:chgData name="Dessai, Prathamesh" userId="S::prathamesh.dessai@capgemini.com::8eb0975e-88ca-4cb5-9e58-232c58b6f15d" providerId="AD" clId="Web-{EB78ECA1-48FC-F494-5E22-3B6AE29668BA}" dt="2026-03-24T13:11:41.444" v="0" actId="1076"/>
      <pc:docMkLst>
        <pc:docMk/>
      </pc:docMkLst>
    </pc:docChg>
  </pc:docChgLst>
  <pc:docChgLst>
    <pc:chgData name="Uday Shetty, Sharan" userId="S::sharan.uday-shetty@capgemini.com::d9ca9bf9-83b9-42ec-9b97-7582a4983c8b" providerId="AD" clId="Web-{3F813957-19D6-AC21-3E7D-482BF8973FCF}"/>
    <pc:docChg chg="modSld">
      <pc:chgData name="Uday Shetty, Sharan" userId="S::sharan.uday-shetty@capgemini.com::d9ca9bf9-83b9-42ec-9b97-7582a4983c8b" providerId="AD" clId="Web-{3F813957-19D6-AC21-3E7D-482BF8973FCF}" dt="2026-03-24T06:40:40.674" v="0" actId="14100"/>
      <pc:docMkLst>
        <pc:docMk/>
      </pc:docMkLst>
    </pc:docChg>
  </pc:docChgLst>
  <pc:docChgLst>
    <pc:chgData name="Kluczewski, Piotr" userId="S::piotr.kluczewski@capgemini.com::6f13a36c-f754-47c1-99dd-4626d12a9eef" providerId="AD" clId="Web-{09587854-7718-3414-6E59-5424868734D8}"/>
    <pc:docChg chg="sldOrd">
      <pc:chgData name="Kluczewski, Piotr" userId="S::piotr.kluczewski@capgemini.com::6f13a36c-f754-47c1-99dd-4626d12a9eef" providerId="AD" clId="Web-{09587854-7718-3414-6E59-5424868734D8}" dt="2026-03-17T22:08:24.422" v="0"/>
      <pc:docMkLst>
        <pc:docMk/>
      </pc:docMkLst>
    </pc:docChg>
  </pc:docChgLst>
  <pc:docChgLst>
    <pc:chgData name="Rudrapriya M" userId="S::u499130_wns.com#ext#@capgemini.onmicrosoft.com::a02bfb1e-3e3a-45fc-9616-b3157da58be6" providerId="AD" clId="Web-{9AE834CC-9958-01CB-F5A3-9F7611113762}"/>
    <pc:docChg chg="sldOrd">
      <pc:chgData name="Rudrapriya M" userId="S::u499130_wns.com#ext#@capgemini.onmicrosoft.com::a02bfb1e-3e3a-45fc-9616-b3157da58be6" providerId="AD" clId="Web-{9AE834CC-9958-01CB-F5A3-9F7611113762}" dt="2026-03-17T09:39:44.071" v="0"/>
      <pc:docMkLst>
        <pc:docMk/>
      </pc:docMkLst>
      <pc:sldChg chg="ord">
        <pc:chgData name="Rudrapriya M" userId="S::u499130_wns.com#ext#@capgemini.onmicrosoft.com::a02bfb1e-3e3a-45fc-9616-b3157da58be6" providerId="AD" clId="Web-{9AE834CC-9958-01CB-F5A3-9F7611113762}" dt="2026-03-17T09:39:44.071" v="0"/>
        <pc:sldMkLst>
          <pc:docMk/>
          <pc:sldMk cId="2417810418" sldId="2145706670"/>
        </pc:sldMkLst>
      </pc:sldChg>
    </pc:docChg>
  </pc:docChgLst>
  <pc:docChgLst>
    <pc:chgData name="Pagare, Pranay" userId="dbc76114-3999-4f93-909b-094637d39f4d" providerId="ADAL" clId="{2253DF18-054E-4264-8D34-01869BFC7E5E}"/>
    <pc:docChg chg="modSld">
      <pc:chgData name="Pagare, Pranay" userId="dbc76114-3999-4f93-909b-094637d39f4d" providerId="ADAL" clId="{2253DF18-054E-4264-8D34-01869BFC7E5E}" dt="2026-03-27T13:06:19.915" v="1" actId="14100"/>
      <pc:docMkLst>
        <pc:docMk/>
      </pc:docMkLst>
      <pc:sldChg chg="modSp mod">
        <pc:chgData name="Pagare, Pranay" userId="dbc76114-3999-4f93-909b-094637d39f4d" providerId="ADAL" clId="{2253DF18-054E-4264-8D34-01869BFC7E5E}" dt="2026-03-27T13:06:19.915" v="1" actId="14100"/>
        <pc:sldMkLst>
          <pc:docMk/>
          <pc:sldMk cId="4141162053" sldId="263"/>
        </pc:sldMkLst>
        <pc:spChg chg="mod">
          <ac:chgData name="Pagare, Pranay" userId="dbc76114-3999-4f93-909b-094637d39f4d" providerId="ADAL" clId="{2253DF18-054E-4264-8D34-01869BFC7E5E}" dt="2026-03-27T13:06:19.915" v="1" actId="14100"/>
          <ac:spMkLst>
            <pc:docMk/>
            <pc:sldMk cId="4141162053" sldId="263"/>
            <ac:spMk id="7" creationId="{3EF55D29-D549-A161-BAC6-AF540E6AF3A6}"/>
          </ac:spMkLst>
        </pc:spChg>
      </pc:sldChg>
    </pc:docChg>
  </pc:docChgLst>
  <pc:docChgLst>
    <pc:chgData name="De, Abhisek" userId="S::abhisek.de@capgemini.com::ca965ac4-d83d-498d-b201-e69592eb718a" providerId="AD" clId="Web-{E55FC0B2-3C02-98FE-DD9A-649E561BFC22}"/>
    <pc:docChg chg="sldOrd">
      <pc:chgData name="De, Abhisek" userId="S::abhisek.de@capgemini.com::ca965ac4-d83d-498d-b201-e69592eb718a" providerId="AD" clId="Web-{E55FC0B2-3C02-98FE-DD9A-649E561BFC22}" dt="2026-03-24T11:45:20.147" v="0"/>
      <pc:docMkLst>
        <pc:docMk/>
      </pc:docMkLst>
      <pc:sldChg chg="ord">
        <pc:chgData name="De, Abhisek" userId="S::abhisek.de@capgemini.com::ca965ac4-d83d-498d-b201-e69592eb718a" providerId="AD" clId="Web-{E55FC0B2-3C02-98FE-DD9A-649E561BFC22}" dt="2026-03-24T11:45:20.147" v="0"/>
        <pc:sldMkLst>
          <pc:docMk/>
          <pc:sldMk cId="175612282" sldId="2145706671"/>
        </pc:sldMkLst>
      </pc:sldChg>
    </pc:docChg>
  </pc:docChgLst>
  <pc:docChgLst>
    <pc:chgData name="Stocké, Vassily" userId="78ac5a95-807c-4b3d-949c-24335736c50e" providerId="ADAL" clId="{1E015049-FBB2-4020-A5D2-5C1529AA3C13}"/>
    <pc:docChg chg="undo custSel modSld">
      <pc:chgData name="Stocké, Vassily" userId="78ac5a95-807c-4b3d-949c-24335736c50e" providerId="ADAL" clId="{1E015049-FBB2-4020-A5D2-5C1529AA3C13}" dt="2026-03-31T11:49:34.958" v="9" actId="1036"/>
      <pc:docMkLst>
        <pc:docMk/>
      </pc:docMkLst>
      <pc:sldChg chg="modSp mod">
        <pc:chgData name="Stocké, Vassily" userId="78ac5a95-807c-4b3d-949c-24335736c50e" providerId="ADAL" clId="{1E015049-FBB2-4020-A5D2-5C1529AA3C13}" dt="2026-03-31T11:49:34.958" v="9" actId="1036"/>
        <pc:sldMkLst>
          <pc:docMk/>
          <pc:sldMk cId="175612282" sldId="2145706671"/>
        </pc:sldMkLst>
        <pc:spChg chg="mod">
          <ac:chgData name="Stocké, Vassily" userId="78ac5a95-807c-4b3d-949c-24335736c50e" providerId="ADAL" clId="{1E015049-FBB2-4020-A5D2-5C1529AA3C13}" dt="2026-03-31T11:49:34.958" v="9" actId="1036"/>
          <ac:spMkLst>
            <pc:docMk/>
            <pc:sldMk cId="175612282" sldId="2145706671"/>
            <ac:spMk id="38" creationId="{9D54CA7C-223C-1D2C-B8AA-225D3FB0FAC9}"/>
          </ac:spMkLst>
        </pc:spChg>
        <pc:spChg chg="mod">
          <ac:chgData name="Stocké, Vassily" userId="78ac5a95-807c-4b3d-949c-24335736c50e" providerId="ADAL" clId="{1E015049-FBB2-4020-A5D2-5C1529AA3C13}" dt="2026-03-31T11:49:34.958" v="9" actId="1036"/>
          <ac:spMkLst>
            <pc:docMk/>
            <pc:sldMk cId="175612282" sldId="2145706671"/>
            <ac:spMk id="41" creationId="{44256278-A8F0-F9B2-DF76-32CC841EFA79}"/>
          </ac:spMkLst>
        </pc:spChg>
        <pc:spChg chg="mod">
          <ac:chgData name="Stocké, Vassily" userId="78ac5a95-807c-4b3d-949c-24335736c50e" providerId="ADAL" clId="{1E015049-FBB2-4020-A5D2-5C1529AA3C13}" dt="2026-03-31T11:49:34.958" v="9" actId="1036"/>
          <ac:spMkLst>
            <pc:docMk/>
            <pc:sldMk cId="175612282" sldId="2145706671"/>
            <ac:spMk id="49" creationId="{5010B932-93FF-0111-7279-156D13AAE372}"/>
          </ac:spMkLst>
        </pc:spChg>
        <pc:spChg chg="mod">
          <ac:chgData name="Stocké, Vassily" userId="78ac5a95-807c-4b3d-949c-24335736c50e" providerId="ADAL" clId="{1E015049-FBB2-4020-A5D2-5C1529AA3C13}" dt="2026-03-31T11:49:34.958" v="9" actId="1036"/>
          <ac:spMkLst>
            <pc:docMk/>
            <pc:sldMk cId="175612282" sldId="2145706671"/>
            <ac:spMk id="51" creationId="{A1C58A5A-7DB6-9A3C-67D2-C148031904F4}"/>
          </ac:spMkLst>
        </pc:spChg>
        <pc:spChg chg="mod">
          <ac:chgData name="Stocké, Vassily" userId="78ac5a95-807c-4b3d-949c-24335736c50e" providerId="ADAL" clId="{1E015049-FBB2-4020-A5D2-5C1529AA3C13}" dt="2026-03-31T11:49:34.958" v="9" actId="1036"/>
          <ac:spMkLst>
            <pc:docMk/>
            <pc:sldMk cId="175612282" sldId="2145706671"/>
            <ac:spMk id="53" creationId="{9A210A51-6CD0-F11A-79BE-CEC3C2CA53B3}"/>
          </ac:spMkLst>
        </pc:spChg>
        <pc:spChg chg="mod">
          <ac:chgData name="Stocké, Vassily" userId="78ac5a95-807c-4b3d-949c-24335736c50e" providerId="ADAL" clId="{1E015049-FBB2-4020-A5D2-5C1529AA3C13}" dt="2026-03-31T11:49:34.958" v="9" actId="1036"/>
          <ac:spMkLst>
            <pc:docMk/>
            <pc:sldMk cId="175612282" sldId="2145706671"/>
            <ac:spMk id="55" creationId="{5CE59DD4-C974-1527-7BA5-6F485A8EC6C4}"/>
          </ac:spMkLst>
        </pc:spChg>
        <pc:spChg chg="mod">
          <ac:chgData name="Stocké, Vassily" userId="78ac5a95-807c-4b3d-949c-24335736c50e" providerId="ADAL" clId="{1E015049-FBB2-4020-A5D2-5C1529AA3C13}" dt="2026-03-31T11:49:34.958" v="9" actId="1036"/>
          <ac:spMkLst>
            <pc:docMk/>
            <pc:sldMk cId="175612282" sldId="2145706671"/>
            <ac:spMk id="119" creationId="{DCB584E6-F3A5-A824-4068-1118526B3E64}"/>
          </ac:spMkLst>
        </pc:spChg>
      </pc:sldChg>
    </pc:docChg>
  </pc:docChgLst>
  <pc:docChgLst>
    <pc:chgData name="TACHAFINE, ISMAIL" userId="S::ismail.tachafine@capgemini.com::8839a0cb-cd88-41f0-8863-5a6cd7240fb8" providerId="AD" clId="Web-{4B771EA2-66D9-6B89-FCF8-409A88889103}"/>
    <pc:docChg chg="sldOrd">
      <pc:chgData name="TACHAFINE, ISMAIL" userId="S::ismail.tachafine@capgemini.com::8839a0cb-cd88-41f0-8863-5a6cd7240fb8" providerId="AD" clId="Web-{4B771EA2-66D9-6B89-FCF8-409A88889103}" dt="2026-03-23T13:53:54.458" v="0"/>
      <pc:docMkLst>
        <pc:docMk/>
      </pc:docMkLst>
      <pc:sldChg chg="ord">
        <pc:chgData name="TACHAFINE, ISMAIL" userId="S::ismail.tachafine@capgemini.com::8839a0cb-cd88-41f0-8863-5a6cd7240fb8" providerId="AD" clId="Web-{4B771EA2-66D9-6B89-FCF8-409A88889103}" dt="2026-03-23T13:53:54.458" v="0"/>
        <pc:sldMkLst>
          <pc:docMk/>
          <pc:sldMk cId="2946189433" sldId="2145706672"/>
        </pc:sldMkLst>
      </pc:sldChg>
    </pc:docChg>
  </pc:docChgLst>
  <pc:docChgLst>
    <pc:chgData name="Nazaruk, Wiktor" userId="S::wiktor.nazaruk@capgemini.com::45ed651d-6114-46ac-be26-c205ca13e389" providerId="AD" clId="Web-{C557D2AE-2B94-F676-3AE4-29B5DA1EFA52}"/>
    <pc:docChg chg="modSld">
      <pc:chgData name="Nazaruk, Wiktor" userId="S::wiktor.nazaruk@capgemini.com::45ed651d-6114-46ac-be26-c205ca13e389" providerId="AD" clId="Web-{C557D2AE-2B94-F676-3AE4-29B5DA1EFA52}" dt="2026-03-26T13:54:13.109" v="19" actId="20577"/>
      <pc:docMkLst>
        <pc:docMk/>
      </pc:docMkLst>
    </pc:docChg>
  </pc:docChgLst>
  <pc:docChgLst>
    <pc:chgData name="Hassling, Anton" userId="S::anton.hassling@capgemini.com::3e3b209b-136c-41dd-9018-7c4ce571969b" providerId="AD" clId="Web-{047BB675-3954-4E53-9619-2C25BFA660C3}"/>
    <pc:docChg chg="modSld">
      <pc:chgData name="Hassling, Anton" userId="S::anton.hassling@capgemini.com::3e3b209b-136c-41dd-9018-7c4ce571969b" providerId="AD" clId="Web-{047BB675-3954-4E53-9619-2C25BFA660C3}" dt="2026-03-25T14:30:28.554" v="12" actId="1076"/>
      <pc:docMkLst>
        <pc:docMk/>
      </pc:docMkLst>
      <pc:sldChg chg="modSp">
        <pc:chgData name="Hassling, Anton" userId="S::anton.hassling@capgemini.com::3e3b209b-136c-41dd-9018-7c4ce571969b" providerId="AD" clId="Web-{047BB675-3954-4E53-9619-2C25BFA660C3}" dt="2026-03-25T14:30:28.554" v="12" actId="1076"/>
        <pc:sldMkLst>
          <pc:docMk/>
          <pc:sldMk cId="2946189433" sldId="2145706672"/>
        </pc:sldMkLst>
        <pc:spChg chg="mod">
          <ac:chgData name="Hassling, Anton" userId="S::anton.hassling@capgemini.com::3e3b209b-136c-41dd-9018-7c4ce571969b" providerId="AD" clId="Web-{047BB675-3954-4E53-9619-2C25BFA660C3}" dt="2026-03-25T14:30:28.336" v="11" actId="20577"/>
          <ac:spMkLst>
            <pc:docMk/>
            <pc:sldMk cId="2946189433" sldId="2145706672"/>
            <ac:spMk id="5" creationId="{F7C41EB7-CDC8-FDFB-88F4-67D96E0FE517}"/>
          </ac:spMkLst>
        </pc:spChg>
        <pc:spChg chg="mod">
          <ac:chgData name="Hassling, Anton" userId="S::anton.hassling@capgemini.com::3e3b209b-136c-41dd-9018-7c4ce571969b" providerId="AD" clId="Web-{047BB675-3954-4E53-9619-2C25BFA660C3}" dt="2026-03-25T14:29:57.289" v="2" actId="20577"/>
          <ac:spMkLst>
            <pc:docMk/>
            <pc:sldMk cId="2946189433" sldId="2145706672"/>
            <ac:spMk id="7" creationId="{A3EEC7B5-0FCD-0ADC-1F43-07FE4ED31ADE}"/>
          </ac:spMkLst>
        </pc:spChg>
        <pc:picChg chg="mod">
          <ac:chgData name="Hassling, Anton" userId="S::anton.hassling@capgemini.com::3e3b209b-136c-41dd-9018-7c4ce571969b" providerId="AD" clId="Web-{047BB675-3954-4E53-9619-2C25BFA660C3}" dt="2026-03-25T14:30:28.554" v="12" actId="1076"/>
          <ac:picMkLst>
            <pc:docMk/>
            <pc:sldMk cId="2946189433" sldId="2145706672"/>
            <ac:picMk id="101" creationId="{0021D1A7-7E49-F90D-DB17-2DBDC5DF554F}"/>
          </ac:picMkLst>
        </pc:picChg>
        <pc:picChg chg="mod">
          <ac:chgData name="Hassling, Anton" userId="S::anton.hassling@capgemini.com::3e3b209b-136c-41dd-9018-7c4ce571969b" providerId="AD" clId="Web-{047BB675-3954-4E53-9619-2C25BFA660C3}" dt="2026-03-25T14:30:15.508" v="6" actId="1076"/>
          <ac:picMkLst>
            <pc:docMk/>
            <pc:sldMk cId="2946189433" sldId="2145706672"/>
            <ac:picMk id="103" creationId="{0210CDC0-FCAD-FFE1-360A-6E107D5B729B}"/>
          </ac:picMkLst>
        </pc:picChg>
      </pc:sldChg>
    </pc:docChg>
  </pc:docChgLst>
  <pc:docChgLst>
    <pc:chgData clId="Web-{EE331D6B-2069-D9DF-13D5-622A3928FD7E}"/>
    <pc:docChg chg="addSld modSection">
      <pc:chgData name="" userId="" providerId="" clId="Web-{EE331D6B-2069-D9DF-13D5-622A3928FD7E}" dt="2026-03-26T06:34:24.416" v="0"/>
      <pc:docMkLst>
        <pc:docMk/>
      </pc:docMkLst>
      <pc:sldChg chg="add">
        <pc:chgData name="" userId="" providerId="" clId="Web-{EE331D6B-2069-D9DF-13D5-622A3928FD7E}" dt="2026-03-26T06:34:24.416" v="0"/>
        <pc:sldMkLst>
          <pc:docMk/>
          <pc:sldMk cId="3657648834" sldId="2145706673"/>
        </pc:sldMkLst>
      </pc:sldChg>
    </pc:docChg>
  </pc:docChgLst>
  <pc:docChgLst>
    <pc:chgData name="Popelier, Brent" userId="S::brent.popelier@capgemini.com::b7cf6a7a-7922-4fef-8770-debad23eaca4" providerId="AD" clId="Web-{4386BE2E-4735-7817-6DC6-AA22A0E29B91}"/>
    <pc:docChg chg="modSld">
      <pc:chgData name="Popelier, Brent" userId="S::brent.popelier@capgemini.com::b7cf6a7a-7922-4fef-8770-debad23eaca4" providerId="AD" clId="Web-{4386BE2E-4735-7817-6DC6-AA22A0E29B91}" dt="2026-03-27T10:20:11.798" v="0" actId="1076"/>
      <pc:docMkLst>
        <pc:docMk/>
      </pc:docMkLst>
      <pc:sldChg chg="modSp">
        <pc:chgData name="Popelier, Brent" userId="S::brent.popelier@capgemini.com::b7cf6a7a-7922-4fef-8770-debad23eaca4" providerId="AD" clId="Web-{4386BE2E-4735-7817-6DC6-AA22A0E29B91}" dt="2026-03-27T10:20:11.798" v="0" actId="1076"/>
        <pc:sldMkLst>
          <pc:docMk/>
          <pc:sldMk cId="3657648834" sldId="2145706673"/>
        </pc:sldMkLst>
        <pc:picChg chg="mod">
          <ac:chgData name="Popelier, Brent" userId="S::brent.popelier@capgemini.com::b7cf6a7a-7922-4fef-8770-debad23eaca4" providerId="AD" clId="Web-{4386BE2E-4735-7817-6DC6-AA22A0E29B91}" dt="2026-03-27T10:20:11.798" v="0" actId="1076"/>
          <ac:picMkLst>
            <pc:docMk/>
            <pc:sldMk cId="3657648834" sldId="2145706673"/>
            <ac:picMk id="2" creationId="{58A5796B-1A3D-1D3E-C5D5-176BB95728C2}"/>
          </ac:picMkLst>
        </pc:picChg>
      </pc:sldChg>
    </pc:docChg>
  </pc:docChgLst>
  <pc:docChgLst>
    <pc:chgData name="Bhat, Vishesh" userId="S::vishesh.bhat@capgemini.com::6af6a859-6dd8-4b11-a582-59a8a9ecce70" providerId="AD" clId="Web-{75515231-877C-10A1-937D-87449BBB9A8E}"/>
    <pc:docChg chg="modSld">
      <pc:chgData name="Bhat, Vishesh" userId="S::vishesh.bhat@capgemini.com::6af6a859-6dd8-4b11-a582-59a8a9ecce70" providerId="AD" clId="Web-{75515231-877C-10A1-937D-87449BBB9A8E}" dt="2026-03-20T19:18:10.514" v="1" actId="1076"/>
      <pc:docMkLst>
        <pc:docMk/>
      </pc:docMkLst>
    </pc:docChg>
  </pc:docChgLst>
  <pc:docChgLst>
    <pc:chgData name="SHI, Hui" userId="S::hui.shi@sogeti.com::f784b961-5205-4c0e-b43e-8510ecdbc722" providerId="AD" clId="Web-{4BABEE48-3994-8A76-46F8-EA7942AEE069}"/>
    <pc:docChg chg="addSld delSld modSection">
      <pc:chgData name="SHI, Hui" userId="S::hui.shi@sogeti.com::f784b961-5205-4c0e-b43e-8510ecdbc722" providerId="AD" clId="Web-{4BABEE48-3994-8A76-46F8-EA7942AEE069}" dt="2026-03-24T15:37:46.827" v="4"/>
      <pc:docMkLst>
        <pc:docMk/>
      </pc:docMkLst>
    </pc:docChg>
  </pc:docChgLst>
  <pc:docChgLst>
    <pc:chgData name="Neelamegam, Preetha" userId="S::preetha.neelamegam@capgemini.com::00771821-0cd8-4563-9f14-cd204b264eae" providerId="AD" clId="Web-{CE547256-5B0B-748F-CADD-BFD3D710CB05}"/>
    <pc:docChg chg="addSld modSection">
      <pc:chgData name="Neelamegam, Preetha" userId="S::preetha.neelamegam@capgemini.com::00771821-0cd8-4563-9f14-cd204b264eae" providerId="AD" clId="Web-{CE547256-5B0B-748F-CADD-BFD3D710CB05}" dt="2026-03-24T14:33:22.547" v="2"/>
      <pc:docMkLst>
        <pc:docMk/>
      </pc:docMkLst>
    </pc:docChg>
  </pc:docChgLst>
  <pc:docChgLst>
    <pc:chgData name="Roy, Sourav" userId="1874c793-d10a-4e37-ad9a-079e62bd553c" providerId="ADAL" clId="{DCAC993F-7BB7-4730-B406-E7E5C3F8820C}"/>
    <pc:docChg chg="modSld">
      <pc:chgData name="Roy, Sourav" userId="1874c793-d10a-4e37-ad9a-079e62bd553c" providerId="ADAL" clId="{DCAC993F-7BB7-4730-B406-E7E5C3F8820C}" dt="2026-03-20T14:04:13.689" v="0" actId="14100"/>
      <pc:docMkLst>
        <pc:docMk/>
      </pc:docMkLst>
    </pc:docChg>
  </pc:docChgLst>
  <pc:docChgLst>
    <pc:chgData clId="Web-{4A65D1A9-B331-137C-09DC-1BAC81FD6833}"/>
    <pc:docChg chg="sldOrd">
      <pc:chgData name="" userId="" providerId="" clId="Web-{4A65D1A9-B331-137C-09DC-1BAC81FD6833}" dt="2026-03-23T13:10:11.609" v="0"/>
      <pc:docMkLst>
        <pc:docMk/>
      </pc:docMkLst>
      <pc:sldChg chg="ord">
        <pc:chgData name="" userId="" providerId="" clId="Web-{4A65D1A9-B331-137C-09DC-1BAC81FD6833}" dt="2026-03-23T13:10:11.609" v="0"/>
        <pc:sldMkLst>
          <pc:docMk/>
          <pc:sldMk cId="2946189433" sldId="2145706672"/>
        </pc:sldMkLst>
      </pc:sldChg>
    </pc:docChg>
  </pc:docChgLst>
  <pc:docChgLst>
    <pc:chgData name="Mohandas, Arun Mohan" userId="S::arun-mohan.mohandas@capgemini.com::092acfc4-9315-4399-b87c-64003e0fee32" providerId="AD" clId="Web-{6BEFAFED-A546-15AB-EB5C-DC40AA3F49BC}"/>
    <pc:docChg chg="modSld">
      <pc:chgData name="Mohandas, Arun Mohan" userId="S::arun-mohan.mohandas@capgemini.com::092acfc4-9315-4399-b87c-64003e0fee32" providerId="AD" clId="Web-{6BEFAFED-A546-15AB-EB5C-DC40AA3F49BC}" dt="2026-03-21T07:36:12.848" v="0" actId="1076"/>
      <pc:docMkLst>
        <pc:docMk/>
      </pc:docMkLst>
    </pc:docChg>
  </pc:docChgLst>
  <pc:docChgLst>
    <pc:chgData name="Ali, Farhan" userId="S::farhan.m.ali@capgemini.com::d568e481-0db9-4817-ae37-9eb2a9782b5a" providerId="AD" clId="Web-{FB0440C3-A59F-4869-8F56-6FA956DB7A35}"/>
    <pc:docChg chg="sldOrd">
      <pc:chgData name="Ali, Farhan" userId="S::farhan.m.ali@capgemini.com::d568e481-0db9-4817-ae37-9eb2a9782b5a" providerId="AD" clId="Web-{FB0440C3-A59F-4869-8F56-6FA956DB7A35}" dt="2026-03-12T00:37:39.785" v="0"/>
      <pc:docMkLst>
        <pc:docMk/>
      </pc:docMkLst>
      <pc:sldChg chg="ord">
        <pc:chgData name="Ali, Farhan" userId="S::farhan.m.ali@capgemini.com::d568e481-0db9-4817-ae37-9eb2a9782b5a" providerId="AD" clId="Web-{FB0440C3-A59F-4869-8F56-6FA956DB7A35}" dt="2026-03-12T00:37:39.785" v="0"/>
        <pc:sldMkLst>
          <pc:docMk/>
          <pc:sldMk cId="2417810418" sldId="2145706670"/>
        </pc:sldMkLst>
      </pc:sldChg>
    </pc:docChg>
  </pc:docChgLst>
  <pc:docChgLst>
    <pc:chgData name="Hildebrand, Charlotte" userId="S::charlotte.hildebrand@sogeti.com::b44eeace-1ac1-4920-bd42-6c5ac6cc3ea6" providerId="AD" clId="Web-{1390F27F-1780-8DE9-52CF-F017FE3F43F7}"/>
    <pc:docChg chg="sldOrd">
      <pc:chgData name="Hildebrand, Charlotte" userId="S::charlotte.hildebrand@sogeti.com::b44eeace-1ac1-4920-bd42-6c5ac6cc3ea6" providerId="AD" clId="Web-{1390F27F-1780-8DE9-52CF-F017FE3F43F7}" dt="2026-03-23T08:35:45.863" v="0"/>
      <pc:docMkLst>
        <pc:docMk/>
      </pc:docMkLst>
    </pc:docChg>
  </pc:docChgLst>
  <pc:docChgLst>
    <pc:chgData name="Gupta, Aditya" userId="S::aditya.b.gupta@capgemini.com::7e7f1d89-8fa0-4001-874b-ffd789d477b3" providerId="AD" clId="Web-{311CF0F0-1751-ED8C-14AC-F28955BDC704}"/>
    <pc:docChg chg="modSld">
      <pc:chgData name="Gupta, Aditya" userId="S::aditya.b.gupta@capgemini.com::7e7f1d89-8fa0-4001-874b-ffd789d477b3" providerId="AD" clId="Web-{311CF0F0-1751-ED8C-14AC-F28955BDC704}" dt="2026-03-25T06:40:27.884" v="12" actId="20577"/>
      <pc:docMkLst>
        <pc:docMk/>
      </pc:docMkLst>
      <pc:sldChg chg="modSp">
        <pc:chgData name="Gupta, Aditya" userId="S::aditya.b.gupta@capgemini.com::7e7f1d89-8fa0-4001-874b-ffd789d477b3" providerId="AD" clId="Web-{311CF0F0-1751-ED8C-14AC-F28955BDC704}" dt="2026-03-25T06:40:27.884" v="12" actId="20577"/>
        <pc:sldMkLst>
          <pc:docMk/>
          <pc:sldMk cId="4141162053" sldId="263"/>
        </pc:sldMkLst>
        <pc:spChg chg="mod">
          <ac:chgData name="Gupta, Aditya" userId="S::aditya.b.gupta@capgemini.com::7e7f1d89-8fa0-4001-874b-ffd789d477b3" providerId="AD" clId="Web-{311CF0F0-1751-ED8C-14AC-F28955BDC704}" dt="2026-03-25T06:40:27.884" v="12" actId="20577"/>
          <ac:spMkLst>
            <pc:docMk/>
            <pc:sldMk cId="4141162053" sldId="263"/>
            <ac:spMk id="7" creationId="{3EF55D29-D549-A161-BAC6-AF540E6AF3A6}"/>
          </ac:spMkLst>
        </pc:spChg>
      </pc:sldChg>
    </pc:docChg>
  </pc:docChgLst>
  <pc:docChgLst>
    <pc:chgData name="Narula, Rishabh" userId="970247bc-3b23-4dc2-bb2d-5111ffbf4107" providerId="ADAL" clId="{E5EE6534-4D88-46BB-B4BA-BA7FFDD37895}"/>
    <pc:docChg chg="modSld">
      <pc:chgData name="Narula, Rishabh" userId="970247bc-3b23-4dc2-bb2d-5111ffbf4107" providerId="ADAL" clId="{E5EE6534-4D88-46BB-B4BA-BA7FFDD37895}" dt="2026-03-25T15:19:55.817" v="0" actId="20578"/>
      <pc:docMkLst>
        <pc:docMk/>
      </pc:docMkLst>
    </pc:docChg>
  </pc:docChgLst>
  <pc:docChgLst>
    <pc:chgData name="Zakhour, Gwendeline" userId="S::gwendeline.zakhour@capgemini.com::16999d3e-a2f1-496f-a377-d6df821fd1d4" providerId="AD" clId="Web-{83692087-D3FB-5D7F-D6C9-6A225446BA3B}"/>
    <pc:docChg chg="modSld">
      <pc:chgData name="Zakhour, Gwendeline" userId="S::gwendeline.zakhour@capgemini.com::16999d3e-a2f1-496f-a377-d6df821fd1d4" providerId="AD" clId="Web-{83692087-D3FB-5D7F-D6C9-6A225446BA3B}" dt="2026-03-25T14:29:03.863" v="2"/>
      <pc:docMkLst>
        <pc:docMk/>
      </pc:docMkLst>
      <pc:sldChg chg="delSp mod modShow">
        <pc:chgData name="Zakhour, Gwendeline" userId="S::gwendeline.zakhour@capgemini.com::16999d3e-a2f1-496f-a377-d6df821fd1d4" providerId="AD" clId="Web-{83692087-D3FB-5D7F-D6C9-6A225446BA3B}" dt="2026-03-25T14:29:03.863" v="2"/>
        <pc:sldMkLst>
          <pc:docMk/>
          <pc:sldMk cId="4141162053" sldId="263"/>
        </pc:sldMkLst>
      </pc:sldChg>
    </pc:docChg>
  </pc:docChgLst>
  <pc:docChgLst>
    <pc:chgData name="R, PRIYA DHARSHINI" userId="S::priya-dharshini.r@capgemini.com::7b934b8f-1ff7-4956-94af-0b36e4d7228f" providerId="AD" clId="Web-{40CD9928-350B-0DCE-377C-67C1667F17DF}"/>
    <pc:docChg chg="modSld">
      <pc:chgData name="R, PRIYA DHARSHINI" userId="S::priya-dharshini.r@capgemini.com::7b934b8f-1ff7-4956-94af-0b36e4d7228f" providerId="AD" clId="Web-{40CD9928-350B-0DCE-377C-67C1667F17DF}" dt="2026-03-16T04:57:53.471" v="1" actId="1076"/>
      <pc:docMkLst>
        <pc:docMk/>
      </pc:docMkLst>
      <pc:sldChg chg="modSp">
        <pc:chgData name="R, PRIYA DHARSHINI" userId="S::priya-dharshini.r@capgemini.com::7b934b8f-1ff7-4956-94af-0b36e4d7228f" providerId="AD" clId="Web-{40CD9928-350B-0DCE-377C-67C1667F17DF}" dt="2026-03-16T04:57:53.471" v="1" actId="1076"/>
        <pc:sldMkLst>
          <pc:docMk/>
          <pc:sldMk cId="2417810418" sldId="2145706670"/>
        </pc:sldMkLst>
        <pc:spChg chg="mod">
          <ac:chgData name="R, PRIYA DHARSHINI" userId="S::priya-dharshini.r@capgemini.com::7b934b8f-1ff7-4956-94af-0b36e4d7228f" providerId="AD" clId="Web-{40CD9928-350B-0DCE-377C-67C1667F17DF}" dt="2026-03-16T04:57:53.471" v="1" actId="1076"/>
          <ac:spMkLst>
            <pc:docMk/>
            <pc:sldMk cId="2417810418" sldId="2145706670"/>
            <ac:spMk id="127" creationId="{8A5AC622-A092-D57C-0F66-C0F096C7CFFE}"/>
          </ac:spMkLst>
        </pc:spChg>
      </pc:sldChg>
    </pc:docChg>
  </pc:docChgLst>
  <pc:docChgLst>
    <pc:chgData name="Tran, Katarina" userId="S::katarina.tran@capgemini.com::3fd5d2c3-d98b-484f-ad86-313cf39a1952" providerId="AD" clId="Web-{8A7E60FE-8E51-4927-CA60-E45721CB4C6A}"/>
    <pc:docChg chg="modSld sldOrd">
      <pc:chgData name="Tran, Katarina" userId="S::katarina.tran@capgemini.com::3fd5d2c3-d98b-484f-ad86-313cf39a1952" providerId="AD" clId="Web-{8A7E60FE-8E51-4927-CA60-E45721CB4C6A}" dt="2026-03-24T09:10:09.765" v="1"/>
      <pc:docMkLst>
        <pc:docMk/>
      </pc:docMkLst>
      <pc:sldChg chg="ord">
        <pc:chgData name="Tran, Katarina" userId="S::katarina.tran@capgemini.com::3fd5d2c3-d98b-484f-ad86-313cf39a1952" providerId="AD" clId="Web-{8A7E60FE-8E51-4927-CA60-E45721CB4C6A}" dt="2026-03-24T09:10:09.765" v="1"/>
        <pc:sldMkLst>
          <pc:docMk/>
          <pc:sldMk cId="2946189433" sldId="2145706672"/>
        </pc:sldMkLst>
      </pc:sldChg>
    </pc:docChg>
  </pc:docChgLst>
  <pc:docChgLst>
    <pc:chgData name="Patil, Santosh" userId="b85f69c0-2736-4d95-a0be-b2623d7e70b5" providerId="ADAL" clId="{9D5425C9-667F-4A55-9D3A-2D952A8BD50C}"/>
    <pc:docChg chg="modSld">
      <pc:chgData name="Patil, Santosh" userId="b85f69c0-2736-4d95-a0be-b2623d7e70b5" providerId="ADAL" clId="{9D5425C9-667F-4A55-9D3A-2D952A8BD50C}" dt="2026-03-27T10:06:18.606" v="2" actId="1076"/>
      <pc:docMkLst>
        <pc:docMk/>
      </pc:docMkLst>
      <pc:sldChg chg="modSp mod">
        <pc:chgData name="Patil, Santosh" userId="b85f69c0-2736-4d95-a0be-b2623d7e70b5" providerId="ADAL" clId="{9D5425C9-667F-4A55-9D3A-2D952A8BD50C}" dt="2026-03-27T10:06:18.606" v="2" actId="1076"/>
        <pc:sldMkLst>
          <pc:docMk/>
          <pc:sldMk cId="2946189433" sldId="2145706672"/>
        </pc:sldMkLst>
        <pc:spChg chg="mod">
          <ac:chgData name="Patil, Santosh" userId="b85f69c0-2736-4d95-a0be-b2623d7e70b5" providerId="ADAL" clId="{9D5425C9-667F-4A55-9D3A-2D952A8BD50C}" dt="2026-03-27T10:06:16.890" v="1" actId="1076"/>
          <ac:spMkLst>
            <pc:docMk/>
            <pc:sldMk cId="2946189433" sldId="2145706672"/>
            <ac:spMk id="11" creationId="{201501E9-7566-5F6C-951F-1A57CED3173C}"/>
          </ac:spMkLst>
        </pc:spChg>
        <pc:picChg chg="mod">
          <ac:chgData name="Patil, Santosh" userId="b85f69c0-2736-4d95-a0be-b2623d7e70b5" providerId="ADAL" clId="{9D5425C9-667F-4A55-9D3A-2D952A8BD50C}" dt="2026-03-27T10:06:18.606" v="2" actId="1076"/>
          <ac:picMkLst>
            <pc:docMk/>
            <pc:sldMk cId="2946189433" sldId="2145706672"/>
            <ac:picMk id="101" creationId="{0021D1A7-7E49-F90D-DB17-2DBDC5DF554F}"/>
          </ac:picMkLst>
        </pc:picChg>
        <pc:cxnChg chg="mod">
          <ac:chgData name="Patil, Santosh" userId="b85f69c0-2736-4d95-a0be-b2623d7e70b5" providerId="ADAL" clId="{9D5425C9-667F-4A55-9D3A-2D952A8BD50C}" dt="2026-03-27T10:06:16.890" v="1" actId="1076"/>
          <ac:cxnSpMkLst>
            <pc:docMk/>
            <pc:sldMk cId="2946189433" sldId="2145706672"/>
            <ac:cxnSpMk id="10" creationId="{474C1D97-399A-F706-F75E-330E0E4EDEC2}"/>
          </ac:cxnSpMkLst>
        </pc:cxnChg>
        <pc:cxnChg chg="mod">
          <ac:chgData name="Patil, Santosh" userId="b85f69c0-2736-4d95-a0be-b2623d7e70b5" providerId="ADAL" clId="{9D5425C9-667F-4A55-9D3A-2D952A8BD50C}" dt="2026-03-27T10:06:16.890" v="1" actId="1076"/>
          <ac:cxnSpMkLst>
            <pc:docMk/>
            <pc:sldMk cId="2946189433" sldId="2145706672"/>
            <ac:cxnSpMk id="61" creationId="{FB45416D-1841-A622-B33F-CC593594EBAC}"/>
          </ac:cxnSpMkLst>
        </pc:cxnChg>
      </pc:sldChg>
      <pc:sldChg chg="modSp mod">
        <pc:chgData name="Patil, Santosh" userId="b85f69c0-2736-4d95-a0be-b2623d7e70b5" providerId="ADAL" clId="{9D5425C9-667F-4A55-9D3A-2D952A8BD50C}" dt="2026-03-27T10:06:05.436" v="0" actId="1076"/>
        <pc:sldMkLst>
          <pc:docMk/>
          <pc:sldMk cId="3657648834" sldId="2145706673"/>
        </pc:sldMkLst>
        <pc:picChg chg="mod">
          <ac:chgData name="Patil, Santosh" userId="b85f69c0-2736-4d95-a0be-b2623d7e70b5" providerId="ADAL" clId="{9D5425C9-667F-4A55-9D3A-2D952A8BD50C}" dt="2026-03-27T10:06:05.436" v="0" actId="1076"/>
          <ac:picMkLst>
            <pc:docMk/>
            <pc:sldMk cId="3657648834" sldId="2145706673"/>
            <ac:picMk id="2" creationId="{58A5796B-1A3D-1D3E-C5D5-176BB95728C2}"/>
          </ac:picMkLst>
        </pc:picChg>
      </pc:sldChg>
    </pc:docChg>
  </pc:docChgLst>
  <pc:docChgLst>
    <pc:chgData name="V Y, Hariprasath" userId="S::hariprasath.v-y@capgemini.com::c50868ec-60df-46aa-8ade-75c21da71936" providerId="AD" clId="Web-{094BB3BD-9359-2F97-F90F-FA925A39C67E}"/>
    <pc:docChg chg="modSld">
      <pc:chgData name="V Y, Hariprasath" userId="S::hariprasath.v-y@capgemini.com::c50868ec-60df-46aa-8ade-75c21da71936" providerId="AD" clId="Web-{094BB3BD-9359-2F97-F90F-FA925A39C67E}" dt="2026-03-24T16:40:23.834" v="0" actId="14100"/>
      <pc:docMkLst>
        <pc:docMk/>
      </pc:docMkLst>
    </pc:docChg>
  </pc:docChgLst>
  <pc:docChgLst>
    <pc:chgData name="Mahedu, Monarch" userId="S::monarch.mahedu@capgemini.com::fb07811b-9890-4dad-9528-775a67b86742" providerId="AD" clId="Web-{B6B59488-947A-901D-C407-C00CC3CEB528}"/>
    <pc:docChg chg="sldOrd">
      <pc:chgData name="Mahedu, Monarch" userId="S::monarch.mahedu@capgemini.com::fb07811b-9890-4dad-9528-775a67b86742" providerId="AD" clId="Web-{B6B59488-947A-901D-C407-C00CC3CEB528}" dt="2026-03-19T13:28:57.515" v="1"/>
      <pc:docMkLst>
        <pc:docMk/>
      </pc:docMkLst>
      <pc:sldChg chg="ord">
        <pc:chgData name="Mahedu, Monarch" userId="S::monarch.mahedu@capgemini.com::fb07811b-9890-4dad-9528-775a67b86742" providerId="AD" clId="Web-{B6B59488-947A-901D-C407-C00CC3CEB528}" dt="2026-03-19T13:28:56.343" v="0"/>
        <pc:sldMkLst>
          <pc:docMk/>
          <pc:sldMk cId="175612282" sldId="2145706671"/>
        </pc:sldMkLst>
      </pc:sldChg>
      <pc:sldChg chg="ord">
        <pc:chgData name="Mahedu, Monarch" userId="S::monarch.mahedu@capgemini.com::fb07811b-9890-4dad-9528-775a67b86742" providerId="AD" clId="Web-{B6B59488-947A-901D-C407-C00CC3CEB528}" dt="2026-03-19T13:28:57.515" v="1"/>
        <pc:sldMkLst>
          <pc:docMk/>
          <pc:sldMk cId="3657648834" sldId="2145706673"/>
        </pc:sldMkLst>
      </pc:sldChg>
    </pc:docChg>
  </pc:docChgLst>
  <pc:docChgLst>
    <pc:chgData name="Gaddam, Harish Naidu" userId="S::harish-naidu.gaddam@capgemini.com::c29c6c87-d3ce-4c25-bad0-fd39f914f58f" providerId="AD" clId="Web-{99584F3E-4583-4F24-A3E8-2641BEC311AD}"/>
    <pc:docChg chg="modSld">
      <pc:chgData name="Gaddam, Harish Naidu" userId="S::harish-naidu.gaddam@capgemini.com::c29c6c87-d3ce-4c25-bad0-fd39f914f58f" providerId="AD" clId="Web-{99584F3E-4583-4F24-A3E8-2641BEC311AD}" dt="2026-03-17T17:00:31.724" v="1" actId="1076"/>
      <pc:docMkLst>
        <pc:docMk/>
      </pc:docMkLst>
    </pc:docChg>
  </pc:docChgLst>
  <pc:docChgLst>
    <pc:chgData name="Harsh, Prateek" userId="S::prateek.harsh@capgemini.com::f584d156-4223-4acb-b99b-48d61aabca58" providerId="AD" clId="Web-{10715C2A-C4FE-D8D4-A4D4-CB0D50DE62AF}"/>
    <pc:docChg chg="modSld">
      <pc:chgData name="Harsh, Prateek" userId="S::prateek.harsh@capgemini.com::f584d156-4223-4acb-b99b-48d61aabca58" providerId="AD" clId="Web-{10715C2A-C4FE-D8D4-A4D4-CB0D50DE62AF}" dt="2026-03-23T07:26:57.120" v="0" actId="1076"/>
      <pc:docMkLst>
        <pc:docMk/>
      </pc:docMkLst>
    </pc:docChg>
  </pc:docChgLst>
  <pc:docChgLst>
    <pc:chgData name="Pang, Rachel" userId="c6c487cf-6a0e-4887-992c-eab3a5007f72" providerId="ADAL" clId="{C0CD5796-C906-41A7-8BE2-94531244A1FF}"/>
    <pc:docChg chg="sldOrd">
      <pc:chgData name="Pang, Rachel" userId="c6c487cf-6a0e-4887-992c-eab3a5007f72" providerId="ADAL" clId="{C0CD5796-C906-41A7-8BE2-94531244A1FF}" dt="2026-03-18T10:26:35.192" v="0" actId="20578"/>
      <pc:docMkLst>
        <pc:docMk/>
      </pc:docMkLst>
      <pc:sldChg chg="ord">
        <pc:chgData name="Pang, Rachel" userId="c6c487cf-6a0e-4887-992c-eab3a5007f72" providerId="ADAL" clId="{C0CD5796-C906-41A7-8BE2-94531244A1FF}" dt="2026-03-18T10:26:35.192" v="0" actId="20578"/>
        <pc:sldMkLst>
          <pc:docMk/>
          <pc:sldMk cId="2417810418" sldId="2145706670"/>
        </pc:sldMkLst>
      </pc:sldChg>
    </pc:docChg>
  </pc:docChgLst>
  <pc:docChgLst>
    <pc:chgData name="Franchi Rossi Cossi, Rodrigo" userId="S::rodrigo.cossi@capgemini.com::0875fc7c-9b21-4c3d-948a-8ee52b3d2aaf" providerId="AD" clId="Web-{F29786A1-7B7F-5B9B-B99D-D90FDB2FB58C}"/>
    <pc:docChg chg="modSld sldOrd">
      <pc:chgData name="Franchi Rossi Cossi, Rodrigo" userId="S::rodrigo.cossi@capgemini.com::0875fc7c-9b21-4c3d-948a-8ee52b3d2aaf" providerId="AD" clId="Web-{F29786A1-7B7F-5B9B-B99D-D90FDB2FB58C}" dt="2026-03-24T18:25:44.859" v="2" actId="1076"/>
      <pc:docMkLst>
        <pc:docMk/>
      </pc:docMkLst>
    </pc:docChg>
  </pc:docChgLst>
  <pc:docChgLst>
    <pc:chgData name="Karra, BhaskaraLakshmi" userId="169b5893-fc81-4b5e-becc-ef5e4ea61ed0" providerId="ADAL" clId="{A3496422-9CE4-40F1-9085-7EFEAC5174EF}"/>
    <pc:docChg chg="modSld">
      <pc:chgData name="Karra, BhaskaraLakshmi" userId="169b5893-fc81-4b5e-becc-ef5e4ea61ed0" providerId="ADAL" clId="{A3496422-9CE4-40F1-9085-7EFEAC5174EF}" dt="2026-03-23T13:16:59.747" v="0"/>
      <pc:docMkLst>
        <pc:docMk/>
      </pc:docMkLst>
    </pc:docChg>
  </pc:docChgLst>
  <pc:docChgLst>
    <pc:chgData name="Kumar, Sudip" userId="62813c88-0d5c-40a0-a45a-af8b03ed6567" providerId="ADAL" clId="{A480E9F6-100B-4EFB-9147-27B30EFA7F11}"/>
    <pc:docChg chg="modSld sldOrd">
      <pc:chgData name="Kumar, Sudip" userId="62813c88-0d5c-40a0-a45a-af8b03ed6567" providerId="ADAL" clId="{A480E9F6-100B-4EFB-9147-27B30EFA7F11}" dt="2026-03-22T15:36:07.107" v="1"/>
      <pc:docMkLst>
        <pc:docMk/>
      </pc:docMkLst>
      <pc:sldChg chg="ord">
        <pc:chgData name="Kumar, Sudip" userId="62813c88-0d5c-40a0-a45a-af8b03ed6567" providerId="ADAL" clId="{A480E9F6-100B-4EFB-9147-27B30EFA7F11}" dt="2026-03-22T15:36:07.107" v="1"/>
        <pc:sldMkLst>
          <pc:docMk/>
          <pc:sldMk cId="2417810418" sldId="2145706670"/>
        </pc:sldMkLst>
      </pc:sldChg>
    </pc:docChg>
  </pc:docChgLst>
  <pc:docChgLst>
    <pc:chgData name="Gawde, Abhijeet" userId="S::abhijeet.gawde@capgemini.com::e969f15c-b0fe-4576-9a4e-0864c42b23c8" providerId="AD" clId="Web-{50270C76-251B-8855-ABC8-5D420EB8CF58}"/>
    <pc:docChg chg="modSld">
      <pc:chgData name="Gawde, Abhijeet" userId="S::abhijeet.gawde@capgemini.com::e969f15c-b0fe-4576-9a4e-0864c42b23c8" providerId="AD" clId="Web-{50270C76-251B-8855-ABC8-5D420EB8CF58}" dt="2026-03-12T16:10:22.482" v="1" actId="1076"/>
      <pc:docMkLst>
        <pc:docMk/>
      </pc:docMkLst>
    </pc:docChg>
  </pc:docChgLst>
  <pc:docChgLst>
    <pc:chgData name="Anilkumar Shah, Sameer" userId="2165fa04-e33f-45dc-9170-1a2c4dfede0a" providerId="ADAL" clId="{BDCD9FE6-2DD9-4CBE-A451-22706E717B2D}"/>
    <pc:docChg chg="modSld sldOrd">
      <pc:chgData name="Anilkumar Shah, Sameer" userId="2165fa04-e33f-45dc-9170-1a2c4dfede0a" providerId="ADAL" clId="{BDCD9FE6-2DD9-4CBE-A451-22706E717B2D}" dt="2026-04-06T05:35:37.943" v="1"/>
      <pc:docMkLst>
        <pc:docMk/>
      </pc:docMkLst>
      <pc:sldChg chg="ord">
        <pc:chgData name="Anilkumar Shah, Sameer" userId="2165fa04-e33f-45dc-9170-1a2c4dfede0a" providerId="ADAL" clId="{BDCD9FE6-2DD9-4CBE-A451-22706E717B2D}" dt="2026-04-06T05:35:37.943" v="1"/>
        <pc:sldMkLst>
          <pc:docMk/>
          <pc:sldMk cId="3657648834" sldId="2145706673"/>
        </pc:sldMkLst>
      </pc:sldChg>
    </pc:docChg>
  </pc:docChgLst>
  <pc:docChgLst>
    <pc:chgData name="Rajpal, Rohit" userId="d277261b-9124-44de-931d-f4872110830c" providerId="ADAL" clId="{666BAD69-550C-494A-B80E-FF83E6DBA75A}"/>
    <pc:docChg chg="modSld">
      <pc:chgData name="Rajpal, Rohit" userId="d277261b-9124-44de-931d-f4872110830c" providerId="ADAL" clId="{666BAD69-550C-494A-B80E-FF83E6DBA75A}" dt="2026-04-08T09:53:39.304" v="0" actId="1076"/>
      <pc:docMkLst>
        <pc:docMk/>
      </pc:docMkLst>
      <pc:sldChg chg="modSp mod">
        <pc:chgData name="Rajpal, Rohit" userId="d277261b-9124-44de-931d-f4872110830c" providerId="ADAL" clId="{666BAD69-550C-494A-B80E-FF83E6DBA75A}" dt="2026-04-08T09:53:39.304" v="0" actId="1076"/>
        <pc:sldMkLst>
          <pc:docMk/>
          <pc:sldMk cId="3657648834" sldId="2145706673"/>
        </pc:sldMkLst>
        <pc:picChg chg="mod">
          <ac:chgData name="Rajpal, Rohit" userId="d277261b-9124-44de-931d-f4872110830c" providerId="ADAL" clId="{666BAD69-550C-494A-B80E-FF83E6DBA75A}" dt="2026-04-08T09:53:39.304" v="0" actId="1076"/>
          <ac:picMkLst>
            <pc:docMk/>
            <pc:sldMk cId="3657648834" sldId="2145706673"/>
            <ac:picMk id="2" creationId="{58A5796B-1A3D-1D3E-C5D5-176BB95728C2}"/>
          </ac:picMkLst>
        </pc:picChg>
      </pc:sldChg>
    </pc:docChg>
  </pc:docChgLst>
  <pc:docChgLst>
    <pc:chgData name="Jennings, Ross" userId="S::ross.jennings@capgemini.com::f763c907-0a3f-41c3-b4ca-8d47546d8a0d" providerId="AD" clId="Web-{16099A4E-AE6D-984F-E16A-F5BD33E67BD3}"/>
    <pc:docChg chg="modSld">
      <pc:chgData name="Jennings, Ross" userId="S::ross.jennings@capgemini.com::f763c907-0a3f-41c3-b4ca-8d47546d8a0d" providerId="AD" clId="Web-{16099A4E-AE6D-984F-E16A-F5BD33E67BD3}" dt="2026-03-18T16:09:51.903" v="1" actId="1076"/>
      <pc:docMkLst>
        <pc:docMk/>
      </pc:docMkLst>
    </pc:docChg>
  </pc:docChgLst>
  <pc:docChgLst>
    <pc:chgData name="Coşkun, Kaan" userId="S::kaan.coskun@sogeti.com::6f383ed5-b427-40f0-ac7d-4c2e7ebb7e44" providerId="AD" clId="Web-{7160CAC4-0AE5-F69E-319F-BF542D75D977}"/>
    <pc:docChg chg="sldOrd">
      <pc:chgData name="Coşkun, Kaan" userId="S::kaan.coskun@sogeti.com::6f383ed5-b427-40f0-ac7d-4c2e7ebb7e44" providerId="AD" clId="Web-{7160CAC4-0AE5-F69E-319F-BF542D75D977}" dt="2026-03-10T12:43:41.867" v="2"/>
      <pc:docMkLst>
        <pc:docMk/>
      </pc:docMkLst>
      <pc:sldChg chg="ord">
        <pc:chgData name="Coşkun, Kaan" userId="S::kaan.coskun@sogeti.com::6f383ed5-b427-40f0-ac7d-4c2e7ebb7e44" providerId="AD" clId="Web-{7160CAC4-0AE5-F69E-319F-BF542D75D977}" dt="2026-03-10T12:43:40.539" v="1"/>
        <pc:sldMkLst>
          <pc:docMk/>
          <pc:sldMk cId="4141162053" sldId="263"/>
        </pc:sldMkLst>
      </pc:sldChg>
      <pc:sldChg chg="ord">
        <pc:chgData name="Coşkun, Kaan" userId="S::kaan.coskun@sogeti.com::6f383ed5-b427-40f0-ac7d-4c2e7ebb7e44" providerId="AD" clId="Web-{7160CAC4-0AE5-F69E-319F-BF542D75D977}" dt="2026-03-10T12:43:41.867" v="2"/>
        <pc:sldMkLst>
          <pc:docMk/>
          <pc:sldMk cId="2417810418" sldId="2145706670"/>
        </pc:sldMkLst>
      </pc:sldChg>
    </pc:docChg>
  </pc:docChgLst>
  <pc:docChgLst>
    <pc:chgData name="Reijnen, Clemens" userId="S::clemens.reijnen@capgemini.com::949b6e0e-692e-44fd-b569-db6729d59b40" providerId="AD" clId="Web-{551FEFF2-49AD-AC19-35F5-D75DD92861EF}"/>
    <pc:docChg chg="delSld modSld delSection modSection">
      <pc:chgData name="Reijnen, Clemens" userId="S::clemens.reijnen@capgemini.com::949b6e0e-692e-44fd-b569-db6729d59b40" providerId="AD" clId="Web-{551FEFF2-49AD-AC19-35F5-D75DD92861EF}" dt="2026-03-08T09:24:12.307" v="11"/>
      <pc:docMkLst>
        <pc:docMk/>
      </pc:docMkLst>
    </pc:docChg>
  </pc:docChgLst>
  <pc:docChgLst>
    <pc:chgData name="Balu, Krishna Kumar" userId="S::krishna.balu@sogeti.com::0657c716-2fd4-4373-bdb3-c9060baeca41" providerId="AD" clId="Web-{E014223E-5D38-4ED6-6DF1-394153D0D344}"/>
    <pc:docChg chg="sldOrd">
      <pc:chgData name="Balu, Krishna Kumar" userId="S::krishna.balu@sogeti.com::0657c716-2fd4-4373-bdb3-c9060baeca41" providerId="AD" clId="Web-{E014223E-5D38-4ED6-6DF1-394153D0D344}" dt="2026-03-23T13:03:13.094" v="0"/>
      <pc:docMkLst>
        <pc:docMk/>
      </pc:docMkLst>
    </pc:docChg>
  </pc:docChgLst>
  <pc:docChgLst>
    <pc:chgData name="Kucchukulla, Rohan Reddy" userId="S::rohan-reddy.kucchukulla@capgemini.com::154d5cb8-8bf9-49b0-b649-631f21392064" providerId="AD" clId="Web-{AFB7A005-F05F-6239-E5DA-1D1C6D4DA7BC}"/>
    <pc:docChg chg="modSld">
      <pc:chgData name="Kucchukulla, Rohan Reddy" userId="S::rohan-reddy.kucchukulla@capgemini.com::154d5cb8-8bf9-49b0-b649-631f21392064" providerId="AD" clId="Web-{AFB7A005-F05F-6239-E5DA-1D1C6D4DA7BC}" dt="2026-03-29T06:46:12.172" v="76"/>
      <pc:docMkLst>
        <pc:docMk/>
      </pc:docMkLst>
      <pc:sldChg chg="delSp modSp">
        <pc:chgData name="Kucchukulla, Rohan Reddy" userId="S::rohan-reddy.kucchukulla@capgemini.com::154d5cb8-8bf9-49b0-b649-631f21392064" providerId="AD" clId="Web-{AFB7A005-F05F-6239-E5DA-1D1C6D4DA7BC}" dt="2026-03-29T06:46:12.172" v="76"/>
        <pc:sldMkLst>
          <pc:docMk/>
          <pc:sldMk cId="2417810418" sldId="2145706670"/>
        </pc:sldMkLst>
        <pc:spChg chg="mod">
          <ac:chgData name="Kucchukulla, Rohan Reddy" userId="S::rohan-reddy.kucchukulla@capgemini.com::154d5cb8-8bf9-49b0-b649-631f21392064" providerId="AD" clId="Web-{AFB7A005-F05F-6239-E5DA-1D1C6D4DA7BC}" dt="2026-03-29T06:29:29.117" v="10" actId="20577"/>
          <ac:spMkLst>
            <pc:docMk/>
            <pc:sldMk cId="2417810418" sldId="2145706670"/>
            <ac:spMk id="10" creationId="{4D606F00-70DA-AEF4-3C1D-AF67753A0A69}"/>
          </ac:spMkLst>
        </pc:spChg>
        <pc:spChg chg="mod">
          <ac:chgData name="Kucchukulla, Rohan Reddy" userId="S::rohan-reddy.kucchukulla@capgemini.com::154d5cb8-8bf9-49b0-b649-631f21392064" providerId="AD" clId="Web-{AFB7A005-F05F-6239-E5DA-1D1C6D4DA7BC}" dt="2026-03-29T06:39:12.557" v="21" actId="20577"/>
          <ac:spMkLst>
            <pc:docMk/>
            <pc:sldMk cId="2417810418" sldId="2145706670"/>
            <ac:spMk id="34" creationId="{32B54E33-4135-FFEA-EAC2-A1C9B8EA8DD7}"/>
          </ac:spMkLst>
        </pc:spChg>
        <pc:spChg chg="mod">
          <ac:chgData name="Kucchukulla, Rohan Reddy" userId="S::rohan-reddy.kucchukulla@capgemini.com::154d5cb8-8bf9-49b0-b649-631f21392064" providerId="AD" clId="Web-{AFB7A005-F05F-6239-E5DA-1D1C6D4DA7BC}" dt="2026-03-29T06:42:07.006" v="54" actId="20577"/>
          <ac:spMkLst>
            <pc:docMk/>
            <pc:sldMk cId="2417810418" sldId="2145706670"/>
            <ac:spMk id="44" creationId="{41AE624B-2D7F-75F9-897D-997B175A210B}"/>
          </ac:spMkLst>
        </pc:spChg>
        <pc:spChg chg="mod">
          <ac:chgData name="Kucchukulla, Rohan Reddy" userId="S::rohan-reddy.kucchukulla@capgemini.com::154d5cb8-8bf9-49b0-b649-631f21392064" providerId="AD" clId="Web-{AFB7A005-F05F-6239-E5DA-1D1C6D4DA7BC}" dt="2026-03-29T06:45:34.717" v="75" actId="20577"/>
          <ac:spMkLst>
            <pc:docMk/>
            <pc:sldMk cId="2417810418" sldId="2145706670"/>
            <ac:spMk id="45" creationId="{88DBE5F7-6420-BE62-509E-C205CC075FA1}"/>
          </ac:spMkLst>
        </pc:spChg>
        <pc:spChg chg="mod">
          <ac:chgData name="Kucchukulla, Rohan Reddy" userId="S::rohan-reddy.kucchukulla@capgemini.com::154d5cb8-8bf9-49b0-b649-631f21392064" providerId="AD" clId="Web-{AFB7A005-F05F-6239-E5DA-1D1C6D4DA7BC}" dt="2026-03-29T06:45:14.014" v="63" actId="20577"/>
          <ac:spMkLst>
            <pc:docMk/>
            <pc:sldMk cId="2417810418" sldId="2145706670"/>
            <ac:spMk id="218" creationId="{7B1801C6-45E4-7A43-2751-DADAB8C559BD}"/>
          </ac:spMkLst>
        </pc:spChg>
      </pc:sldChg>
    </pc:docChg>
  </pc:docChgLst>
  <pc:docChgLst>
    <pc:chgData name="Schneeman, Mary" userId="S::mary.schneeman@capgemini.com::4e9df2bf-59db-49b4-b72d-df4b6be77c4f" providerId="AD" clId="Web-{1F40D1B6-90B1-EBE3-E8DE-99D13C655A4E}"/>
    <pc:docChg chg="sldOrd">
      <pc:chgData name="Schneeman, Mary" userId="S::mary.schneeman@capgemini.com::4e9df2bf-59db-49b4-b72d-df4b6be77c4f" providerId="AD" clId="Web-{1F40D1B6-90B1-EBE3-E8DE-99D13C655A4E}" dt="2026-03-23T12:56:18.712" v="0"/>
      <pc:docMkLst>
        <pc:docMk/>
      </pc:docMkLst>
      <pc:sldChg chg="ord">
        <pc:chgData name="Schneeman, Mary" userId="S::mary.schneeman@capgemini.com::4e9df2bf-59db-49b4-b72d-df4b6be77c4f" providerId="AD" clId="Web-{1F40D1B6-90B1-EBE3-E8DE-99D13C655A4E}" dt="2026-03-23T12:56:18.712" v="0"/>
        <pc:sldMkLst>
          <pc:docMk/>
          <pc:sldMk cId="2946189433" sldId="2145706672"/>
        </pc:sldMkLst>
      </pc:sldChg>
    </pc:docChg>
  </pc:docChgLst>
  <pc:docChgLst>
    <pc:chgData name="Ivanchenko, Michael" userId="S::michael.ivanchenko@capgemini.com::29b7d056-b58b-443f-9010-16dce9ef90fc" providerId="AD" clId="Web-{608C149E-3D84-6929-1D76-25E2C1D3098B}"/>
    <pc:docChg chg="sldOrd">
      <pc:chgData name="Ivanchenko, Michael" userId="S::michael.ivanchenko@capgemini.com::29b7d056-b58b-443f-9010-16dce9ef90fc" providerId="AD" clId="Web-{608C149E-3D84-6929-1D76-25E2C1D3098B}" dt="2026-03-20T17:26:40.903" v="0"/>
      <pc:docMkLst>
        <pc:docMk/>
      </pc:docMkLst>
    </pc:docChg>
  </pc:docChgLst>
  <pc:docChgLst>
    <pc:chgData name="Jawla, Ankit" userId="S::ankit.jawla@capgemini.com::6f94328f-5fd9-4758-b02f-5c14f199f72b" providerId="AD" clId="Web-{37F900D8-C5DB-B305-4DAF-EA9E229EC00A}"/>
    <pc:docChg chg="modSld">
      <pc:chgData name="Jawla, Ankit" userId="S::ankit.jawla@capgemini.com::6f94328f-5fd9-4758-b02f-5c14f199f72b" providerId="AD" clId="Web-{37F900D8-C5DB-B305-4DAF-EA9E229EC00A}" dt="2026-03-16T03:37:54.396" v="0"/>
      <pc:docMkLst>
        <pc:docMk/>
      </pc:docMkLst>
      <pc:sldChg chg="delSp">
        <pc:chgData name="Jawla, Ankit" userId="S::ankit.jawla@capgemini.com::6f94328f-5fd9-4758-b02f-5c14f199f72b" providerId="AD" clId="Web-{37F900D8-C5DB-B305-4DAF-EA9E229EC00A}" dt="2026-03-16T03:37:54.396" v="0"/>
        <pc:sldMkLst>
          <pc:docMk/>
          <pc:sldMk cId="3657648834" sldId="2145706673"/>
        </pc:sldMkLst>
      </pc:sldChg>
    </pc:docChg>
  </pc:docChgLst>
  <pc:docChgLst>
    <pc:chgData name="Naga Likhitha, Pasumarthi" userId="S::pasumarthi.naga-likhitha@capgemini.com::4ee5c38c-2f55-4228-aad4-9aa4b893ac75" providerId="AD" clId="Web-{3941722C-289F-1F5B-46A9-F89C5DFF0807}"/>
    <pc:docChg chg="modSld">
      <pc:chgData name="Naga Likhitha, Pasumarthi" userId="S::pasumarthi.naga-likhitha@capgemini.com::4ee5c38c-2f55-4228-aad4-9aa4b893ac75" providerId="AD" clId="Web-{3941722C-289F-1F5B-46A9-F89C5DFF0807}" dt="2026-03-25T05:34:24.965" v="1" actId="20577"/>
      <pc:docMkLst>
        <pc:docMk/>
      </pc:docMkLst>
      <pc:sldChg chg="modSp">
        <pc:chgData name="Naga Likhitha, Pasumarthi" userId="S::pasumarthi.naga-likhitha@capgemini.com::4ee5c38c-2f55-4228-aad4-9aa4b893ac75" providerId="AD" clId="Web-{3941722C-289F-1F5B-46A9-F89C5DFF0807}" dt="2026-03-25T05:34:24.965" v="1" actId="20577"/>
        <pc:sldMkLst>
          <pc:docMk/>
          <pc:sldMk cId="175612282" sldId="2145706671"/>
        </pc:sldMkLst>
        <pc:spChg chg="mod">
          <ac:chgData name="Naga Likhitha, Pasumarthi" userId="S::pasumarthi.naga-likhitha@capgemini.com::4ee5c38c-2f55-4228-aad4-9aa4b893ac75" providerId="AD" clId="Web-{3941722C-289F-1F5B-46A9-F89C5DFF0807}" dt="2026-03-25T05:34:24.965" v="1" actId="20577"/>
          <ac:spMkLst>
            <pc:docMk/>
            <pc:sldMk cId="175612282" sldId="2145706671"/>
            <ac:spMk id="2" creationId="{F118180A-08A9-77BB-892B-EAD50ADCB617}"/>
          </ac:spMkLst>
        </pc:spChg>
      </pc:sldChg>
    </pc:docChg>
  </pc:docChgLst>
  <pc:docChgLst>
    <pc:chgData name="VENKATESAN, VIJAY" userId="S::vijay.a.venkatesan@capgemini.com::6b661e55-b841-4762-b55b-d6aafc0d5a43" providerId="AD" clId="Web-{3D91923E-6A81-5CB8-9D5F-955334BF025D}"/>
    <pc:docChg chg="modSld">
      <pc:chgData name="VENKATESAN, VIJAY" userId="S::vijay.a.venkatesan@capgemini.com::6b661e55-b841-4762-b55b-d6aafc0d5a43" providerId="AD" clId="Web-{3D91923E-6A81-5CB8-9D5F-955334BF025D}" dt="2026-03-10T06:36:15.915" v="0"/>
      <pc:docMkLst>
        <pc:docMk/>
      </pc:docMkLst>
    </pc:docChg>
  </pc:docChgLst>
  <pc:docChgLst>
    <pc:chgData name="Jata, Srikanta" userId="S::srikanta.jata@capgemini.com::ffa3d845-d6f3-4323-aff7-9cd12cc9e009" providerId="AD" clId="Web-{88D0ACAA-B24F-FA7A-680F-C1818733C532}"/>
    <pc:docChg chg="modSld">
      <pc:chgData name="Jata, Srikanta" userId="S::srikanta.jata@capgemini.com::ffa3d845-d6f3-4323-aff7-9cd12cc9e009" providerId="AD" clId="Web-{88D0ACAA-B24F-FA7A-680F-C1818733C532}" dt="2026-03-20T16:12:16.195" v="0" actId="1076"/>
      <pc:docMkLst>
        <pc:docMk/>
      </pc:docMkLst>
    </pc:docChg>
  </pc:docChgLst>
  <pc:docChgLst>
    <pc:chgData name="ZAHR, Narjiss" userId="S::narjiss.zahr@capgemini.com::3f760fbf-dfd2-4a7b-a5f6-cfe993e15615" providerId="AD" clId="Web-{B5186789-61D3-103D-ABE9-CEDB18BA6593}"/>
    <pc:docChg chg="modSld">
      <pc:chgData name="ZAHR, Narjiss" userId="S::narjiss.zahr@capgemini.com::3f760fbf-dfd2-4a7b-a5f6-cfe993e15615" providerId="AD" clId="Web-{B5186789-61D3-103D-ABE9-CEDB18BA6593}" dt="2026-03-24T10:52:44.481" v="1" actId="14100"/>
      <pc:docMkLst>
        <pc:docMk/>
      </pc:docMkLst>
    </pc:docChg>
  </pc:docChgLst>
  <pc:docChgLst>
    <pc:chgData name="Naga Likhitha, Pasumarthi" userId="4ee5c38c-2f55-4228-aad4-9aa4b893ac75" providerId="ADAL" clId="{97B46A6F-BC22-466D-8BB3-4F695F9C57F0}"/>
    <pc:docChg chg="undo custSel modSld">
      <pc:chgData name="Naga Likhitha, Pasumarthi" userId="4ee5c38c-2f55-4228-aad4-9aa4b893ac75" providerId="ADAL" clId="{97B46A6F-BC22-466D-8BB3-4F695F9C57F0}" dt="2026-03-25T05:53:57.791" v="104" actId="255"/>
      <pc:docMkLst>
        <pc:docMk/>
      </pc:docMkLst>
      <pc:sldChg chg="addSp delSp modSp mod">
        <pc:chgData name="Naga Likhitha, Pasumarthi" userId="4ee5c38c-2f55-4228-aad4-9aa4b893ac75" providerId="ADAL" clId="{97B46A6F-BC22-466D-8BB3-4F695F9C57F0}" dt="2026-03-25T05:53:57.791" v="104" actId="255"/>
        <pc:sldMkLst>
          <pc:docMk/>
          <pc:sldMk cId="175612282" sldId="2145706671"/>
        </pc:sldMkLst>
        <pc:spChg chg="mod">
          <ac:chgData name="Naga Likhitha, Pasumarthi" userId="4ee5c38c-2f55-4228-aad4-9aa4b893ac75" providerId="ADAL" clId="{97B46A6F-BC22-466D-8BB3-4F695F9C57F0}" dt="2026-03-25T05:37:02.978" v="14" actId="14100"/>
          <ac:spMkLst>
            <pc:docMk/>
            <pc:sldMk cId="175612282" sldId="2145706671"/>
            <ac:spMk id="2" creationId="{F118180A-08A9-77BB-892B-EAD50ADCB617}"/>
          </ac:spMkLst>
        </pc:spChg>
        <pc:spChg chg="mod">
          <ac:chgData name="Naga Likhitha, Pasumarthi" userId="4ee5c38c-2f55-4228-aad4-9aa4b893ac75" providerId="ADAL" clId="{97B46A6F-BC22-466D-8BB3-4F695F9C57F0}" dt="2026-03-25T05:36:39.844" v="8" actId="1076"/>
          <ac:spMkLst>
            <pc:docMk/>
            <pc:sldMk cId="175612282" sldId="2145706671"/>
            <ac:spMk id="3" creationId="{AD302E24-8DBE-2AC7-27B4-80AF96401941}"/>
          </ac:spMkLst>
        </pc:spChg>
        <pc:spChg chg="mod">
          <ac:chgData name="Naga Likhitha, Pasumarthi" userId="4ee5c38c-2f55-4228-aad4-9aa4b893ac75" providerId="ADAL" clId="{97B46A6F-BC22-466D-8BB3-4F695F9C57F0}" dt="2026-03-25T05:44:45.989" v="71" actId="255"/>
          <ac:spMkLst>
            <pc:docMk/>
            <pc:sldMk cId="175612282" sldId="2145706671"/>
            <ac:spMk id="13" creationId="{5372F71A-9E26-9BCA-1983-79414CAC2982}"/>
          </ac:spMkLst>
        </pc:spChg>
        <pc:spChg chg="mod">
          <ac:chgData name="Naga Likhitha, Pasumarthi" userId="4ee5c38c-2f55-4228-aad4-9aa4b893ac75" providerId="ADAL" clId="{97B46A6F-BC22-466D-8BB3-4F695F9C57F0}" dt="2026-03-25T05:42:34.470" v="56" actId="255"/>
          <ac:spMkLst>
            <pc:docMk/>
            <pc:sldMk cId="175612282" sldId="2145706671"/>
            <ac:spMk id="36" creationId="{59981193-D36F-B6C9-3844-14C3987E75C1}"/>
          </ac:spMkLst>
        </pc:spChg>
        <pc:spChg chg="mod">
          <ac:chgData name="Naga Likhitha, Pasumarthi" userId="4ee5c38c-2f55-4228-aad4-9aa4b893ac75" providerId="ADAL" clId="{97B46A6F-BC22-466D-8BB3-4F695F9C57F0}" dt="2026-03-25T05:43:57.317" v="69" actId="20577"/>
          <ac:spMkLst>
            <pc:docMk/>
            <pc:sldMk cId="175612282" sldId="2145706671"/>
            <ac:spMk id="37" creationId="{EC0EDD4D-8E6B-9DE9-DEC9-92C5D04342C0}"/>
          </ac:spMkLst>
        </pc:spChg>
        <pc:spChg chg="mod">
          <ac:chgData name="Naga Likhitha, Pasumarthi" userId="4ee5c38c-2f55-4228-aad4-9aa4b893ac75" providerId="ADAL" clId="{97B46A6F-BC22-466D-8BB3-4F695F9C57F0}" dt="2026-03-25T05:46:30.387" v="79" actId="255"/>
          <ac:spMkLst>
            <pc:docMk/>
            <pc:sldMk cId="175612282" sldId="2145706671"/>
            <ac:spMk id="49" creationId="{5010B932-93FF-0111-7279-156D13AAE372}"/>
          </ac:spMkLst>
        </pc:spChg>
        <pc:spChg chg="mod">
          <ac:chgData name="Naga Likhitha, Pasumarthi" userId="4ee5c38c-2f55-4228-aad4-9aa4b893ac75" providerId="ADAL" clId="{97B46A6F-BC22-466D-8BB3-4F695F9C57F0}" dt="2026-03-25T05:48:13.760" v="85" actId="20577"/>
          <ac:spMkLst>
            <pc:docMk/>
            <pc:sldMk cId="175612282" sldId="2145706671"/>
            <ac:spMk id="50" creationId="{60B391CE-B096-0695-F075-4735456DC2EF}"/>
          </ac:spMkLst>
        </pc:spChg>
        <pc:spChg chg="mod">
          <ac:chgData name="Naga Likhitha, Pasumarthi" userId="4ee5c38c-2f55-4228-aad4-9aa4b893ac75" providerId="ADAL" clId="{97B46A6F-BC22-466D-8BB3-4F695F9C57F0}" dt="2026-03-25T05:51:28.377" v="97" actId="113"/>
          <ac:spMkLst>
            <pc:docMk/>
            <pc:sldMk cId="175612282" sldId="2145706671"/>
            <ac:spMk id="51" creationId="{A1C58A5A-7DB6-9A3C-67D2-C148031904F4}"/>
          </ac:spMkLst>
        </pc:spChg>
        <pc:spChg chg="mod">
          <ac:chgData name="Naga Likhitha, Pasumarthi" userId="4ee5c38c-2f55-4228-aad4-9aa4b893ac75" providerId="ADAL" clId="{97B46A6F-BC22-466D-8BB3-4F695F9C57F0}" dt="2026-03-25T05:49:35.882" v="91" actId="20577"/>
          <ac:spMkLst>
            <pc:docMk/>
            <pc:sldMk cId="175612282" sldId="2145706671"/>
            <ac:spMk id="53" creationId="{9A210A51-6CD0-F11A-79BE-CEC3C2CA53B3}"/>
          </ac:spMkLst>
        </pc:spChg>
        <pc:spChg chg="mod">
          <ac:chgData name="Naga Likhitha, Pasumarthi" userId="4ee5c38c-2f55-4228-aad4-9aa4b893ac75" providerId="ADAL" clId="{97B46A6F-BC22-466D-8BB3-4F695F9C57F0}" dt="2026-03-25T05:51:08.626" v="94" actId="1076"/>
          <ac:spMkLst>
            <pc:docMk/>
            <pc:sldMk cId="175612282" sldId="2145706671"/>
            <ac:spMk id="55" creationId="{5CE59DD4-C974-1527-7BA5-6F485A8EC6C4}"/>
          </ac:spMkLst>
        </pc:spChg>
        <pc:spChg chg="mod">
          <ac:chgData name="Naga Likhitha, Pasumarthi" userId="4ee5c38c-2f55-4228-aad4-9aa4b893ac75" providerId="ADAL" clId="{97B46A6F-BC22-466D-8BB3-4F695F9C57F0}" dt="2026-03-25T05:53:57.791" v="104" actId="255"/>
          <ac:spMkLst>
            <pc:docMk/>
            <pc:sldMk cId="175612282" sldId="2145706671"/>
            <ac:spMk id="62" creationId="{45F28D58-EC0D-2841-83FE-19B96684F48D}"/>
          </ac:spMkLst>
        </pc:spChg>
        <pc:spChg chg="mod">
          <ac:chgData name="Naga Likhitha, Pasumarthi" userId="4ee5c38c-2f55-4228-aad4-9aa4b893ac75" providerId="ADAL" clId="{97B46A6F-BC22-466D-8BB3-4F695F9C57F0}" dt="2026-03-25T05:53:01.581" v="102"/>
          <ac:spMkLst>
            <pc:docMk/>
            <pc:sldMk cId="175612282" sldId="2145706671"/>
            <ac:spMk id="119" creationId="{DCB584E6-F3A5-A824-4068-1118526B3E64}"/>
          </ac:spMkLst>
        </pc:spChg>
      </pc:sldChg>
    </pc:docChg>
  </pc:docChgLst>
  <pc:docChgLst>
    <pc:chgData name="Senatos, Elena" userId="2866ac8a-7364-4aed-8fb0-8e2fdcf8a376" providerId="ADAL" clId="{AEAC7CDD-945D-47DE-8C71-6675C4E9D9EF}"/>
    <pc:docChg chg="modSld">
      <pc:chgData name="Senatos, Elena" userId="2866ac8a-7364-4aed-8fb0-8e2fdcf8a376" providerId="ADAL" clId="{AEAC7CDD-945D-47DE-8C71-6675C4E9D9EF}" dt="2026-03-11T12:34:29.861" v="1" actId="14100"/>
      <pc:docMkLst>
        <pc:docMk/>
      </pc:docMkLst>
    </pc:docChg>
  </pc:docChgLst>
  <pc:docChgLst>
    <pc:chgData name="Chandrashekhar Mahajan, Reena" userId="S::reena.chandrashekhar-mahajan@capgemini.com::5bf90915-cda9-4cd3-bd4c-676c6d3de2f5" providerId="AD" clId="Web-{57857F50-8D3C-7516-5428-225C9FDFC5E1}"/>
    <pc:docChg chg="modSld">
      <pc:chgData name="Chandrashekhar Mahajan, Reena" userId="S::reena.chandrashekhar-mahajan@capgemini.com::5bf90915-cda9-4cd3-bd4c-676c6d3de2f5" providerId="AD" clId="Web-{57857F50-8D3C-7516-5428-225C9FDFC5E1}" dt="2026-03-17T10:26:41.315" v="0" actId="1076"/>
      <pc:docMkLst>
        <pc:docMk/>
      </pc:docMkLst>
    </pc:docChg>
  </pc:docChgLst>
  <pc:docChgLst>
    <pc:chgData name="Goudreault, James" userId="S::james.goudreault@capgemini.com::18f082bf-a424-43c3-afc5-7c622a591910" providerId="AD" clId="Web-{51C76070-49FA-3277-6E78-249168365089}"/>
    <pc:docChg chg="modSld">
      <pc:chgData name="Goudreault, James" userId="S::james.goudreault@capgemini.com::18f082bf-a424-43c3-afc5-7c622a591910" providerId="AD" clId="Web-{51C76070-49FA-3277-6E78-249168365089}" dt="2026-03-23T16:56:16.360" v="1" actId="20577"/>
      <pc:docMkLst>
        <pc:docMk/>
      </pc:docMkLst>
    </pc:docChg>
  </pc:docChgLst>
  <pc:docChgLst>
    <pc:chgData name="Srivastava, Harsh" userId="66708904-b434-47db-9371-a81ba3e55c15" providerId="ADAL" clId="{0E7AE703-5688-4D2F-9C34-244F1432C5D5}"/>
    <pc:docChg chg="undo redo custSel modSld">
      <pc:chgData name="Srivastava, Harsh" userId="66708904-b434-47db-9371-a81ba3e55c15" providerId="ADAL" clId="{0E7AE703-5688-4D2F-9C34-244F1432C5D5}" dt="2026-04-02T15:42:24.890" v="530" actId="12"/>
      <pc:docMkLst>
        <pc:docMk/>
      </pc:docMkLst>
      <pc:sldChg chg="addSp delSp modSp mod">
        <pc:chgData name="Srivastava, Harsh" userId="66708904-b434-47db-9371-a81ba3e55c15" providerId="ADAL" clId="{0E7AE703-5688-4D2F-9C34-244F1432C5D5}" dt="2026-04-02T14:46:28.979" v="428" actId="20577"/>
        <pc:sldMkLst>
          <pc:docMk/>
          <pc:sldMk cId="4141162053" sldId="263"/>
        </pc:sldMkLst>
        <pc:spChg chg="add del mod">
          <ac:chgData name="Srivastava, Harsh" userId="66708904-b434-47db-9371-a81ba3e55c15" providerId="ADAL" clId="{0E7AE703-5688-4D2F-9C34-244F1432C5D5}" dt="2026-04-02T13:59:33.197" v="105"/>
          <ac:spMkLst>
            <pc:docMk/>
            <pc:sldMk cId="4141162053" sldId="263"/>
            <ac:spMk id="4" creationId="{E01575D1-1D25-56AC-C6FC-E532E131A1F5}"/>
          </ac:spMkLst>
        </pc:spChg>
        <pc:spChg chg="add del mod">
          <ac:chgData name="Srivastava, Harsh" userId="66708904-b434-47db-9371-a81ba3e55c15" providerId="ADAL" clId="{0E7AE703-5688-4D2F-9C34-244F1432C5D5}" dt="2026-04-02T14:38:33.195" v="375" actId="5793"/>
          <ac:spMkLst>
            <pc:docMk/>
            <pc:sldMk cId="4141162053" sldId="263"/>
            <ac:spMk id="7" creationId="{3EF55D29-D549-A161-BAC6-AF540E6AF3A6}"/>
          </ac:spMkLst>
        </pc:spChg>
        <pc:spChg chg="add del mod">
          <ac:chgData name="Srivastava, Harsh" userId="66708904-b434-47db-9371-a81ba3e55c15" providerId="ADAL" clId="{0E7AE703-5688-4D2F-9C34-244F1432C5D5}" dt="2026-04-02T14:39:27.048" v="387" actId="478"/>
          <ac:spMkLst>
            <pc:docMk/>
            <pc:sldMk cId="4141162053" sldId="263"/>
            <ac:spMk id="8" creationId="{3DBD0011-1A71-F582-DF9E-C62E399FBD4C}"/>
          </ac:spMkLst>
        </pc:spChg>
        <pc:spChg chg="add mod">
          <ac:chgData name="Srivastava, Harsh" userId="66708904-b434-47db-9371-a81ba3e55c15" providerId="ADAL" clId="{0E7AE703-5688-4D2F-9C34-244F1432C5D5}" dt="2026-04-02T14:01:40.720" v="140" actId="1076"/>
          <ac:spMkLst>
            <pc:docMk/>
            <pc:sldMk cId="4141162053" sldId="263"/>
            <ac:spMk id="9" creationId="{AC8522BB-091E-7D35-E73B-9F4B1DFC8476}"/>
          </ac:spMkLst>
        </pc:spChg>
        <pc:spChg chg="add del mod">
          <ac:chgData name="Srivastava, Harsh" userId="66708904-b434-47db-9371-a81ba3e55c15" providerId="ADAL" clId="{0E7AE703-5688-4D2F-9C34-244F1432C5D5}" dt="2026-04-02T14:04:36.295" v="184"/>
          <ac:spMkLst>
            <pc:docMk/>
            <pc:sldMk cId="4141162053" sldId="263"/>
            <ac:spMk id="11" creationId="{BCAEE115-FA83-0114-2C7D-329C9BA3F07A}"/>
          </ac:spMkLst>
        </pc:spChg>
        <pc:spChg chg="mod">
          <ac:chgData name="Srivastava, Harsh" userId="66708904-b434-47db-9371-a81ba3e55c15" providerId="ADAL" clId="{0E7AE703-5688-4D2F-9C34-244F1432C5D5}" dt="2026-04-02T14:08:35.158" v="309" actId="20577"/>
          <ac:spMkLst>
            <pc:docMk/>
            <pc:sldMk cId="4141162053" sldId="263"/>
            <ac:spMk id="14" creationId="{D34C0E58-2B38-D9D4-F6DD-CA95D28EBBB5}"/>
          </ac:spMkLst>
        </pc:spChg>
        <pc:spChg chg="add mod">
          <ac:chgData name="Srivastava, Harsh" userId="66708904-b434-47db-9371-a81ba3e55c15" providerId="ADAL" clId="{0E7AE703-5688-4D2F-9C34-244F1432C5D5}" dt="2026-04-02T14:08:25.337" v="301" actId="1076"/>
          <ac:spMkLst>
            <pc:docMk/>
            <pc:sldMk cId="4141162053" sldId="263"/>
            <ac:spMk id="36" creationId="{588481CD-7534-8D9B-6035-D5A9D21ED761}"/>
          </ac:spMkLst>
        </pc:spChg>
        <pc:spChg chg="add del mod">
          <ac:chgData name="Srivastava, Harsh" userId="66708904-b434-47db-9371-a81ba3e55c15" providerId="ADAL" clId="{0E7AE703-5688-4D2F-9C34-244F1432C5D5}" dt="2026-04-02T14:27:53.154" v="318" actId="47"/>
          <ac:spMkLst>
            <pc:docMk/>
            <pc:sldMk cId="4141162053" sldId="263"/>
            <ac:spMk id="40" creationId="{EF1516CB-5801-A690-EF6F-37DDFC201695}"/>
          </ac:spMkLst>
        </pc:spChg>
        <pc:spChg chg="add del mod">
          <ac:chgData name="Srivastava, Harsh" userId="66708904-b434-47db-9371-a81ba3e55c15" providerId="ADAL" clId="{0E7AE703-5688-4D2F-9C34-244F1432C5D5}" dt="2026-04-02T14:28:07.220" v="322"/>
          <ac:spMkLst>
            <pc:docMk/>
            <pc:sldMk cId="4141162053" sldId="263"/>
            <ac:spMk id="43" creationId="{2DA369A2-4551-7284-34A0-95547105550C}"/>
          </ac:spMkLst>
        </pc:spChg>
        <pc:spChg chg="add mod">
          <ac:chgData name="Srivastava, Harsh" userId="66708904-b434-47db-9371-a81ba3e55c15" providerId="ADAL" clId="{0E7AE703-5688-4D2F-9C34-244F1432C5D5}" dt="2026-04-02T14:31:49.436" v="347" actId="1076"/>
          <ac:spMkLst>
            <pc:docMk/>
            <pc:sldMk cId="4141162053" sldId="263"/>
            <ac:spMk id="45" creationId="{867C1214-7A36-336D-7919-999BF2AA0355}"/>
          </ac:spMkLst>
        </pc:spChg>
        <pc:spChg chg="add mod">
          <ac:chgData name="Srivastava, Harsh" userId="66708904-b434-47db-9371-a81ba3e55c15" providerId="ADAL" clId="{0E7AE703-5688-4D2F-9C34-244F1432C5D5}" dt="2026-04-02T14:35:23.195" v="358" actId="255"/>
          <ac:spMkLst>
            <pc:docMk/>
            <pc:sldMk cId="4141162053" sldId="263"/>
            <ac:spMk id="46" creationId="{7AA27B57-EDB3-8195-168A-03922AA3AF1F}"/>
          </ac:spMkLst>
        </pc:spChg>
        <pc:spChg chg="add mod">
          <ac:chgData name="Srivastava, Harsh" userId="66708904-b434-47db-9371-a81ba3e55c15" providerId="ADAL" clId="{0E7AE703-5688-4D2F-9C34-244F1432C5D5}" dt="2026-04-02T14:36:25.696" v="365" actId="1076"/>
          <ac:spMkLst>
            <pc:docMk/>
            <pc:sldMk cId="4141162053" sldId="263"/>
            <ac:spMk id="47" creationId="{85AAFFCF-BC60-6A81-04E7-0C8F4058CEAA}"/>
          </ac:spMkLst>
        </pc:spChg>
        <pc:spChg chg="add mod">
          <ac:chgData name="Srivastava, Harsh" userId="66708904-b434-47db-9371-a81ba3e55c15" providerId="ADAL" clId="{0E7AE703-5688-4D2F-9C34-244F1432C5D5}" dt="2026-04-02T14:40:09.474" v="395" actId="1076"/>
          <ac:spMkLst>
            <pc:docMk/>
            <pc:sldMk cId="4141162053" sldId="263"/>
            <ac:spMk id="48" creationId="{D6269C79-69C0-84BF-3F2B-964147C4FB3D}"/>
          </ac:spMkLst>
        </pc:spChg>
        <pc:spChg chg="add mod">
          <ac:chgData name="Srivastava, Harsh" userId="66708904-b434-47db-9371-a81ba3e55c15" providerId="ADAL" clId="{0E7AE703-5688-4D2F-9C34-244F1432C5D5}" dt="2026-04-02T14:39:17.937" v="385" actId="1076"/>
          <ac:spMkLst>
            <pc:docMk/>
            <pc:sldMk cId="4141162053" sldId="263"/>
            <ac:spMk id="52" creationId="{965C4C54-FB57-342B-4155-953B30E36AB3}"/>
          </ac:spMkLst>
        </pc:spChg>
        <pc:spChg chg="mod">
          <ac:chgData name="Srivastava, Harsh" userId="66708904-b434-47db-9371-a81ba3e55c15" providerId="ADAL" clId="{0E7AE703-5688-4D2F-9C34-244F1432C5D5}" dt="2026-04-02T14:01:24.209" v="136" actId="1076"/>
          <ac:spMkLst>
            <pc:docMk/>
            <pc:sldMk cId="4141162053" sldId="263"/>
            <ac:spMk id="53" creationId="{70AEA542-5BB8-6FFB-3A18-C6DEB1C18564}"/>
          </ac:spMkLst>
        </pc:spChg>
        <pc:spChg chg="add mod">
          <ac:chgData name="Srivastava, Harsh" userId="66708904-b434-47db-9371-a81ba3e55c15" providerId="ADAL" clId="{0E7AE703-5688-4D2F-9C34-244F1432C5D5}" dt="2026-04-02T14:39:55.239" v="394" actId="1076"/>
          <ac:spMkLst>
            <pc:docMk/>
            <pc:sldMk cId="4141162053" sldId="263"/>
            <ac:spMk id="54" creationId="{8CFAA86E-AA25-4162-832C-F47BA7992FDF}"/>
          </ac:spMkLst>
        </pc:spChg>
        <pc:spChg chg="add del mod">
          <ac:chgData name="Srivastava, Harsh" userId="66708904-b434-47db-9371-a81ba3e55c15" providerId="ADAL" clId="{0E7AE703-5688-4D2F-9C34-244F1432C5D5}" dt="2026-04-02T14:40:30.860" v="400" actId="47"/>
          <ac:spMkLst>
            <pc:docMk/>
            <pc:sldMk cId="4141162053" sldId="263"/>
            <ac:spMk id="57" creationId="{657C4FF3-14F1-75AE-CA54-CA745904CF47}"/>
          </ac:spMkLst>
        </pc:spChg>
        <pc:spChg chg="add mod">
          <ac:chgData name="Srivastava, Harsh" userId="66708904-b434-47db-9371-a81ba3e55c15" providerId="ADAL" clId="{0E7AE703-5688-4D2F-9C34-244F1432C5D5}" dt="2026-04-02T14:41:12.782" v="409" actId="20577"/>
          <ac:spMkLst>
            <pc:docMk/>
            <pc:sldMk cId="4141162053" sldId="263"/>
            <ac:spMk id="59" creationId="{940DDC6B-D3CC-D7E4-DF35-6BD60EFA701A}"/>
          </ac:spMkLst>
        </pc:spChg>
        <pc:spChg chg="add mod">
          <ac:chgData name="Srivastava, Harsh" userId="66708904-b434-47db-9371-a81ba3e55c15" providerId="ADAL" clId="{0E7AE703-5688-4D2F-9C34-244F1432C5D5}" dt="2026-04-02T14:46:28.979" v="428" actId="20577"/>
          <ac:spMkLst>
            <pc:docMk/>
            <pc:sldMk cId="4141162053" sldId="263"/>
            <ac:spMk id="60" creationId="{3BAB72B2-B1E9-F968-4164-ED013E26859A}"/>
          </ac:spMkLst>
        </pc:spChg>
        <pc:graphicFrameChg chg="add del mod modGraphic">
          <ac:chgData name="Srivastava, Harsh" userId="66708904-b434-47db-9371-a81ba3e55c15" providerId="ADAL" clId="{0E7AE703-5688-4D2F-9C34-244F1432C5D5}" dt="2026-04-02T13:59:11.297" v="99" actId="478"/>
          <ac:graphicFrameMkLst>
            <pc:docMk/>
            <pc:sldMk cId="4141162053" sldId="263"/>
            <ac:graphicFrameMk id="2" creationId="{9CA16151-8E62-DD05-3388-0B3D95DF4896}"/>
          </ac:graphicFrameMkLst>
        </pc:graphicFrameChg>
        <pc:graphicFrameChg chg="add mod">
          <ac:chgData name="Srivastava, Harsh" userId="66708904-b434-47db-9371-a81ba3e55c15" providerId="ADAL" clId="{0E7AE703-5688-4D2F-9C34-244F1432C5D5}" dt="2026-04-02T13:57:34.459" v="65"/>
          <ac:graphicFrameMkLst>
            <pc:docMk/>
            <pc:sldMk cId="4141162053" sldId="263"/>
            <ac:graphicFrameMk id="3" creationId="{360BAB26-D1BF-4114-E81B-59ADDD50F51F}"/>
          </ac:graphicFrameMkLst>
        </pc:graphicFrameChg>
        <pc:graphicFrameChg chg="add del mod modGraphic">
          <ac:chgData name="Srivastava, Harsh" userId="66708904-b434-47db-9371-a81ba3e55c15" providerId="ADAL" clId="{0E7AE703-5688-4D2F-9C34-244F1432C5D5}" dt="2026-04-02T13:59:53.663" v="109" actId="478"/>
          <ac:graphicFrameMkLst>
            <pc:docMk/>
            <pc:sldMk cId="4141162053" sldId="263"/>
            <ac:graphicFrameMk id="5" creationId="{BA897A64-4E6E-5408-FF2B-03F407C34209}"/>
          </ac:graphicFrameMkLst>
        </pc:graphicFrameChg>
        <pc:graphicFrameChg chg="add mod">
          <ac:chgData name="Srivastava, Harsh" userId="66708904-b434-47db-9371-a81ba3e55c15" providerId="ADAL" clId="{0E7AE703-5688-4D2F-9C34-244F1432C5D5}" dt="2026-04-02T14:00:02.179" v="114"/>
          <ac:graphicFrameMkLst>
            <pc:docMk/>
            <pc:sldMk cId="4141162053" sldId="263"/>
            <ac:graphicFrameMk id="6" creationId="{F9034EAE-B01E-B0EC-68D9-04F29E328F12}"/>
          </ac:graphicFrameMkLst>
        </pc:graphicFrameChg>
        <pc:graphicFrameChg chg="add mod">
          <ac:chgData name="Srivastava, Harsh" userId="66708904-b434-47db-9371-a81ba3e55c15" providerId="ADAL" clId="{0E7AE703-5688-4D2F-9C34-244F1432C5D5}" dt="2026-04-02T14:05:12.231" v="187"/>
          <ac:graphicFrameMkLst>
            <pc:docMk/>
            <pc:sldMk cId="4141162053" sldId="263"/>
            <ac:graphicFrameMk id="12" creationId="{D0966828-80F4-1F79-31D3-25CE3B27F272}"/>
          </ac:graphicFrameMkLst>
        </pc:graphicFrameChg>
        <pc:graphicFrameChg chg="add mod">
          <ac:chgData name="Srivastava, Harsh" userId="66708904-b434-47db-9371-a81ba3e55c15" providerId="ADAL" clId="{0E7AE703-5688-4D2F-9C34-244F1432C5D5}" dt="2026-04-02T14:05:16.707" v="189"/>
          <ac:graphicFrameMkLst>
            <pc:docMk/>
            <pc:sldMk cId="4141162053" sldId="263"/>
            <ac:graphicFrameMk id="13" creationId="{3C69F815-C625-5A29-07ED-38E9FF573768}"/>
          </ac:graphicFrameMkLst>
        </pc:graphicFrameChg>
        <pc:graphicFrameChg chg="add mod">
          <ac:chgData name="Srivastava, Harsh" userId="66708904-b434-47db-9371-a81ba3e55c15" providerId="ADAL" clId="{0E7AE703-5688-4D2F-9C34-244F1432C5D5}" dt="2026-04-02T14:05:19.719" v="194"/>
          <ac:graphicFrameMkLst>
            <pc:docMk/>
            <pc:sldMk cId="4141162053" sldId="263"/>
            <ac:graphicFrameMk id="23" creationId="{BAADC7B2-64B4-67A8-147A-D9B67079B5A0}"/>
          </ac:graphicFrameMkLst>
        </pc:graphicFrameChg>
        <pc:graphicFrameChg chg="add mod">
          <ac:chgData name="Srivastava, Harsh" userId="66708904-b434-47db-9371-a81ba3e55c15" providerId="ADAL" clId="{0E7AE703-5688-4D2F-9C34-244F1432C5D5}" dt="2026-04-02T14:05:49.793" v="205"/>
          <ac:graphicFrameMkLst>
            <pc:docMk/>
            <pc:sldMk cId="4141162053" sldId="263"/>
            <ac:graphicFrameMk id="34" creationId="{78144236-087E-3D90-062E-E0018BD3385B}"/>
          </ac:graphicFrameMkLst>
        </pc:graphicFrameChg>
        <pc:graphicFrameChg chg="add mod">
          <ac:chgData name="Srivastava, Harsh" userId="66708904-b434-47db-9371-a81ba3e55c15" providerId="ADAL" clId="{0E7AE703-5688-4D2F-9C34-244F1432C5D5}" dt="2026-04-02T14:05:55.024" v="206"/>
          <ac:graphicFrameMkLst>
            <pc:docMk/>
            <pc:sldMk cId="4141162053" sldId="263"/>
            <ac:graphicFrameMk id="35" creationId="{FF020841-6FC1-6416-E3CF-48C8F68CD577}"/>
          </ac:graphicFrameMkLst>
        </pc:graphicFrameChg>
        <pc:graphicFrameChg chg="add mod">
          <ac:chgData name="Srivastava, Harsh" userId="66708904-b434-47db-9371-a81ba3e55c15" providerId="ADAL" clId="{0E7AE703-5688-4D2F-9C34-244F1432C5D5}" dt="2026-04-02T14:27:51.641" v="317" actId="1076"/>
          <ac:graphicFrameMkLst>
            <pc:docMk/>
            <pc:sldMk cId="4141162053" sldId="263"/>
            <ac:graphicFrameMk id="42" creationId="{73705182-CB47-64B6-2A22-249DD80FA8E7}"/>
          </ac:graphicFrameMkLst>
        </pc:graphicFrameChg>
        <pc:graphicFrameChg chg="add del mod modGraphic">
          <ac:chgData name="Srivastava, Harsh" userId="66708904-b434-47db-9371-a81ba3e55c15" providerId="ADAL" clId="{0E7AE703-5688-4D2F-9C34-244F1432C5D5}" dt="2026-04-02T14:28:54.002" v="336" actId="478"/>
          <ac:graphicFrameMkLst>
            <pc:docMk/>
            <pc:sldMk cId="4141162053" sldId="263"/>
            <ac:graphicFrameMk id="44" creationId="{E79648E5-31C2-37E9-0CAA-6549DC2A5E19}"/>
          </ac:graphicFrameMkLst>
        </pc:graphicFrameChg>
        <pc:graphicFrameChg chg="add mod">
          <ac:chgData name="Srivastava, Harsh" userId="66708904-b434-47db-9371-a81ba3e55c15" providerId="ADAL" clId="{0E7AE703-5688-4D2F-9C34-244F1432C5D5}" dt="2026-04-02T14:40:26.065" v="397"/>
          <ac:graphicFrameMkLst>
            <pc:docMk/>
            <pc:sldMk cId="4141162053" sldId="263"/>
            <ac:graphicFrameMk id="58" creationId="{FEFB03FC-6E82-E863-B4F9-312AC5BC31DE}"/>
          </ac:graphicFrameMkLst>
        </pc:graphicFrameChg>
        <pc:cxnChg chg="mod">
          <ac:chgData name="Srivastava, Harsh" userId="66708904-b434-47db-9371-a81ba3e55c15" providerId="ADAL" clId="{0E7AE703-5688-4D2F-9C34-244F1432C5D5}" dt="2026-04-02T14:02:36.915" v="151" actId="1076"/>
          <ac:cxnSpMkLst>
            <pc:docMk/>
            <pc:sldMk cId="4141162053" sldId="263"/>
            <ac:cxnSpMk id="56" creationId="{E1B55769-E7F5-AEBF-1338-E94DBF7FBCB1}"/>
          </ac:cxnSpMkLst>
        </pc:cxnChg>
      </pc:sldChg>
      <pc:sldChg chg="addSp delSp modSp mod">
        <pc:chgData name="Srivastava, Harsh" userId="66708904-b434-47db-9371-a81ba3e55c15" providerId="ADAL" clId="{0E7AE703-5688-4D2F-9C34-244F1432C5D5}" dt="2026-04-02T15:42:24.890" v="530" actId="12"/>
        <pc:sldMkLst>
          <pc:docMk/>
          <pc:sldMk cId="175612282" sldId="2145706671"/>
        </pc:sldMkLst>
        <pc:spChg chg="mod">
          <ac:chgData name="Srivastava, Harsh" userId="66708904-b434-47db-9371-a81ba3e55c15" providerId="ADAL" clId="{0E7AE703-5688-4D2F-9C34-244F1432C5D5}" dt="2026-04-02T15:35:59.216" v="438" actId="1076"/>
          <ac:spMkLst>
            <pc:docMk/>
            <pc:sldMk cId="175612282" sldId="2145706671"/>
            <ac:spMk id="13" creationId="{5372F71A-9E26-9BCA-1983-79414CAC2982}"/>
          </ac:spMkLst>
        </pc:spChg>
        <pc:spChg chg="mod">
          <ac:chgData name="Srivastava, Harsh" userId="66708904-b434-47db-9371-a81ba3e55c15" providerId="ADAL" clId="{0E7AE703-5688-4D2F-9C34-244F1432C5D5}" dt="2026-04-02T15:33:17.971" v="430" actId="12"/>
          <ac:spMkLst>
            <pc:docMk/>
            <pc:sldMk cId="175612282" sldId="2145706671"/>
            <ac:spMk id="36" creationId="{59981193-D36F-B6C9-3844-14C3987E75C1}"/>
          </ac:spMkLst>
        </pc:spChg>
        <pc:spChg chg="mod">
          <ac:chgData name="Srivastava, Harsh" userId="66708904-b434-47db-9371-a81ba3e55c15" providerId="ADAL" clId="{0E7AE703-5688-4D2F-9C34-244F1432C5D5}" dt="2026-04-02T15:33:33.350" v="431"/>
          <ac:spMkLst>
            <pc:docMk/>
            <pc:sldMk cId="175612282" sldId="2145706671"/>
            <ac:spMk id="37" creationId="{EC0EDD4D-8E6B-9DE9-DEC9-92C5D04342C0}"/>
          </ac:spMkLst>
        </pc:spChg>
        <pc:spChg chg="mod">
          <ac:chgData name="Srivastava, Harsh" userId="66708904-b434-47db-9371-a81ba3e55c15" providerId="ADAL" clId="{0E7AE703-5688-4D2F-9C34-244F1432C5D5}" dt="2026-04-02T15:38:16.707" v="440" actId="14100"/>
          <ac:spMkLst>
            <pc:docMk/>
            <pc:sldMk cId="175612282" sldId="2145706671"/>
            <ac:spMk id="49" creationId="{5010B932-93FF-0111-7279-156D13AAE372}"/>
          </ac:spMkLst>
        </pc:spChg>
        <pc:spChg chg="mod">
          <ac:chgData name="Srivastava, Harsh" userId="66708904-b434-47db-9371-a81ba3e55c15" providerId="ADAL" clId="{0E7AE703-5688-4D2F-9C34-244F1432C5D5}" dt="2026-04-02T15:39:12.329" v="446" actId="113"/>
          <ac:spMkLst>
            <pc:docMk/>
            <pc:sldMk cId="175612282" sldId="2145706671"/>
            <ac:spMk id="50" creationId="{60B391CE-B096-0695-F075-4735456DC2EF}"/>
          </ac:spMkLst>
        </pc:spChg>
        <pc:spChg chg="mod">
          <ac:chgData name="Srivastava, Harsh" userId="66708904-b434-47db-9371-a81ba3e55c15" providerId="ADAL" clId="{0E7AE703-5688-4D2F-9C34-244F1432C5D5}" dt="2026-04-02T15:38:40.772" v="442"/>
          <ac:spMkLst>
            <pc:docMk/>
            <pc:sldMk cId="175612282" sldId="2145706671"/>
            <ac:spMk id="51" creationId="{A1C58A5A-7DB6-9A3C-67D2-C148031904F4}"/>
          </ac:spMkLst>
        </pc:spChg>
        <pc:spChg chg="mod">
          <ac:chgData name="Srivastava, Harsh" userId="66708904-b434-47db-9371-a81ba3e55c15" providerId="ADAL" clId="{0E7AE703-5688-4D2F-9C34-244F1432C5D5}" dt="2026-04-02T15:39:41.406" v="450" actId="14100"/>
          <ac:spMkLst>
            <pc:docMk/>
            <pc:sldMk cId="175612282" sldId="2145706671"/>
            <ac:spMk id="53" creationId="{9A210A51-6CD0-F11A-79BE-CEC3C2CA53B3}"/>
          </ac:spMkLst>
        </pc:spChg>
        <pc:spChg chg="del">
          <ac:chgData name="Srivastava, Harsh" userId="66708904-b434-47db-9371-a81ba3e55c15" providerId="ADAL" clId="{0E7AE703-5688-4D2F-9C34-244F1432C5D5}" dt="2026-04-02T15:38:23.602" v="441" actId="478"/>
          <ac:spMkLst>
            <pc:docMk/>
            <pc:sldMk cId="175612282" sldId="2145706671"/>
            <ac:spMk id="55" creationId="{5CE59DD4-C974-1527-7BA5-6F485A8EC6C4}"/>
          </ac:spMkLst>
        </pc:spChg>
        <pc:spChg chg="mod">
          <ac:chgData name="Srivastava, Harsh" userId="66708904-b434-47db-9371-a81ba3e55c15" providerId="ADAL" clId="{0E7AE703-5688-4D2F-9C34-244F1432C5D5}" dt="2026-04-02T15:42:24.890" v="530" actId="12"/>
          <ac:spMkLst>
            <pc:docMk/>
            <pc:sldMk cId="175612282" sldId="2145706671"/>
            <ac:spMk id="62" creationId="{45F28D58-EC0D-2841-83FE-19B96684F48D}"/>
          </ac:spMkLst>
        </pc:spChg>
        <pc:spChg chg="mod">
          <ac:chgData name="Srivastava, Harsh" userId="66708904-b434-47db-9371-a81ba3e55c15" providerId="ADAL" clId="{0E7AE703-5688-4D2F-9C34-244F1432C5D5}" dt="2026-04-02T15:40:00.153" v="451"/>
          <ac:spMkLst>
            <pc:docMk/>
            <pc:sldMk cId="175612282" sldId="2145706671"/>
            <ac:spMk id="119" creationId="{DCB584E6-F3A5-A824-4068-1118526B3E64}"/>
          </ac:spMkLst>
        </pc:spChg>
        <pc:graphicFrameChg chg="add mod">
          <ac:chgData name="Srivastava, Harsh" userId="66708904-b434-47db-9371-a81ba3e55c15" providerId="ADAL" clId="{0E7AE703-5688-4D2F-9C34-244F1432C5D5}" dt="2026-04-02T15:41:17.629" v="452"/>
          <ac:graphicFrameMkLst>
            <pc:docMk/>
            <pc:sldMk cId="175612282" sldId="2145706671"/>
            <ac:graphicFrameMk id="6" creationId="{7CC7A524-1A9C-A799-38EB-CAB7AB7481DA}"/>
          </ac:graphicFrameMkLst>
        </pc:graphicFrameChg>
      </pc:sldChg>
    </pc:docChg>
  </pc:docChgLst>
  <pc:docChgLst>
    <pc:chgData name="Nazaruk, Wiktor" userId="S::wiktor.nazaruk@capgemini.com::45ed651d-6114-46ac-be26-c205ca13e389" providerId="AD" clId="Web-{73387AAB-E023-492A-8B78-9609F2C15DC9}"/>
    <pc:docChg chg="modSld">
      <pc:chgData name="Nazaruk, Wiktor" userId="S::wiktor.nazaruk@capgemini.com::45ed651d-6114-46ac-be26-c205ca13e389" providerId="AD" clId="Web-{73387AAB-E023-492A-8B78-9609F2C15DC9}" dt="2026-03-26T13:55:04.878" v="3" actId="20577"/>
      <pc:docMkLst>
        <pc:docMk/>
      </pc:docMkLst>
    </pc:docChg>
  </pc:docChgLst>
  <pc:docChgLst>
    <pc:chgData name="Abirami M" userId="S::u499155_wns.com#ext#@capgemini.onmicrosoft.com::1b9cc522-99f7-444e-8547-a8f385375518" providerId="AD" clId="Web-{D0A2FE05-65A8-3570-9948-9E42C353FB97}"/>
    <pc:docChg chg="modSld">
      <pc:chgData name="Abirami M" userId="S::u499155_wns.com#ext#@capgemini.onmicrosoft.com::1b9cc522-99f7-444e-8547-a8f385375518" providerId="AD" clId="Web-{D0A2FE05-65A8-3570-9948-9E42C353FB97}" dt="2026-03-20T12:09:15.536" v="2" actId="1076"/>
      <pc:docMkLst>
        <pc:docMk/>
      </pc:docMkLst>
    </pc:docChg>
  </pc:docChgLst>
  <pc:docChgLst>
    <pc:chgData name="Roshani Rajendra, Avhad" userId="S::avhad.roshani-rajendra@capgemini.com::31bf5545-1922-4255-b3bb-8b9892327232" providerId="AD" clId="Web-{A278290D-CBA6-DBCE-5EFE-310BC8D02D3A}"/>
    <pc:docChg chg="modSld">
      <pc:chgData name="Roshani Rajendra, Avhad" userId="S::avhad.roshani-rajendra@capgemini.com::31bf5545-1922-4255-b3bb-8b9892327232" providerId="AD" clId="Web-{A278290D-CBA6-DBCE-5EFE-310BC8D02D3A}" dt="2026-03-17T10:22:32.376" v="0" actId="1076"/>
      <pc:docMkLst>
        <pc:docMk/>
      </pc:docMkLst>
    </pc:docChg>
  </pc:docChgLst>
  <pc:docChgLst>
    <pc:chgData name="MAMMAR KOUADRI, Wissam" userId="S::wissam.mammar-kouadri@sogeti.com::385c6821-10cd-45b2-b684-f0e721617d40" providerId="AD" clId="Web-{7083A2A9-75E6-D29B-5E99-63AC4C2CB8D1}"/>
    <pc:docChg chg="modSld">
      <pc:chgData name="MAMMAR KOUADRI, Wissam" userId="S::wissam.mammar-kouadri@sogeti.com::385c6821-10cd-45b2-b684-f0e721617d40" providerId="AD" clId="Web-{7083A2A9-75E6-D29B-5E99-63AC4C2CB8D1}" dt="2026-04-01T23:13:13.061" v="1"/>
      <pc:docMkLst>
        <pc:docMk/>
      </pc:docMkLst>
      <pc:sldChg chg="addSp delSp modSp">
        <pc:chgData name="MAMMAR KOUADRI, Wissam" userId="S::wissam.mammar-kouadri@sogeti.com::385c6821-10cd-45b2-b684-f0e721617d40" providerId="AD" clId="Web-{7083A2A9-75E6-D29B-5E99-63AC4C2CB8D1}" dt="2026-04-01T23:13:13.061" v="1"/>
        <pc:sldMkLst>
          <pc:docMk/>
          <pc:sldMk cId="2946189433" sldId="2145706672"/>
        </pc:sldMkLst>
        <pc:cxnChg chg="add del mod">
          <ac:chgData name="MAMMAR KOUADRI, Wissam" userId="S::wissam.mammar-kouadri@sogeti.com::385c6821-10cd-45b2-b684-f0e721617d40" providerId="AD" clId="Web-{7083A2A9-75E6-D29B-5E99-63AC4C2CB8D1}" dt="2026-04-01T23:13:13.061" v="1"/>
          <ac:cxnSpMkLst>
            <pc:docMk/>
            <pc:sldMk cId="2946189433" sldId="2145706672"/>
            <ac:cxnSpMk id="113" creationId="{B86392FC-5D11-77FE-7B9E-D2DE94E8C4D2}"/>
          </ac:cxnSpMkLst>
        </pc:cxnChg>
      </pc:sldChg>
    </pc:docChg>
  </pc:docChgLst>
  <pc:docChgLst>
    <pc:chgData name="Chua, Sock Li" userId="S::sock-li.chua@capgemini.com::955e2baa-44ee-4421-8f43-c242ba37828d" providerId="AD" clId="Web-{B96C9DE3-5E4F-0CD1-906A-95C3D530595F}"/>
    <pc:docChg chg="delSld modSection">
      <pc:chgData name="Chua, Sock Li" userId="S::sock-li.chua@capgemini.com::955e2baa-44ee-4421-8f43-c242ba37828d" providerId="AD" clId="Web-{B96C9DE3-5E4F-0CD1-906A-95C3D530595F}" dt="2026-03-26T06:33:01.421" v="0"/>
      <pc:docMkLst>
        <pc:docMk/>
      </pc:docMkLst>
    </pc:docChg>
  </pc:docChgLst>
  <pc:docChgLst>
    <pc:chgData name="BHATTACHARYA, DEBASISH" userId="S::debasish.a.bhattacharya@capgemini.com::b2d9549f-4d16-4b2e-a11a-a738899d9601" providerId="AD" clId="Web-{73253A83-B915-47B2-AFF0-05BFA560473A}"/>
    <pc:docChg chg="sldOrd">
      <pc:chgData name="BHATTACHARYA, DEBASISH" userId="S::debasish.a.bhattacharya@capgemini.com::b2d9549f-4d16-4b2e-a11a-a738899d9601" providerId="AD" clId="Web-{73253A83-B915-47B2-AFF0-05BFA560473A}" dt="2026-03-23T09:26:33.025" v="0"/>
      <pc:docMkLst>
        <pc:docMk/>
      </pc:docMkLst>
      <pc:sldChg chg="ord">
        <pc:chgData name="BHATTACHARYA, DEBASISH" userId="S::debasish.a.bhattacharya@capgemini.com::b2d9549f-4d16-4b2e-a11a-a738899d9601" providerId="AD" clId="Web-{73253A83-B915-47B2-AFF0-05BFA560473A}" dt="2026-03-23T09:26:33.025" v="0"/>
        <pc:sldMkLst>
          <pc:docMk/>
          <pc:sldMk cId="175612282" sldId="2145706671"/>
        </pc:sldMkLst>
      </pc:sldChg>
    </pc:docChg>
  </pc:docChgLst>
  <pc:docChgLst>
    <pc:chgData name="Katta, Navya" userId="S::navya.katta@capgemini.com::d3018f37-9dae-4a21-b74c-c1ef3333ab62" providerId="AD" clId="Web-{32FE8BF9-5558-F6FD-9A3B-E1398A2BCB83}"/>
    <pc:docChg chg="modSld">
      <pc:chgData name="Katta, Navya" userId="S::navya.katta@capgemini.com::d3018f37-9dae-4a21-b74c-c1ef3333ab62" providerId="AD" clId="Web-{32FE8BF9-5558-F6FD-9A3B-E1398A2BCB83}" dt="2026-03-26T10:27:39.260" v="80" actId="14100"/>
      <pc:docMkLst>
        <pc:docMk/>
      </pc:docMkLst>
    </pc:docChg>
  </pc:docChgLst>
  <pc:docChgLst>
    <pc:chgData name="Reijnen, Clemens" userId="949b6e0e-692e-44fd-b569-db6729d59b40" providerId="ADAL" clId="{24FC00FB-931F-48F9-BE33-0D4FD66F11B7}"/>
    <pc:docChg chg="custSel addSld modSld">
      <pc:chgData name="Reijnen, Clemens" userId="949b6e0e-692e-44fd-b569-db6729d59b40" providerId="ADAL" clId="{24FC00FB-931F-48F9-BE33-0D4FD66F11B7}" dt="2026-03-08T09:57:17.079" v="130" actId="1076"/>
      <pc:docMkLst>
        <pc:docMk/>
      </pc:docMkLst>
    </pc:docChg>
  </pc:docChgLst>
  <pc:docChgLst>
    <pc:chgData name="QAROUN, MARIAME" userId="S::mariame.qaroun@capgemini.com::d22bffc0-f727-43b3-9056-24f3d95bb90f" providerId="AD" clId="Web-{FD59386C-1889-C92B-B727-8866CDC54AAD}"/>
    <pc:docChg chg="addSld delSld modSection">
      <pc:chgData name="QAROUN, MARIAME" userId="S::mariame.qaroun@capgemini.com::d22bffc0-f727-43b3-9056-24f3d95bb90f" providerId="AD" clId="Web-{FD59386C-1889-C92B-B727-8866CDC54AAD}" dt="2026-03-24T14:29:23.705" v="1"/>
      <pc:docMkLst>
        <pc:docMk/>
      </pc:docMkLst>
    </pc:docChg>
  </pc:docChgLst>
  <pc:docChgLst>
    <pc:chgData name="Gupta, Abhishek" userId="S::abhishek.n.gupta@capgemini.com::379f7e80-bbee-4bcc-8852-2d31bf0e0973" providerId="AD" clId="Web-{DBE07D18-CF4A-1361-3786-83473DD1F9F0}"/>
    <pc:docChg chg="modSld">
      <pc:chgData name="Gupta, Abhishek" userId="S::abhishek.n.gupta@capgemini.com::379f7e80-bbee-4bcc-8852-2d31bf0e0973" providerId="AD" clId="Web-{DBE07D18-CF4A-1361-3786-83473DD1F9F0}" dt="2026-03-13T10:53:50.731" v="1" actId="14100"/>
      <pc:docMkLst>
        <pc:docMk/>
      </pc:docMkLst>
    </pc:docChg>
  </pc:docChgLst>
  <pc:docChgLst>
    <pc:chgData name="Bhoyar, Tarun" userId="S::tarun.bhoyar@capgemini.com::921a9762-c5da-428b-8b07-a9fed89c08e2" providerId="AD" clId="Web-{79C600AA-EDAD-C464-A3BA-D3874985FC0C}"/>
    <pc:docChg chg="sldOrd">
      <pc:chgData name="Bhoyar, Tarun" userId="S::tarun.bhoyar@capgemini.com::921a9762-c5da-428b-8b07-a9fed89c08e2" providerId="AD" clId="Web-{79C600AA-EDAD-C464-A3BA-D3874985FC0C}" dt="2026-03-23T11:12:54.515" v="0"/>
      <pc:docMkLst>
        <pc:docMk/>
      </pc:docMkLst>
      <pc:sldChg chg="ord">
        <pc:chgData name="Bhoyar, Tarun" userId="S::tarun.bhoyar@capgemini.com::921a9762-c5da-428b-8b07-a9fed89c08e2" providerId="AD" clId="Web-{79C600AA-EDAD-C464-A3BA-D3874985FC0C}" dt="2026-03-23T11:12:54.515" v="0"/>
        <pc:sldMkLst>
          <pc:docMk/>
          <pc:sldMk cId="175612282" sldId="2145706671"/>
        </pc:sldMkLst>
      </pc:sldChg>
    </pc:docChg>
  </pc:docChgLst>
  <pc:docChgLst>
    <pc:chgData name="Pikuza, Rostislav" userId="S::rostislav.pikuza@capgemini.com::9118b986-29b9-4a86-abeb-7bf8991b0343" providerId="AD" clId="Web-{CBD7667F-EF1C-426D-BE80-FCE6573112B1}"/>
    <pc:docChg chg="sldOrd">
      <pc:chgData name="Pikuza, Rostislav" userId="S::rostislav.pikuza@capgemini.com::9118b986-29b9-4a86-abeb-7bf8991b0343" providerId="AD" clId="Web-{CBD7667F-EF1C-426D-BE80-FCE6573112B1}" dt="2026-03-25T15:20:51.020" v="0"/>
      <pc:docMkLst>
        <pc:docMk/>
      </pc:docMkLst>
      <pc:sldChg chg="ord">
        <pc:chgData name="Pikuza, Rostislav" userId="S::rostislav.pikuza@capgemini.com::9118b986-29b9-4a86-abeb-7bf8991b0343" providerId="AD" clId="Web-{CBD7667F-EF1C-426D-BE80-FCE6573112B1}" dt="2026-03-25T15:20:51.020" v="0"/>
        <pc:sldMkLst>
          <pc:docMk/>
          <pc:sldMk cId="2417810418" sldId="2145706670"/>
        </pc:sldMkLst>
      </pc:sldChg>
    </pc:docChg>
  </pc:docChgLst>
  <pc:docChgLst>
    <pc:chgData name="RIVERA, Katiela" userId="S::katiela.rivera@sogeti.com::7126d8c6-b3fc-458b-accb-ee77301e869f" providerId="AD" clId="Web-{3CD85282-9854-21F3-0EA5-893BB2AFE3EF}"/>
    <pc:docChg chg="modSld">
      <pc:chgData name="RIVERA, Katiela" userId="S::katiela.rivera@sogeti.com::7126d8c6-b3fc-458b-accb-ee77301e869f" providerId="AD" clId="Web-{3CD85282-9854-21F3-0EA5-893BB2AFE3EF}" dt="2026-03-26T14:34:23.207" v="0" actId="1076"/>
      <pc:docMkLst>
        <pc:docMk/>
      </pc:docMkLst>
    </pc:docChg>
  </pc:docChgLst>
  <pc:docChgLst>
    <pc:chgData name="Kulkarni, Bhakti Balavant" userId="S::bhakti-balavant.kulkarni@capgemini.com::f6f8a0fe-4f2d-4031-8568-885e39357891" providerId="AD" clId="Web-{7A255256-B19A-2690-6F73-6B25F4D3EC15}"/>
    <pc:docChg chg="modSld">
      <pc:chgData name="Kulkarni, Bhakti Balavant" userId="S::bhakti-balavant.kulkarni@capgemini.com::f6f8a0fe-4f2d-4031-8568-885e39357891" providerId="AD" clId="Web-{7A255256-B19A-2690-6F73-6B25F4D3EC15}" dt="2026-03-23T14:07:08.249" v="1" actId="1076"/>
      <pc:docMkLst>
        <pc:docMk/>
      </pc:docMkLst>
    </pc:docChg>
  </pc:docChgLst>
  <pc:docChgLst>
    <pc:chgData name="Shaikh, Raqeeb" userId="97cf7c9e-4563-4db6-93c9-9abbd585bd17" providerId="ADAL" clId="{08B5DD5E-E738-4483-9FEA-F7E9F3CE5FDA}"/>
    <pc:docChg chg="sldOrd">
      <pc:chgData name="Shaikh, Raqeeb" userId="97cf7c9e-4563-4db6-93c9-9abbd585bd17" providerId="ADAL" clId="{08B5DD5E-E738-4483-9FEA-F7E9F3CE5FDA}" dt="2026-03-25T05:44:54.690" v="0" actId="20578"/>
      <pc:docMkLst>
        <pc:docMk/>
      </pc:docMkLst>
    </pc:docChg>
  </pc:docChgLst>
  <pc:docChgLst>
    <pc:chgData name="Anthireddy, Pragna Reddy" userId="S::pragna.reddy@capgemini.com::80147e68-a452-4e22-8414-45656660ea40" providerId="AD" clId="Web-{2B8AC075-2BBF-A983-0ABC-66AB8D129963}"/>
    <pc:docChg chg="modSld">
      <pc:chgData name="Anthireddy, Pragna Reddy" userId="S::pragna.reddy@capgemini.com::80147e68-a452-4e22-8414-45656660ea40" providerId="AD" clId="Web-{2B8AC075-2BBF-A983-0ABC-66AB8D129963}" dt="2026-03-09T20:55:34.538" v="0" actId="1076"/>
      <pc:docMkLst>
        <pc:docMk/>
      </pc:docMkLst>
    </pc:docChg>
  </pc:docChgLst>
  <pc:docChgLst>
    <pc:chgData name="Kartikey, Priya" userId="S::priya.kartikey@capgemini.com::6deaefca-0f6e-45bd-9819-a32ea5e2f336" providerId="AD" clId="Web-{F5BD5D6B-6363-5C54-704B-A6C7DA09C747}"/>
    <pc:docChg chg="sldOrd">
      <pc:chgData name="Kartikey, Priya" userId="S::priya.kartikey@capgemini.com::6deaefca-0f6e-45bd-9819-a32ea5e2f336" providerId="AD" clId="Web-{F5BD5D6B-6363-5C54-704B-A6C7DA09C747}" dt="2026-03-23T14:37:00.161" v="0"/>
      <pc:docMkLst>
        <pc:docMk/>
      </pc:docMkLst>
    </pc:docChg>
  </pc:docChgLst>
  <pc:docChgLst>
    <pc:chgData name="Sreekumaran, Vineet Kumar" userId="S::vineet.sreekumaran@capgemini.com::a93b9e57-a2bf-4053-a875-6619a5cecff2" providerId="AD" clId="Web-{CDDBB50B-20D9-DBCA-4A9A-DC555278312A}"/>
    <pc:docChg chg="modSld">
      <pc:chgData name="Sreekumaran, Vineet Kumar" userId="S::vineet.sreekumaran@capgemini.com::a93b9e57-a2bf-4053-a875-6619a5cecff2" providerId="AD" clId="Web-{CDDBB50B-20D9-DBCA-4A9A-DC555278312A}" dt="2026-03-30T08:50:23.652" v="3"/>
      <pc:docMkLst>
        <pc:docMk/>
      </pc:docMkLst>
      <pc:sldChg chg="addSp delSp">
        <pc:chgData name="Sreekumaran, Vineet Kumar" userId="S::vineet.sreekumaran@capgemini.com::a93b9e57-a2bf-4053-a875-6619a5cecff2" providerId="AD" clId="Web-{CDDBB50B-20D9-DBCA-4A9A-DC555278312A}" dt="2026-03-30T08:50:23.652" v="3"/>
        <pc:sldMkLst>
          <pc:docMk/>
          <pc:sldMk cId="2417810418" sldId="2145706670"/>
        </pc:sldMkLst>
        <pc:spChg chg="add del">
          <ac:chgData name="Sreekumaran, Vineet Kumar" userId="S::vineet.sreekumaran@capgemini.com::a93b9e57-a2bf-4053-a875-6619a5cecff2" providerId="AD" clId="Web-{CDDBB50B-20D9-DBCA-4A9A-DC555278312A}" dt="2026-03-30T08:50:23.652" v="2"/>
          <ac:spMkLst>
            <pc:docMk/>
            <pc:sldMk cId="2417810418" sldId="2145706670"/>
            <ac:spMk id="295" creationId="{AEC86DFA-092F-C58E-0227-1381E41A7949}"/>
          </ac:spMkLst>
        </pc:spChg>
        <pc:spChg chg="add del">
          <ac:chgData name="Sreekumaran, Vineet Kumar" userId="S::vineet.sreekumaran@capgemini.com::a93b9e57-a2bf-4053-a875-6619a5cecff2" providerId="AD" clId="Web-{CDDBB50B-20D9-DBCA-4A9A-DC555278312A}" dt="2026-03-30T08:50:23.652" v="3"/>
          <ac:spMkLst>
            <pc:docMk/>
            <pc:sldMk cId="2417810418" sldId="2145706670"/>
            <ac:spMk id="300" creationId="{FFD296E0-094D-93E1-8E71-80368F423FD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04/08/2026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1</a:t>
            </a:fld>
            <a:endParaRPr lang="en-PL"/>
          </a:p>
        </p:txBody>
      </p:sp>
    </p:spTree>
    <p:extLst>
      <p:ext uri="{BB962C8B-B14F-4D97-AF65-F5344CB8AC3E}">
        <p14:creationId xmlns:p14="http://schemas.microsoft.com/office/powerpoint/2010/main" val="973568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9.png"/><Relationship Id="rId7" Type="http://schemas.microsoft.com/office/2007/relationships/hdphoto" Target="../media/hdphoto2.wdp"/><Relationship Id="rId12" Type="http://schemas.openxmlformats.org/officeDocument/2006/relationships/image" Target="../media/image12.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3.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1.png"/><Relationship Id="rId14" Type="http://schemas.openxmlformats.org/officeDocument/2006/relationships/hyperlink" Target="https://www.instagram.com/capgemini/"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769390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6">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 id="2147484009"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svg"/><Relationship Id="rId1" Type="http://schemas.openxmlformats.org/officeDocument/2006/relationships/slideLayout" Target="../slideLayouts/slideLayout3.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5" Type="http://schemas.openxmlformats.org/officeDocument/2006/relationships/image" Target="../media/image23.jpeg"/><Relationship Id="rId4" Type="http://schemas.openxmlformats.org/officeDocument/2006/relationships/image" Target="../media/image22.jpeg"/></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29" name="Footer Placeholder 28">
            <a:extLst>
              <a:ext uri="{FF2B5EF4-FFF2-40B4-BE49-F238E27FC236}">
                <a16:creationId xmlns:a16="http://schemas.microsoft.com/office/drawing/2014/main" id="{0CAC0EBB-B542-A534-D976-2952B8491909}"/>
              </a:ext>
            </a:extLst>
          </p:cNvPr>
          <p:cNvSpPr>
            <a:spLocks noGrp="1"/>
          </p:cNvSpPr>
          <p:nvPr>
            <p:ph type="ftr" sz="quarter" idx="11"/>
          </p:nvPr>
        </p:nvSpPr>
        <p:spPr/>
        <p:txBody>
          <a:bodyPr/>
          <a:lstStyle/>
          <a:p>
            <a:r>
              <a:rPr lang="en-US"/>
              <a:t>Presentation Title | Author | Date</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1</a:t>
            </a:fld>
            <a:endParaRPr lang="en-US"/>
          </a:p>
        </p:txBody>
      </p:sp>
      <p:sp>
        <p:nvSpPr>
          <p:cNvPr id="7" name="Rounded Rectangle 6">
            <a:extLst>
              <a:ext uri="{FF2B5EF4-FFF2-40B4-BE49-F238E27FC236}">
                <a16:creationId xmlns:a16="http://schemas.microsoft.com/office/drawing/2014/main" id="{3EF55D29-D549-A161-BAC6-AF540E6AF3A6}"/>
              </a:ext>
            </a:extLst>
          </p:cNvPr>
          <p:cNvSpPr/>
          <p:nvPr/>
        </p:nvSpPr>
        <p:spPr>
          <a:xfrm>
            <a:off x="3757722" y="814220"/>
            <a:ext cx="5340558" cy="2930373"/>
          </a:xfrm>
          <a:prstGeom prst="roundRect">
            <a:avLst>
              <a:gd name="adj" fmla="val 2021"/>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sz="1050">
              <a:solidFill>
                <a:schemeClr val="tx1"/>
              </a:solidFill>
            </a:endParaRPr>
          </a:p>
        </p:txBody>
      </p:sp>
      <p:sp>
        <p:nvSpPr>
          <p:cNvPr id="14" name="Rounded Rectangle 13">
            <a:extLst>
              <a:ext uri="{FF2B5EF4-FFF2-40B4-BE49-F238E27FC236}">
                <a16:creationId xmlns:a16="http://schemas.microsoft.com/office/drawing/2014/main" id="{D34C0E58-2B38-D9D4-F6DD-CA95D28EBBB5}"/>
              </a:ext>
            </a:extLst>
          </p:cNvPr>
          <p:cNvSpPr/>
          <p:nvPr/>
        </p:nvSpPr>
        <p:spPr>
          <a:xfrm>
            <a:off x="9474085" y="152403"/>
            <a:ext cx="2717916" cy="621751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490672" y="4025333"/>
            <a:ext cx="1922839"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8" name="Rectangle 17">
            <a:extLst>
              <a:ext uri="{FF2B5EF4-FFF2-40B4-BE49-F238E27FC236}">
                <a16:creationId xmlns:a16="http://schemas.microsoft.com/office/drawing/2014/main" id="{BD0C65E4-4EA2-695A-0974-696F98D3C9D6}"/>
              </a:ext>
            </a:extLst>
          </p:cNvPr>
          <p:cNvSpPr/>
          <p:nvPr/>
        </p:nvSpPr>
        <p:spPr>
          <a:xfrm>
            <a:off x="7467600" y="4269623"/>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49234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59148" y="4025333"/>
            <a:ext cx="7122422"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21" name="Rectangle 20">
            <a:extLst>
              <a:ext uri="{FF2B5EF4-FFF2-40B4-BE49-F238E27FC236}">
                <a16:creationId xmlns:a16="http://schemas.microsoft.com/office/drawing/2014/main" id="{A6CD3C9A-FACF-2625-5F64-D30C21608F62}"/>
              </a:ext>
            </a:extLst>
          </p:cNvPr>
          <p:cNvSpPr/>
          <p:nvPr/>
        </p:nvSpPr>
        <p:spPr>
          <a:xfrm>
            <a:off x="249250" y="4269623"/>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839717" y="646592"/>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C2303EE9-3969-ACA1-BD43-C4EA3992EAB8}"/>
              </a:ext>
            </a:extLst>
          </p:cNvPr>
          <p:cNvSpPr/>
          <p:nvPr/>
        </p:nvSpPr>
        <p:spPr>
          <a:xfrm>
            <a:off x="9592837" y="2182041"/>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630DAF87-00F5-ECF5-8767-99FD7B4932D2}"/>
              </a:ext>
            </a:extLst>
          </p:cNvPr>
          <p:cNvSpPr txBox="1"/>
          <p:nvPr/>
        </p:nvSpPr>
        <p:spPr>
          <a:xfrm>
            <a:off x="9839717" y="2167408"/>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7" name="Rounded Rectangle 36">
            <a:extLst>
              <a:ext uri="{FF2B5EF4-FFF2-40B4-BE49-F238E27FC236}">
                <a16:creationId xmlns:a16="http://schemas.microsoft.com/office/drawing/2014/main" id="{AC704906-FAC6-CC28-217C-0492D17700D9}"/>
              </a:ext>
            </a:extLst>
          </p:cNvPr>
          <p:cNvSpPr/>
          <p:nvPr/>
        </p:nvSpPr>
        <p:spPr>
          <a:xfrm>
            <a:off x="368250" y="4576963"/>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619706" y="4562330"/>
            <a:ext cx="1422482" cy="263791"/>
          </a:xfrm>
          <a:prstGeom prst="rect">
            <a:avLst/>
          </a:prstGeom>
          <a:noFill/>
        </p:spPr>
        <p:txBody>
          <a:bodyPr vert="horz" wrap="none" lIns="90000" tIns="46800" rIns="90000" bIns="46800" rtlCol="0" anchor="ctr">
            <a:spAutoFit/>
          </a:bodyPr>
          <a:lstStyle/>
          <a:p>
            <a:pPr algn="l">
              <a:spcBef>
                <a:spcPct val="0"/>
              </a:spcBef>
            </a:pPr>
            <a:r>
              <a:rPr lang="en-US" sz="110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3912793" y="682228"/>
            <a:ext cx="1593910" cy="263791"/>
          </a:xfrm>
          <a:prstGeom prst="rect">
            <a:avLst/>
          </a:prstGeom>
          <a:noFill/>
        </p:spPr>
        <p:txBody>
          <a:bodyPr vert="horz" wrap="square" lIns="90000" tIns="46800" rIns="90000" bIns="46800" rtlCol="0" anchor="ctr">
            <a:spAutoFit/>
          </a:bodyPr>
          <a:lstStyle/>
          <a:p>
            <a:pPr algn="l">
              <a:spcBef>
                <a:spcPct val="0"/>
              </a:spcBef>
            </a:pPr>
            <a:r>
              <a:rPr lang="en-US" sz="1100"/>
              <a:t>Business Challenges</a:t>
            </a:r>
          </a:p>
        </p:txBody>
      </p:sp>
      <p:sp>
        <p:nvSpPr>
          <p:cNvPr id="49" name="Rounded Rectangle 48">
            <a:extLst>
              <a:ext uri="{FF2B5EF4-FFF2-40B4-BE49-F238E27FC236}">
                <a16:creationId xmlns:a16="http://schemas.microsoft.com/office/drawing/2014/main" id="{392F7412-4824-43D8-B880-447809FF3874}"/>
              </a:ext>
            </a:extLst>
          </p:cNvPr>
          <p:cNvSpPr/>
          <p:nvPr/>
        </p:nvSpPr>
        <p:spPr>
          <a:xfrm>
            <a:off x="3657600" y="4575762"/>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09056" y="4561129"/>
            <a:ext cx="1348744" cy="263791"/>
          </a:xfrm>
          <a:prstGeom prst="rect">
            <a:avLst/>
          </a:prstGeom>
          <a:noFill/>
        </p:spPr>
        <p:txBody>
          <a:bodyPr vert="horz" wrap="none" lIns="90000" tIns="46800" rIns="90000" bIns="46800" rtlCol="0" anchor="ctr">
            <a:spAutoFit/>
          </a:bodyPr>
          <a:lstStyle/>
          <a:p>
            <a:pPr algn="l">
              <a:spcBef>
                <a:spcPct val="0"/>
              </a:spcBef>
            </a:pPr>
            <a:r>
              <a:rPr lang="en-US" sz="1100"/>
              <a:t>Technical Solution</a:t>
            </a:r>
          </a:p>
        </p:txBody>
      </p:sp>
      <p:cxnSp>
        <p:nvCxnSpPr>
          <p:cNvPr id="51" name="Straight Connector 50">
            <a:extLst>
              <a:ext uri="{FF2B5EF4-FFF2-40B4-BE49-F238E27FC236}">
                <a16:creationId xmlns:a16="http://schemas.microsoft.com/office/drawing/2014/main" id="{AC51E32A-5104-AB8F-9EBC-85EB2204E734}"/>
              </a:ext>
            </a:extLst>
          </p:cNvPr>
          <p:cNvCxnSpPr>
            <a:cxnSpLocks/>
          </p:cNvCxnSpPr>
          <p:nvPr/>
        </p:nvCxnSpPr>
        <p:spPr>
          <a:xfrm>
            <a:off x="3581400" y="4863533"/>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172200" y="935691"/>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56EB4857-71BC-0F5D-8D31-5A71D2C9EEEF}"/>
              </a:ext>
            </a:extLst>
          </p:cNvPr>
          <p:cNvSpPr/>
          <p:nvPr/>
        </p:nvSpPr>
        <p:spPr>
          <a:xfrm>
            <a:off x="7543123" y="4588418"/>
            <a:ext cx="17373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819071" y="4573785"/>
            <a:ext cx="1020129" cy="263791"/>
          </a:xfrm>
          <a:prstGeom prst="rect">
            <a:avLst/>
          </a:prstGeom>
          <a:noFill/>
        </p:spPr>
        <p:txBody>
          <a:bodyPr vert="horz" wrap="none" lIns="90000" tIns="46800" rIns="90000" bIns="46800" rtlCol="0" anchor="ctr">
            <a:spAutoFit/>
          </a:bodyPr>
          <a:lstStyle/>
          <a:p>
            <a:pPr algn="l">
              <a:spcBef>
                <a:spcPct val="0"/>
              </a:spcBef>
            </a:pPr>
            <a:r>
              <a:rPr lang="en-US" sz="1100"/>
              <a:t>Stakeholders</a:t>
            </a:r>
          </a:p>
        </p:txBody>
      </p:sp>
      <p:sp>
        <p:nvSpPr>
          <p:cNvPr id="40" name="TextBox 39">
            <a:extLst>
              <a:ext uri="{FF2B5EF4-FFF2-40B4-BE49-F238E27FC236}">
                <a16:creationId xmlns:a16="http://schemas.microsoft.com/office/drawing/2014/main" id="{EF1516CB-5801-A690-EF6F-37DDFC201695}"/>
              </a:ext>
            </a:extLst>
          </p:cNvPr>
          <p:cNvSpPr txBox="1"/>
          <p:nvPr/>
        </p:nvSpPr>
        <p:spPr>
          <a:xfrm>
            <a:off x="6966857" y="719703"/>
            <a:ext cx="181822" cy="309958"/>
          </a:xfrm>
          <a:prstGeom prst="rect">
            <a:avLst/>
          </a:prstGeom>
          <a:noFill/>
        </p:spPr>
        <p:txBody>
          <a:bodyPr vert="horz" wrap="none" lIns="90000" tIns="46800" rIns="90000" bIns="46800" rtlCol="0" anchor="ctr">
            <a:spAutoFit/>
          </a:bodyPr>
          <a:lstStyle/>
          <a:p>
            <a:pPr algn="l">
              <a:spcBef>
                <a:spcPct val="0"/>
              </a:spcBef>
            </a:pPr>
            <a:endParaRPr lang="en-IN" sz="1400" err="1"/>
          </a:p>
        </p:txBody>
      </p:sp>
      <p:sp>
        <p:nvSpPr>
          <p:cNvPr id="45" name="TextBox 44">
            <a:extLst>
              <a:ext uri="{FF2B5EF4-FFF2-40B4-BE49-F238E27FC236}">
                <a16:creationId xmlns:a16="http://schemas.microsoft.com/office/drawing/2014/main" id="{867C1214-7A36-336D-7919-999BF2AA0355}"/>
              </a:ext>
            </a:extLst>
          </p:cNvPr>
          <p:cNvSpPr txBox="1"/>
          <p:nvPr/>
        </p:nvSpPr>
        <p:spPr>
          <a:xfrm>
            <a:off x="9539851" y="946019"/>
            <a:ext cx="2652149" cy="1171732"/>
          </a:xfrm>
          <a:prstGeom prst="rect">
            <a:avLst/>
          </a:prstGeom>
          <a:noFill/>
        </p:spPr>
        <p:txBody>
          <a:bodyPr vert="horz" wrap="square" lIns="90000" tIns="46800" rIns="90000" bIns="46800" rtlCol="0" anchor="ctr">
            <a:spAutoFit/>
          </a:bodyPr>
          <a:lstStyle/>
          <a:p>
            <a:pPr marL="171450" indent="-171450">
              <a:spcBef>
                <a:spcPct val="0"/>
              </a:spcBef>
              <a:buFont typeface="Arial" panose="020B0604020202020204" pitchFamily="34" charset="0"/>
              <a:buChar char="•"/>
            </a:pPr>
            <a:r>
              <a:rPr lang="en-US" sz="1000"/>
              <a:t>70% faster research cycle time</a:t>
            </a:r>
          </a:p>
          <a:p>
            <a:pPr marL="171450" indent="-171450">
              <a:spcBef>
                <a:spcPct val="0"/>
              </a:spcBef>
              <a:buFont typeface="Arial" panose="020B0604020202020204" pitchFamily="34" charset="0"/>
              <a:buChar char="•"/>
            </a:pPr>
            <a:r>
              <a:rPr lang="en-US" sz="1000"/>
              <a:t>20–35% increase in architect/analyst productivity</a:t>
            </a:r>
          </a:p>
          <a:p>
            <a:pPr marL="171450" indent="-171450">
              <a:spcBef>
                <a:spcPct val="0"/>
              </a:spcBef>
              <a:buFont typeface="Arial" panose="020B0604020202020204" pitchFamily="34" charset="0"/>
              <a:buChar char="•"/>
            </a:pPr>
            <a:r>
              <a:rPr lang="en-US" sz="1000"/>
              <a:t>25–40% reduction in duplicated internal initiatives</a:t>
            </a:r>
          </a:p>
          <a:p>
            <a:pPr marL="171450" indent="-171450">
              <a:spcBef>
                <a:spcPct val="0"/>
              </a:spcBef>
              <a:buFont typeface="Arial" panose="020B0604020202020204" pitchFamily="34" charset="0"/>
              <a:buChar char="•"/>
            </a:pPr>
            <a:r>
              <a:rPr lang="en-US" sz="1000"/>
              <a:t>Higher confidence through evidence‑backed decision-making</a:t>
            </a:r>
            <a:endParaRPr lang="en-IN" sz="1000" err="1"/>
          </a:p>
        </p:txBody>
      </p:sp>
      <p:sp>
        <p:nvSpPr>
          <p:cNvPr id="46" name="TextBox 45">
            <a:extLst>
              <a:ext uri="{FF2B5EF4-FFF2-40B4-BE49-F238E27FC236}">
                <a16:creationId xmlns:a16="http://schemas.microsoft.com/office/drawing/2014/main" id="{7AA27B57-EDB3-8195-168A-03922AA3AF1F}"/>
              </a:ext>
            </a:extLst>
          </p:cNvPr>
          <p:cNvSpPr txBox="1"/>
          <p:nvPr/>
        </p:nvSpPr>
        <p:spPr>
          <a:xfrm>
            <a:off x="368250" y="4865583"/>
            <a:ext cx="2921436" cy="1479509"/>
          </a:xfrm>
          <a:prstGeom prst="rect">
            <a:avLst/>
          </a:prstGeom>
          <a:noFill/>
        </p:spPr>
        <p:txBody>
          <a:bodyPr vert="horz" wrap="square" lIns="90000" tIns="46800" rIns="90000" bIns="46800" rtlCol="0" anchor="ctr">
            <a:spAutoFit/>
          </a:bodyPr>
          <a:lstStyle/>
          <a:p>
            <a:pPr marL="285750" indent="-285750">
              <a:spcBef>
                <a:spcPct val="0"/>
              </a:spcBef>
              <a:buFont typeface="Arial" panose="020B0604020202020204" pitchFamily="34" charset="0"/>
              <a:buChar char="•"/>
            </a:pPr>
            <a:r>
              <a:rPr lang="en-US" sz="900"/>
              <a:t>Multi‑agent system orchestrating discovery, evaluation, and scoring</a:t>
            </a:r>
          </a:p>
          <a:p>
            <a:pPr marL="285750" indent="-285750">
              <a:spcBef>
                <a:spcPct val="0"/>
              </a:spcBef>
              <a:buFont typeface="Arial" panose="020B0604020202020204" pitchFamily="34" charset="0"/>
              <a:buChar char="•"/>
            </a:pPr>
            <a:r>
              <a:rPr lang="en-US" sz="900"/>
              <a:t>Automatic extraction of structured data from URLs</a:t>
            </a:r>
          </a:p>
          <a:p>
            <a:pPr marL="285750" indent="-285750">
              <a:spcBef>
                <a:spcPct val="0"/>
              </a:spcBef>
              <a:buFont typeface="Arial" panose="020B0604020202020204" pitchFamily="34" charset="0"/>
              <a:buChar char="•"/>
            </a:pPr>
            <a:r>
              <a:rPr lang="en-US" sz="900"/>
              <a:t>Review aggregation from Product Hunt, GitHub, G2, blogs</a:t>
            </a:r>
          </a:p>
          <a:p>
            <a:pPr marL="285750" indent="-285750">
              <a:spcBef>
                <a:spcPct val="0"/>
              </a:spcBef>
              <a:buFont typeface="Arial" panose="020B0604020202020204" pitchFamily="34" charset="0"/>
              <a:buChar char="•"/>
            </a:pPr>
            <a:r>
              <a:rPr lang="en-US" sz="900"/>
              <a:t>Credibility scoring using recency, trust, adoption, technical depth</a:t>
            </a:r>
          </a:p>
          <a:p>
            <a:pPr marL="285750" indent="-285750">
              <a:spcBef>
                <a:spcPct val="0"/>
              </a:spcBef>
              <a:buFont typeface="Arial" panose="020B0604020202020204" pitchFamily="34" charset="0"/>
              <a:buChar char="•"/>
            </a:pPr>
            <a:r>
              <a:rPr lang="en-US" sz="900"/>
              <a:t>Generates ranked solution list and decision-ready reports</a:t>
            </a:r>
            <a:endParaRPr lang="en-IN" sz="900" err="1"/>
          </a:p>
        </p:txBody>
      </p:sp>
      <p:sp>
        <p:nvSpPr>
          <p:cNvPr id="47" name="TextBox 46">
            <a:extLst>
              <a:ext uri="{FF2B5EF4-FFF2-40B4-BE49-F238E27FC236}">
                <a16:creationId xmlns:a16="http://schemas.microsoft.com/office/drawing/2014/main" id="{85AAFFCF-BC60-6A81-04E7-0C8F4058CEAA}"/>
              </a:ext>
            </a:extLst>
          </p:cNvPr>
          <p:cNvSpPr txBox="1"/>
          <p:nvPr/>
        </p:nvSpPr>
        <p:spPr>
          <a:xfrm>
            <a:off x="3710052" y="4841270"/>
            <a:ext cx="3474719" cy="1202510"/>
          </a:xfrm>
          <a:prstGeom prst="rect">
            <a:avLst/>
          </a:prstGeom>
          <a:noFill/>
        </p:spPr>
        <p:txBody>
          <a:bodyPr vert="horz" wrap="square" lIns="90000" tIns="46800" rIns="90000" bIns="46800" rtlCol="0" anchor="ctr">
            <a:spAutoFit/>
          </a:bodyPr>
          <a:lstStyle/>
          <a:p>
            <a:pPr marL="171450" indent="-171450">
              <a:spcBef>
                <a:spcPct val="0"/>
              </a:spcBef>
              <a:buFont typeface="Arial" panose="020B0604020202020204" pitchFamily="34" charset="0"/>
              <a:buChar char="•"/>
            </a:pPr>
            <a:r>
              <a:rPr lang="en-IN" sz="900"/>
              <a:t>Azure Functions (Python) for search, extraction, scoring tools</a:t>
            </a:r>
          </a:p>
          <a:p>
            <a:pPr marL="171450" indent="-171450">
              <a:spcBef>
                <a:spcPct val="0"/>
              </a:spcBef>
              <a:buFont typeface="Arial" panose="020B0604020202020204" pitchFamily="34" charset="0"/>
              <a:buChar char="•"/>
            </a:pPr>
            <a:r>
              <a:rPr lang="en-IN" sz="900"/>
              <a:t>Bing Web Search API for grounded external discovery</a:t>
            </a:r>
          </a:p>
          <a:p>
            <a:pPr marL="171450" indent="-171450">
              <a:spcBef>
                <a:spcPct val="0"/>
              </a:spcBef>
              <a:buFont typeface="Arial" panose="020B0604020202020204" pitchFamily="34" charset="0"/>
              <a:buChar char="•"/>
            </a:pPr>
            <a:r>
              <a:rPr lang="en-IN" sz="900"/>
              <a:t>Product Hunt + GitHub APIs for review intelligence</a:t>
            </a:r>
          </a:p>
          <a:p>
            <a:pPr marL="171450" indent="-171450">
              <a:spcBef>
                <a:spcPct val="0"/>
              </a:spcBef>
              <a:buFont typeface="Arial" panose="020B0604020202020204" pitchFamily="34" charset="0"/>
              <a:buChar char="•"/>
            </a:pPr>
            <a:r>
              <a:rPr lang="en-IN" sz="900"/>
              <a:t>Optional Microsoft Graph Connectors for internal enterprise search</a:t>
            </a:r>
          </a:p>
          <a:p>
            <a:pPr marL="171450" indent="-171450">
              <a:spcBef>
                <a:spcPct val="0"/>
              </a:spcBef>
              <a:buFont typeface="Arial" panose="020B0604020202020204" pitchFamily="34" charset="0"/>
              <a:buChar char="•"/>
            </a:pPr>
            <a:r>
              <a:rPr lang="en-IN" sz="900"/>
              <a:t>Responsible AI: Content Safety, Prompt Shields, audit logs</a:t>
            </a:r>
          </a:p>
          <a:p>
            <a:pPr marL="171450" indent="-171450">
              <a:spcBef>
                <a:spcPct val="0"/>
              </a:spcBef>
              <a:buFont typeface="Arial" panose="020B0604020202020204" pitchFamily="34" charset="0"/>
              <a:buChar char="•"/>
            </a:pPr>
            <a:r>
              <a:rPr lang="en-IN" sz="900"/>
              <a:t>Outputs: JSON, Markdown, PDF, Teams integration</a:t>
            </a:r>
          </a:p>
        </p:txBody>
      </p:sp>
      <p:sp>
        <p:nvSpPr>
          <p:cNvPr id="48" name="TextBox 47">
            <a:extLst>
              <a:ext uri="{FF2B5EF4-FFF2-40B4-BE49-F238E27FC236}">
                <a16:creationId xmlns:a16="http://schemas.microsoft.com/office/drawing/2014/main" id="{D6269C79-69C0-84BF-3F2B-964147C4FB3D}"/>
              </a:ext>
            </a:extLst>
          </p:cNvPr>
          <p:cNvSpPr txBox="1"/>
          <p:nvPr/>
        </p:nvSpPr>
        <p:spPr>
          <a:xfrm>
            <a:off x="7454605" y="4878828"/>
            <a:ext cx="2045396" cy="1341009"/>
          </a:xfrm>
          <a:prstGeom prst="rect">
            <a:avLst/>
          </a:prstGeom>
          <a:noFill/>
        </p:spPr>
        <p:txBody>
          <a:bodyPr vert="horz" wrap="square" lIns="90000" tIns="46800" rIns="90000" bIns="46800" rtlCol="0" anchor="ctr">
            <a:spAutoFit/>
          </a:bodyPr>
          <a:lstStyle/>
          <a:p>
            <a:pPr marL="171450" indent="-171450">
              <a:spcBef>
                <a:spcPct val="0"/>
              </a:spcBef>
              <a:buFont typeface="Arial" panose="020B0604020202020204" pitchFamily="34" charset="0"/>
              <a:buChar char="•"/>
            </a:pPr>
            <a:r>
              <a:rPr lang="en-US" sz="900"/>
              <a:t>Product Managers &amp; Innovation Leaders</a:t>
            </a:r>
          </a:p>
          <a:p>
            <a:pPr marL="171450" indent="-171450">
              <a:spcBef>
                <a:spcPct val="0"/>
              </a:spcBef>
              <a:buFont typeface="Arial" panose="020B0604020202020204" pitchFamily="34" charset="0"/>
              <a:buChar char="•"/>
            </a:pPr>
            <a:r>
              <a:rPr lang="en-US" sz="900"/>
              <a:t>Enterprise Architects &amp; Engineering Teams</a:t>
            </a:r>
          </a:p>
          <a:p>
            <a:pPr marL="171450" indent="-171450">
              <a:spcBef>
                <a:spcPct val="0"/>
              </a:spcBef>
              <a:buFont typeface="Arial" panose="020B0604020202020204" pitchFamily="34" charset="0"/>
              <a:buChar char="•"/>
            </a:pPr>
            <a:r>
              <a:rPr lang="en-US" sz="900"/>
              <a:t>Consulting &amp; Pre‑Sales Teams</a:t>
            </a:r>
          </a:p>
          <a:p>
            <a:pPr marL="171450" indent="-171450">
              <a:spcBef>
                <a:spcPct val="0"/>
              </a:spcBef>
              <a:buFont typeface="Arial" panose="020B0604020202020204" pitchFamily="34" charset="0"/>
              <a:buChar char="•"/>
            </a:pPr>
            <a:r>
              <a:rPr lang="en-US" sz="900"/>
              <a:t>Market Intelligence &amp; Strategy Teams</a:t>
            </a:r>
          </a:p>
          <a:p>
            <a:pPr marL="171450" indent="-171450">
              <a:spcBef>
                <a:spcPct val="0"/>
              </a:spcBef>
              <a:buFont typeface="Arial" panose="020B0604020202020204" pitchFamily="34" charset="0"/>
              <a:buChar char="•"/>
            </a:pPr>
            <a:r>
              <a:rPr lang="en-US" sz="900"/>
              <a:t>Risk &amp; Compliance (auditability, traceability)</a:t>
            </a:r>
            <a:endParaRPr lang="en-IN" sz="900" err="1"/>
          </a:p>
        </p:txBody>
      </p:sp>
      <p:sp>
        <p:nvSpPr>
          <p:cNvPr id="52" name="TextBox 51">
            <a:extLst>
              <a:ext uri="{FF2B5EF4-FFF2-40B4-BE49-F238E27FC236}">
                <a16:creationId xmlns:a16="http://schemas.microsoft.com/office/drawing/2014/main" id="{965C4C54-FB57-342B-4155-953B30E36AB3}"/>
              </a:ext>
            </a:extLst>
          </p:cNvPr>
          <p:cNvSpPr txBox="1"/>
          <p:nvPr/>
        </p:nvSpPr>
        <p:spPr>
          <a:xfrm>
            <a:off x="3875095" y="1001042"/>
            <a:ext cx="2144705" cy="2556727"/>
          </a:xfrm>
          <a:prstGeom prst="rect">
            <a:avLst/>
          </a:prstGeom>
          <a:noFill/>
        </p:spPr>
        <p:txBody>
          <a:bodyPr vert="horz" wrap="square" lIns="90000" tIns="46800" rIns="90000" bIns="46800" rtlCol="0" anchor="ctr">
            <a:spAutoFit/>
          </a:bodyPr>
          <a:lstStyle/>
          <a:p>
            <a:pPr marL="285750" indent="-285750">
              <a:buFont typeface="Arial" panose="020B0604020202020204" pitchFamily="34" charset="0"/>
              <a:buChar char="•"/>
            </a:pPr>
            <a:r>
              <a:rPr lang="en-US" sz="1000"/>
              <a:t>Manual research across teams slows decision-making</a:t>
            </a:r>
          </a:p>
          <a:p>
            <a:pPr marL="285750" indent="-285750">
              <a:buFont typeface="Arial" panose="020B0604020202020204" pitchFamily="34" charset="0"/>
              <a:buChar char="•"/>
            </a:pPr>
            <a:r>
              <a:rPr lang="en-US" sz="1000"/>
              <a:t>Frequent reinvention of existing internal/external solutions</a:t>
            </a:r>
          </a:p>
          <a:p>
            <a:pPr marL="285750" indent="-285750">
              <a:buFont typeface="Arial" panose="020B0604020202020204" pitchFamily="34" charset="0"/>
              <a:buChar char="•"/>
            </a:pPr>
            <a:r>
              <a:rPr lang="en-US" sz="1000"/>
              <a:t>Lack of consistent, reliable competitive intelligence</a:t>
            </a:r>
          </a:p>
          <a:p>
            <a:pPr marL="285750" indent="-285750">
              <a:buFont typeface="Arial" panose="020B0604020202020204" pitchFamily="34" charset="0"/>
              <a:buChar char="•"/>
            </a:pPr>
            <a:r>
              <a:rPr lang="en-US" sz="1000"/>
              <a:t>Difficulty validating credibility of online information</a:t>
            </a:r>
          </a:p>
          <a:p>
            <a:pPr marL="285750" indent="-285750">
              <a:buFont typeface="Arial" panose="020B0604020202020204" pitchFamily="34" charset="0"/>
              <a:buChar char="•"/>
            </a:pPr>
            <a:r>
              <a:rPr lang="en-US" sz="1000"/>
              <a:t>Increasing explosion of AI‑generated tools, making comparison impossible</a:t>
            </a:r>
          </a:p>
          <a:p>
            <a:pPr marL="285750" indent="-285750">
              <a:buFont typeface="Arial" panose="020B0604020202020204" pitchFamily="34" charset="0"/>
              <a:buChar char="•"/>
            </a:pPr>
            <a:r>
              <a:rPr lang="en-US" sz="1000"/>
              <a:t>Risk of choosing suboptimal tools → impacts security, performance, cost</a:t>
            </a:r>
            <a:endParaRPr lang="en-IN" sz="1000"/>
          </a:p>
        </p:txBody>
      </p:sp>
      <p:sp>
        <p:nvSpPr>
          <p:cNvPr id="54" name="TextBox 53">
            <a:extLst>
              <a:ext uri="{FF2B5EF4-FFF2-40B4-BE49-F238E27FC236}">
                <a16:creationId xmlns:a16="http://schemas.microsoft.com/office/drawing/2014/main" id="{8CFAA86E-AA25-4162-832C-F47BA7992FDF}"/>
              </a:ext>
            </a:extLst>
          </p:cNvPr>
          <p:cNvSpPr txBox="1"/>
          <p:nvPr/>
        </p:nvSpPr>
        <p:spPr>
          <a:xfrm>
            <a:off x="6198375" y="1001042"/>
            <a:ext cx="2689496" cy="2248950"/>
          </a:xfrm>
          <a:prstGeom prst="rect">
            <a:avLst/>
          </a:prstGeom>
          <a:noFill/>
        </p:spPr>
        <p:txBody>
          <a:bodyPr vert="horz" wrap="square" lIns="90000" tIns="46800" rIns="90000" bIns="46800" rtlCol="0" anchor="ctr">
            <a:spAutoFit/>
          </a:bodyPr>
          <a:lstStyle/>
          <a:p>
            <a:pPr marL="171450" indent="-171450">
              <a:buFont typeface="Arial" panose="020B0604020202020204" pitchFamily="34" charset="0"/>
              <a:buChar char="•"/>
            </a:pPr>
            <a:r>
              <a:rPr lang="en-US" sz="1000"/>
              <a:t>User enters an idea or problem statement (e.g., “Need a SAST tool for CI/CD”)</a:t>
            </a:r>
          </a:p>
          <a:p>
            <a:pPr marL="171450" indent="-171450">
              <a:buFont typeface="Arial" panose="020B0604020202020204" pitchFamily="34" charset="0"/>
              <a:buChar char="•"/>
            </a:pPr>
            <a:r>
              <a:rPr lang="en-US" sz="1000"/>
              <a:t>Multi-agent workflow runs autonomous discovery across the web and internal sources</a:t>
            </a:r>
          </a:p>
          <a:p>
            <a:pPr marL="171450" indent="-171450">
              <a:buFont typeface="Arial" panose="020B0604020202020204" pitchFamily="34" charset="0"/>
              <a:buChar char="•"/>
            </a:pPr>
            <a:r>
              <a:rPr lang="en-US" sz="1000"/>
              <a:t>Extracts comparable solutions, features, maturity, pricing indicators</a:t>
            </a:r>
          </a:p>
          <a:p>
            <a:pPr marL="171450" indent="-171450">
              <a:buFont typeface="Arial" panose="020B0604020202020204" pitchFamily="34" charset="0"/>
              <a:buChar char="•"/>
            </a:pPr>
            <a:r>
              <a:rPr lang="en-US" sz="1000"/>
              <a:t>Aggregates reviews (Product Hunt, GitHub, G2, blogs, sentiment)</a:t>
            </a:r>
          </a:p>
          <a:p>
            <a:pPr marL="171450" indent="-171450">
              <a:buFont typeface="Arial" panose="020B0604020202020204" pitchFamily="34" charset="0"/>
              <a:buChar char="•"/>
            </a:pPr>
            <a:r>
              <a:rPr lang="en-US" sz="1000"/>
              <a:t>Scores each option with transparent credibility metrics</a:t>
            </a:r>
          </a:p>
          <a:p>
            <a:pPr marL="171450" indent="-171450">
              <a:buFont typeface="Arial" panose="020B0604020202020204" pitchFamily="34" charset="0"/>
              <a:buChar char="•"/>
            </a:pPr>
            <a:r>
              <a:rPr lang="en-US" sz="1000"/>
              <a:t>Produces a ranked recommendation + Build vs Buy vs Partner guidance</a:t>
            </a:r>
          </a:p>
        </p:txBody>
      </p:sp>
      <p:sp>
        <p:nvSpPr>
          <p:cNvPr id="57" name="TextBox 56">
            <a:extLst>
              <a:ext uri="{FF2B5EF4-FFF2-40B4-BE49-F238E27FC236}">
                <a16:creationId xmlns:a16="http://schemas.microsoft.com/office/drawing/2014/main" id="{657C4FF3-14F1-75AE-CA54-CA745904CF47}"/>
              </a:ext>
            </a:extLst>
          </p:cNvPr>
          <p:cNvSpPr txBox="1"/>
          <p:nvPr/>
        </p:nvSpPr>
        <p:spPr>
          <a:xfrm>
            <a:off x="6019800" y="926499"/>
            <a:ext cx="181822" cy="309958"/>
          </a:xfrm>
          <a:prstGeom prst="rect">
            <a:avLst/>
          </a:prstGeom>
          <a:noFill/>
        </p:spPr>
        <p:txBody>
          <a:bodyPr vert="horz" wrap="none" lIns="90000" tIns="46800" rIns="90000" bIns="46800" rtlCol="0" anchor="ctr">
            <a:spAutoFit/>
          </a:bodyPr>
          <a:lstStyle/>
          <a:p>
            <a:pPr algn="l">
              <a:spcBef>
                <a:spcPct val="0"/>
              </a:spcBef>
            </a:pPr>
            <a:endParaRPr lang="en-IN" sz="1400" err="1"/>
          </a:p>
        </p:txBody>
      </p:sp>
      <p:sp>
        <p:nvSpPr>
          <p:cNvPr id="59" name="TextBox 58">
            <a:extLst>
              <a:ext uri="{FF2B5EF4-FFF2-40B4-BE49-F238E27FC236}">
                <a16:creationId xmlns:a16="http://schemas.microsoft.com/office/drawing/2014/main" id="{940DDC6B-D3CC-D7E4-DF35-6BD60EFA701A}"/>
              </a:ext>
            </a:extLst>
          </p:cNvPr>
          <p:cNvSpPr txBox="1"/>
          <p:nvPr/>
        </p:nvSpPr>
        <p:spPr>
          <a:xfrm>
            <a:off x="9546798" y="2510122"/>
            <a:ext cx="2464208" cy="1633397"/>
          </a:xfrm>
          <a:prstGeom prst="rect">
            <a:avLst/>
          </a:prstGeom>
          <a:noFill/>
        </p:spPr>
        <p:txBody>
          <a:bodyPr vert="horz" wrap="square" lIns="90000" tIns="46800" rIns="90000" bIns="46800" rtlCol="0" anchor="ctr">
            <a:spAutoFit/>
          </a:bodyPr>
          <a:lstStyle/>
          <a:p>
            <a:pPr marL="285750" indent="-285750">
              <a:spcBef>
                <a:spcPct val="0"/>
              </a:spcBef>
              <a:buFont typeface="Arial" panose="020B0604020202020204" pitchFamily="34" charset="0"/>
              <a:buChar char="•"/>
            </a:pPr>
            <a:r>
              <a:rPr lang="en-IN" sz="1000"/>
              <a:t>Reduces research from hours/days → minutes</a:t>
            </a:r>
          </a:p>
          <a:p>
            <a:pPr marL="285750" indent="-285750">
              <a:spcBef>
                <a:spcPct val="0"/>
              </a:spcBef>
              <a:buFont typeface="Arial" panose="020B0604020202020204" pitchFamily="34" charset="0"/>
              <a:buChar char="•"/>
            </a:pPr>
            <a:r>
              <a:rPr lang="en-IN" sz="1000"/>
              <a:t>Prevents redundant development across teams</a:t>
            </a:r>
          </a:p>
          <a:p>
            <a:pPr marL="285750" indent="-285750">
              <a:spcBef>
                <a:spcPct val="0"/>
              </a:spcBef>
              <a:buFont typeface="Arial" panose="020B0604020202020204" pitchFamily="34" charset="0"/>
              <a:buChar char="•"/>
            </a:pPr>
            <a:r>
              <a:rPr lang="en-IN" sz="1000"/>
              <a:t>Surfaces hidden competitors and emerging AI tools</a:t>
            </a:r>
          </a:p>
          <a:p>
            <a:pPr marL="285750" indent="-285750">
              <a:spcBef>
                <a:spcPct val="0"/>
              </a:spcBef>
              <a:buFont typeface="Arial" panose="020B0604020202020204" pitchFamily="34" charset="0"/>
              <a:buChar char="•"/>
            </a:pPr>
            <a:r>
              <a:rPr lang="en-IN" sz="1000"/>
              <a:t>Delivers consistent and credible intelligence</a:t>
            </a:r>
          </a:p>
          <a:p>
            <a:pPr marL="285750" indent="-285750">
              <a:spcBef>
                <a:spcPct val="0"/>
              </a:spcBef>
              <a:buFont typeface="Arial" panose="020B0604020202020204" pitchFamily="34" charset="0"/>
              <a:buChar char="•"/>
            </a:pPr>
            <a:r>
              <a:rPr lang="en-IN" sz="1000"/>
              <a:t>Enables faster, more traceable strategic decisions</a:t>
            </a:r>
          </a:p>
        </p:txBody>
      </p:sp>
      <p:sp>
        <p:nvSpPr>
          <p:cNvPr id="60" name="TextBox 59">
            <a:extLst>
              <a:ext uri="{FF2B5EF4-FFF2-40B4-BE49-F238E27FC236}">
                <a16:creationId xmlns:a16="http://schemas.microsoft.com/office/drawing/2014/main" id="{3BAB72B2-B1E9-F968-4164-ED013E26859A}"/>
              </a:ext>
            </a:extLst>
          </p:cNvPr>
          <p:cNvSpPr txBox="1"/>
          <p:nvPr/>
        </p:nvSpPr>
        <p:spPr>
          <a:xfrm>
            <a:off x="363077" y="1158192"/>
            <a:ext cx="2439666" cy="1079399"/>
          </a:xfrm>
          <a:prstGeom prst="rect">
            <a:avLst/>
          </a:prstGeom>
          <a:noFill/>
        </p:spPr>
        <p:txBody>
          <a:bodyPr vert="horz" wrap="square" lIns="90000" tIns="46800" rIns="90000" bIns="46800" rtlCol="0" anchor="ctr">
            <a:spAutoFit/>
          </a:bodyPr>
          <a:lstStyle/>
          <a:p>
            <a:pPr>
              <a:spcBef>
                <a:spcPct val="0"/>
              </a:spcBef>
            </a:pPr>
            <a:r>
              <a:rPr lang="en-IN" sz="1600"/>
              <a:t>Research‑Scout++:</a:t>
            </a:r>
          </a:p>
          <a:p>
            <a:pPr>
              <a:spcBef>
                <a:spcPct val="0"/>
              </a:spcBef>
            </a:pPr>
            <a:endParaRPr lang="en-IN" sz="1600"/>
          </a:p>
          <a:p>
            <a:pPr>
              <a:spcBef>
                <a:spcPct val="0"/>
              </a:spcBef>
            </a:pPr>
            <a:r>
              <a:rPr lang="en-IN" sz="1600"/>
              <a:t>Autonomous Innovation Intelligence System</a:t>
            </a:r>
          </a:p>
        </p:txBody>
      </p:sp>
    </p:spTree>
    <p:extLst>
      <p:ext uri="{BB962C8B-B14F-4D97-AF65-F5344CB8AC3E}">
        <p14:creationId xmlns:p14="http://schemas.microsoft.com/office/powerpoint/2010/main" val="4141162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AD95F-9588-364B-96A1-9BDA5E03DF8C}"/>
            </a:ext>
          </a:extLst>
        </p:cNvPr>
        <p:cNvGrpSpPr/>
        <p:nvPr/>
      </p:nvGrpSpPr>
      <p:grpSpPr>
        <a:xfrm>
          <a:off x="0" y="0"/>
          <a:ext cx="0" cy="0"/>
          <a:chOff x="0" y="0"/>
          <a:chExt cx="0" cy="0"/>
        </a:xfrm>
      </p:grpSpPr>
      <p:sp>
        <p:nvSpPr>
          <p:cNvPr id="29" name="Footer Placeholder 28">
            <a:extLst>
              <a:ext uri="{FF2B5EF4-FFF2-40B4-BE49-F238E27FC236}">
                <a16:creationId xmlns:a16="http://schemas.microsoft.com/office/drawing/2014/main" id="{9B9D99A8-A1D6-D16C-4546-3991A45A95D3}"/>
              </a:ext>
            </a:extLst>
          </p:cNvPr>
          <p:cNvSpPr>
            <a:spLocks noGrp="1"/>
          </p:cNvSpPr>
          <p:nvPr>
            <p:ph type="ftr" sz="quarter" idx="11"/>
          </p:nvPr>
        </p:nvSpPr>
        <p:spPr/>
        <p:txBody>
          <a:bodyPr/>
          <a:lstStyle/>
          <a:p>
            <a:r>
              <a:rPr lang="en-US"/>
              <a:t>Presentation Title | Author | Date</a:t>
            </a:r>
          </a:p>
        </p:txBody>
      </p:sp>
      <p:sp>
        <p:nvSpPr>
          <p:cNvPr id="320" name="Title 319">
            <a:extLst>
              <a:ext uri="{FF2B5EF4-FFF2-40B4-BE49-F238E27FC236}">
                <a16:creationId xmlns:a16="http://schemas.microsoft.com/office/drawing/2014/main" id="{BA325BAD-E8EC-BE6A-70DB-4EF5421F6B4E}"/>
              </a:ext>
            </a:extLst>
          </p:cNvPr>
          <p:cNvSpPr>
            <a:spLocks noGrp="1"/>
          </p:cNvSpPr>
          <p:nvPr>
            <p:ph type="title"/>
          </p:nvPr>
        </p:nvSpPr>
        <p:spPr/>
        <p:txBody>
          <a:bodyPr/>
          <a:lstStyle/>
          <a:p>
            <a:r>
              <a:rPr lang="en-US"/>
              <a:t>Use Case Scope in the Business Process</a:t>
            </a:r>
          </a:p>
        </p:txBody>
      </p:sp>
      <p:sp>
        <p:nvSpPr>
          <p:cNvPr id="6" name="TextBox 5">
            <a:extLst>
              <a:ext uri="{FF2B5EF4-FFF2-40B4-BE49-F238E27FC236}">
                <a16:creationId xmlns:a16="http://schemas.microsoft.com/office/drawing/2014/main" id="{5F506E72-5E11-CB94-E4BD-17EAA9778A6F}"/>
              </a:ext>
            </a:extLst>
          </p:cNvPr>
          <p:cNvSpPr txBox="1"/>
          <p:nvPr/>
        </p:nvSpPr>
        <p:spPr>
          <a:xfrm>
            <a:off x="196079" y="2060889"/>
            <a:ext cx="9274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L2</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4 sub-processes</a:t>
            </a:r>
            <a:endParaRPr kumimoji="0" lang="en-US" sz="800" b="0" i="1" u="none" strike="noStrike" kern="1200" cap="none" spc="0" normalizeH="0" baseline="0" noProof="0">
              <a:ln>
                <a:noFill/>
              </a:ln>
              <a:effectLst/>
              <a:uLnTx/>
              <a:uFillTx/>
              <a:latin typeface="Ubuntu"/>
              <a:ea typeface="+mn-ea"/>
              <a:cs typeface="+mn-cs"/>
            </a:endParaRPr>
          </a:p>
        </p:txBody>
      </p:sp>
      <p:sp>
        <p:nvSpPr>
          <p:cNvPr id="8" name="TextBox 7">
            <a:extLst>
              <a:ext uri="{FF2B5EF4-FFF2-40B4-BE49-F238E27FC236}">
                <a16:creationId xmlns:a16="http://schemas.microsoft.com/office/drawing/2014/main" id="{C17B91A9-1CA2-754B-FF70-63A022C019B3}"/>
              </a:ext>
            </a:extLst>
          </p:cNvPr>
          <p:cNvSpPr txBox="1"/>
          <p:nvPr/>
        </p:nvSpPr>
        <p:spPr>
          <a:xfrm>
            <a:off x="636707" y="1754840"/>
            <a:ext cx="326028" cy="248402"/>
          </a:xfrm>
          <a:prstGeom prst="rect">
            <a:avLst/>
          </a:prstGeom>
          <a:noFill/>
        </p:spPr>
        <p:txBody>
          <a:bodyPr vert="horz" wrap="non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Ubuntu"/>
                <a:ea typeface="+mn-ea"/>
                <a:cs typeface="+mn-cs"/>
              </a:rPr>
              <a:t>L1</a:t>
            </a:r>
          </a:p>
        </p:txBody>
      </p:sp>
      <p:sp>
        <p:nvSpPr>
          <p:cNvPr id="9" name="TextBox 8">
            <a:extLst>
              <a:ext uri="{FF2B5EF4-FFF2-40B4-BE49-F238E27FC236}">
                <a16:creationId xmlns:a16="http://schemas.microsoft.com/office/drawing/2014/main" id="{49968A44-E3F2-9062-0365-91995BEF1E62}"/>
              </a:ext>
            </a:extLst>
          </p:cNvPr>
          <p:cNvSpPr txBox="1"/>
          <p:nvPr/>
        </p:nvSpPr>
        <p:spPr>
          <a:xfrm>
            <a:off x="298979" y="2642999"/>
            <a:ext cx="8245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L4</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36 micro tasks</a:t>
            </a:r>
          </a:p>
        </p:txBody>
      </p:sp>
      <p:sp>
        <p:nvSpPr>
          <p:cNvPr id="10" name="TextBox 9">
            <a:extLst>
              <a:ext uri="{FF2B5EF4-FFF2-40B4-BE49-F238E27FC236}">
                <a16:creationId xmlns:a16="http://schemas.microsoft.com/office/drawing/2014/main" id="{4D606F00-70DA-AEF4-3C1D-AF67753A0A69}"/>
              </a:ext>
            </a:extLst>
          </p:cNvPr>
          <p:cNvSpPr txBox="1"/>
          <p:nvPr/>
        </p:nvSpPr>
        <p:spPr>
          <a:xfrm>
            <a:off x="1114630" y="1746421"/>
            <a:ext cx="10479073" cy="256372"/>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1050" b="1">
                <a:solidFill>
                  <a:schemeClr val="tx1"/>
                </a:solidFill>
              </a:rPr>
              <a:t>Streamline Recruiting</a:t>
            </a:r>
            <a:endParaRPr lang="en-US" sz="1050" b="1" i="0" u="none" strike="noStrike" kern="1200" cap="none" spc="0" normalizeH="0" baseline="0" noProof="0">
              <a:ln>
                <a:noFill/>
              </a:ln>
              <a:solidFill>
                <a:schemeClr val="tx1"/>
              </a:solidFill>
              <a:effectLst/>
              <a:uLnTx/>
              <a:uFillTx/>
              <a:latin typeface="Ubuntu"/>
            </a:endParaRPr>
          </a:p>
        </p:txBody>
      </p:sp>
      <p:sp>
        <p:nvSpPr>
          <p:cNvPr id="12" name="Rectangle 11">
            <a:extLst>
              <a:ext uri="{FF2B5EF4-FFF2-40B4-BE49-F238E27FC236}">
                <a16:creationId xmlns:a16="http://schemas.microsoft.com/office/drawing/2014/main" id="{147BDC30-80E8-27A6-7347-0567A342BDC1}"/>
              </a:ext>
            </a:extLst>
          </p:cNvPr>
          <p:cNvSpPr/>
          <p:nvPr/>
        </p:nvSpPr>
        <p:spPr>
          <a:xfrm>
            <a:off x="1361519" y="4519290"/>
            <a:ext cx="10076170" cy="180000"/>
          </a:xfrm>
          <a:prstGeom prst="rect">
            <a:avLst/>
          </a:prstGeom>
          <a:no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effectLst/>
                <a:uLnTx/>
                <a:uFillTx/>
                <a:latin typeface="Ubuntu"/>
                <a:ea typeface="+mn-ea"/>
                <a:cs typeface="+mn-cs"/>
              </a:rPr>
              <a:t>Data platform, data governance, data management</a:t>
            </a:r>
          </a:p>
        </p:txBody>
      </p:sp>
      <p:sp>
        <p:nvSpPr>
          <p:cNvPr id="34" name="Rectangle 33">
            <a:extLst>
              <a:ext uri="{FF2B5EF4-FFF2-40B4-BE49-F238E27FC236}">
                <a16:creationId xmlns:a16="http://schemas.microsoft.com/office/drawing/2014/main" id="{32B54E33-4135-FFEA-EAC2-A1C9B8EA8DD7}"/>
              </a:ext>
            </a:extLst>
          </p:cNvPr>
          <p:cNvSpPr/>
          <p:nvPr/>
        </p:nvSpPr>
        <p:spPr>
          <a:xfrm>
            <a:off x="957895"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algn="ctr">
              <a:defRPr/>
            </a:pPr>
            <a:r>
              <a:rPr lang="en-US" sz="900">
                <a:solidFill>
                  <a:schemeClr val="tx1"/>
                </a:solidFill>
                <a:latin typeface="Ubuntu"/>
              </a:rPr>
              <a:t>Hiring Intake Agent</a:t>
            </a:r>
            <a:endParaRPr lang="en-US" sz="900" b="0" i="0" u="none" strike="noStrike" kern="1200" cap="none" spc="0" normalizeH="0" baseline="0" noProof="0">
              <a:ln>
                <a:noFill/>
              </a:ln>
              <a:solidFill>
                <a:schemeClr val="tx1"/>
              </a:solidFill>
              <a:effectLst/>
              <a:uLnTx/>
              <a:uFillTx/>
              <a:latin typeface="Ubuntu"/>
            </a:endParaRPr>
          </a:p>
        </p:txBody>
      </p:sp>
      <p:grpSp>
        <p:nvGrpSpPr>
          <p:cNvPr id="35" name="Group 34">
            <a:extLst>
              <a:ext uri="{FF2B5EF4-FFF2-40B4-BE49-F238E27FC236}">
                <a16:creationId xmlns:a16="http://schemas.microsoft.com/office/drawing/2014/main" id="{71B53C1C-FAFE-BFEA-F1B8-FF7F82B50BE3}"/>
              </a:ext>
            </a:extLst>
          </p:cNvPr>
          <p:cNvGrpSpPr/>
          <p:nvPr/>
        </p:nvGrpSpPr>
        <p:grpSpPr>
          <a:xfrm>
            <a:off x="1433981" y="3190678"/>
            <a:ext cx="230087" cy="230087"/>
            <a:chOff x="2000422" y="2990995"/>
            <a:chExt cx="253345" cy="253345"/>
          </a:xfrm>
        </p:grpSpPr>
        <p:sp>
          <p:nvSpPr>
            <p:cNvPr id="40" name="Rectangle 39">
              <a:extLst>
                <a:ext uri="{FF2B5EF4-FFF2-40B4-BE49-F238E27FC236}">
                  <a16:creationId xmlns:a16="http://schemas.microsoft.com/office/drawing/2014/main" id="{B93EDE42-BF7C-8605-EC68-5D28FE85A9AC}"/>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43" name="Graphic 42">
              <a:extLst>
                <a:ext uri="{FF2B5EF4-FFF2-40B4-BE49-F238E27FC236}">
                  <a16:creationId xmlns:a16="http://schemas.microsoft.com/office/drawing/2014/main" id="{B4E82422-97CC-5FFD-0E51-A70D128D125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44" name="Rectangle 43">
            <a:extLst>
              <a:ext uri="{FF2B5EF4-FFF2-40B4-BE49-F238E27FC236}">
                <a16:creationId xmlns:a16="http://schemas.microsoft.com/office/drawing/2014/main" id="{41AE624B-2D7F-75F9-897D-997B175A210B}"/>
              </a:ext>
            </a:extLst>
          </p:cNvPr>
          <p:cNvSpPr/>
          <p:nvPr/>
        </p:nvSpPr>
        <p:spPr>
          <a:xfrm>
            <a:off x="2133243" y="3497923"/>
            <a:ext cx="865571" cy="50783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algn="ctr">
              <a:defRPr/>
            </a:pPr>
            <a:r>
              <a:rPr lang="en-US" sz="900">
                <a:solidFill>
                  <a:schemeClr val="tx1"/>
                </a:solidFill>
                <a:latin typeface="Ubuntu"/>
              </a:rPr>
              <a:t>JD Skill Extraction</a:t>
            </a:r>
          </a:p>
          <a:p>
            <a:pPr algn="ctr">
              <a:defRPr/>
            </a:pPr>
            <a:endParaRPr lang="en-US" sz="900">
              <a:solidFill>
                <a:schemeClr val="tx1"/>
              </a:solidFill>
              <a:latin typeface="Ubuntu"/>
            </a:endParaRPr>
          </a:p>
        </p:txBody>
      </p:sp>
      <p:sp>
        <p:nvSpPr>
          <p:cNvPr id="45" name="Rectangle 44">
            <a:extLst>
              <a:ext uri="{FF2B5EF4-FFF2-40B4-BE49-F238E27FC236}">
                <a16:creationId xmlns:a16="http://schemas.microsoft.com/office/drawing/2014/main" id="{88DBE5F7-6420-BE62-509E-C205CC075FA1}"/>
              </a:ext>
            </a:extLst>
          </p:cNvPr>
          <p:cNvSpPr/>
          <p:nvPr/>
        </p:nvSpPr>
        <p:spPr>
          <a:xfrm>
            <a:off x="3661477" y="3529728"/>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algn="ctr">
              <a:defRPr/>
            </a:pPr>
            <a:r>
              <a:rPr lang="en-US" sz="900">
                <a:solidFill>
                  <a:schemeClr val="tx1"/>
                </a:solidFill>
                <a:latin typeface="Ubuntu"/>
              </a:rPr>
              <a:t>Resume Ingestion</a:t>
            </a:r>
            <a:endParaRPr lang="en-US" sz="900" b="0" i="0" u="none" strike="noStrike" kern="1200" cap="none" spc="0" normalizeH="0" baseline="0" noProof="0">
              <a:ln>
                <a:noFill/>
              </a:ln>
              <a:solidFill>
                <a:schemeClr val="tx1"/>
              </a:solidFill>
              <a:effectLst/>
              <a:uLnTx/>
              <a:uFillTx/>
              <a:latin typeface="Ubuntu"/>
            </a:endParaRPr>
          </a:p>
        </p:txBody>
      </p:sp>
      <p:sp>
        <p:nvSpPr>
          <p:cNvPr id="46" name="Rectangle 45">
            <a:extLst>
              <a:ext uri="{FF2B5EF4-FFF2-40B4-BE49-F238E27FC236}">
                <a16:creationId xmlns:a16="http://schemas.microsoft.com/office/drawing/2014/main" id="{2BC0E07E-A1E8-077E-A703-FEFF8FE9C6FB}"/>
              </a:ext>
            </a:extLst>
          </p:cNvPr>
          <p:cNvSpPr/>
          <p:nvPr/>
        </p:nvSpPr>
        <p:spPr>
          <a:xfrm>
            <a:off x="3793236" y="4185427"/>
            <a:ext cx="856955" cy="180000"/>
          </a:xfrm>
          <a:prstGeom prst="rect">
            <a:avLst/>
          </a:prstGeom>
          <a:solidFill>
            <a:srgbClr val="E557AD"/>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1" i="1" u="none" strike="noStrike" kern="1200" cap="none" spc="0" normalizeH="0" baseline="0" noProof="0">
                <a:ln>
                  <a:noFill/>
                </a:ln>
                <a:effectLst/>
                <a:uLnTx/>
                <a:uFillTx/>
                <a:latin typeface="Ubuntu"/>
                <a:ea typeface="+mn-ea"/>
                <a:cs typeface="+mn-cs"/>
              </a:rPr>
              <a:t>RAG</a:t>
            </a:r>
          </a:p>
        </p:txBody>
      </p:sp>
      <p:sp>
        <p:nvSpPr>
          <p:cNvPr id="47" name="Rectangle 46">
            <a:extLst>
              <a:ext uri="{FF2B5EF4-FFF2-40B4-BE49-F238E27FC236}">
                <a16:creationId xmlns:a16="http://schemas.microsoft.com/office/drawing/2014/main" id="{DC97B7AA-7511-20D6-0049-02810FD7B919}"/>
              </a:ext>
            </a:extLst>
          </p:cNvPr>
          <p:cNvSpPr/>
          <p:nvPr/>
        </p:nvSpPr>
        <p:spPr>
          <a:xfrm>
            <a:off x="4970903" y="3543310"/>
            <a:ext cx="1165326"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Real-Time Content Adapter</a:t>
            </a:r>
          </a:p>
        </p:txBody>
      </p:sp>
      <p:sp>
        <p:nvSpPr>
          <p:cNvPr id="48" name="Rectangle 47">
            <a:extLst>
              <a:ext uri="{FF2B5EF4-FFF2-40B4-BE49-F238E27FC236}">
                <a16:creationId xmlns:a16="http://schemas.microsoft.com/office/drawing/2014/main" id="{610651B9-8090-17E6-9845-4E411B6466ED}"/>
              </a:ext>
            </a:extLst>
          </p:cNvPr>
          <p:cNvSpPr/>
          <p:nvPr/>
        </p:nvSpPr>
        <p:spPr>
          <a:xfrm>
            <a:off x="7543521"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Sales Call Manager</a:t>
            </a:r>
          </a:p>
        </p:txBody>
      </p:sp>
      <p:grpSp>
        <p:nvGrpSpPr>
          <p:cNvPr id="57" name="Group 56">
            <a:extLst>
              <a:ext uri="{FF2B5EF4-FFF2-40B4-BE49-F238E27FC236}">
                <a16:creationId xmlns:a16="http://schemas.microsoft.com/office/drawing/2014/main" id="{179DF73D-88F6-EC41-D173-34C822D49D4B}"/>
              </a:ext>
            </a:extLst>
          </p:cNvPr>
          <p:cNvGrpSpPr/>
          <p:nvPr/>
        </p:nvGrpSpPr>
        <p:grpSpPr>
          <a:xfrm>
            <a:off x="8011140" y="3190678"/>
            <a:ext cx="230087" cy="230087"/>
            <a:chOff x="2000422" y="2990995"/>
            <a:chExt cx="253345" cy="253345"/>
          </a:xfrm>
        </p:grpSpPr>
        <p:sp>
          <p:nvSpPr>
            <p:cNvPr id="58" name="Rectangle 57">
              <a:extLst>
                <a:ext uri="{FF2B5EF4-FFF2-40B4-BE49-F238E27FC236}">
                  <a16:creationId xmlns:a16="http://schemas.microsoft.com/office/drawing/2014/main" id="{0C05D598-0267-9D04-6C5C-4C746CE98722}"/>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63" name="Graphic 62">
              <a:extLst>
                <a:ext uri="{FF2B5EF4-FFF2-40B4-BE49-F238E27FC236}">
                  <a16:creationId xmlns:a16="http://schemas.microsoft.com/office/drawing/2014/main" id="{E91061D6-A9E2-88C3-ED82-678A4AEA9B0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64" name="Rectangle 63">
            <a:extLst>
              <a:ext uri="{FF2B5EF4-FFF2-40B4-BE49-F238E27FC236}">
                <a16:creationId xmlns:a16="http://schemas.microsoft.com/office/drawing/2014/main" id="{9ADE56EF-A9F1-1674-F57E-E7C150B4EA05}"/>
              </a:ext>
            </a:extLst>
          </p:cNvPr>
          <p:cNvSpPr/>
          <p:nvPr/>
        </p:nvSpPr>
        <p:spPr>
          <a:xfrm>
            <a:off x="8858725" y="3543310"/>
            <a:ext cx="1336777"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ROI Optimizer</a:t>
            </a:r>
          </a:p>
        </p:txBody>
      </p:sp>
      <p:grpSp>
        <p:nvGrpSpPr>
          <p:cNvPr id="65" name="Group 64">
            <a:extLst>
              <a:ext uri="{FF2B5EF4-FFF2-40B4-BE49-F238E27FC236}">
                <a16:creationId xmlns:a16="http://schemas.microsoft.com/office/drawing/2014/main" id="{23A8D377-B7B6-DA9F-B17E-1DE377C17E86}"/>
              </a:ext>
            </a:extLst>
          </p:cNvPr>
          <p:cNvGrpSpPr/>
          <p:nvPr/>
        </p:nvGrpSpPr>
        <p:grpSpPr>
          <a:xfrm>
            <a:off x="9372959" y="3190678"/>
            <a:ext cx="230087" cy="230087"/>
            <a:chOff x="9538599" y="2919469"/>
            <a:chExt cx="230087" cy="230087"/>
          </a:xfrm>
        </p:grpSpPr>
        <p:sp>
          <p:nvSpPr>
            <p:cNvPr id="66" name="Rectangle 65">
              <a:extLst>
                <a:ext uri="{FF2B5EF4-FFF2-40B4-BE49-F238E27FC236}">
                  <a16:creationId xmlns:a16="http://schemas.microsoft.com/office/drawing/2014/main" id="{E68A3592-45E5-EBB7-D392-DF99343813BD}"/>
                </a:ext>
              </a:extLst>
            </p:cNvPr>
            <p:cNvSpPr/>
            <p:nvPr/>
          </p:nvSpPr>
          <p:spPr>
            <a:xfrm>
              <a:off x="9543817" y="2924687"/>
              <a:ext cx="219653" cy="219653"/>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67" name="Graphic 66">
              <a:extLst>
                <a:ext uri="{FF2B5EF4-FFF2-40B4-BE49-F238E27FC236}">
                  <a16:creationId xmlns:a16="http://schemas.microsoft.com/office/drawing/2014/main" id="{6B8EE191-3777-0D13-B068-A8C3F6B3497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9538599" y="2919469"/>
              <a:ext cx="230087" cy="230087"/>
            </a:xfrm>
            <a:prstGeom prst="rect">
              <a:avLst/>
            </a:prstGeom>
          </p:spPr>
        </p:pic>
      </p:grpSp>
      <p:sp>
        <p:nvSpPr>
          <p:cNvPr id="68" name="Rectangle 67">
            <a:extLst>
              <a:ext uri="{FF2B5EF4-FFF2-40B4-BE49-F238E27FC236}">
                <a16:creationId xmlns:a16="http://schemas.microsoft.com/office/drawing/2014/main" id="{55B16696-B289-EA94-EEAB-BC4535AD5A88}"/>
              </a:ext>
            </a:extLst>
          </p:cNvPr>
          <p:cNvSpPr/>
          <p:nvPr/>
        </p:nvSpPr>
        <p:spPr>
          <a:xfrm>
            <a:off x="6264551"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Compliance Checker</a:t>
            </a:r>
          </a:p>
        </p:txBody>
      </p:sp>
      <p:pic>
        <p:nvPicPr>
          <p:cNvPr id="69" name="Graphic 68" descr="Chat outline">
            <a:extLst>
              <a:ext uri="{FF2B5EF4-FFF2-40B4-BE49-F238E27FC236}">
                <a16:creationId xmlns:a16="http://schemas.microsoft.com/office/drawing/2014/main" id="{E183228E-B90C-6355-9632-5F6CCA8C7265}"/>
              </a:ext>
            </a:extLst>
          </p:cNvPr>
          <p:cNvPicPr>
            <a:picLocks noChangeAspect="1"/>
          </p:cNvPicPr>
          <p:nvPr/>
        </p:nvPicPr>
        <p:blipFill>
          <a:blip>
            <a:extLst>
              <a:ext uri="{96DAC541-7B7A-43D3-8B79-37D633B846F1}">
                <asvg:svgBlip xmlns:asvg="http://schemas.microsoft.com/office/drawing/2016/SVG/main" r:embed="rId3"/>
              </a:ext>
            </a:extLst>
          </a:blip>
          <a:srcRect t="10263" b="1"/>
          <a:stretch/>
        </p:blipFill>
        <p:spPr>
          <a:xfrm>
            <a:off x="6744121" y="3219722"/>
            <a:ext cx="204737" cy="189018"/>
          </a:xfrm>
          <a:prstGeom prst="rect">
            <a:avLst/>
          </a:prstGeom>
        </p:spPr>
      </p:pic>
      <p:sp>
        <p:nvSpPr>
          <p:cNvPr id="70" name="TextBox 69">
            <a:extLst>
              <a:ext uri="{FF2B5EF4-FFF2-40B4-BE49-F238E27FC236}">
                <a16:creationId xmlns:a16="http://schemas.microsoft.com/office/drawing/2014/main" id="{E1E18F21-2E7C-0C80-ECCD-FA412CF3D4E7}"/>
              </a:ext>
            </a:extLst>
          </p:cNvPr>
          <p:cNvSpPr txBox="1"/>
          <p:nvPr/>
        </p:nvSpPr>
        <p:spPr>
          <a:xfrm>
            <a:off x="6422414"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71" name="Rectangle 70">
            <a:extLst>
              <a:ext uri="{FF2B5EF4-FFF2-40B4-BE49-F238E27FC236}">
                <a16:creationId xmlns:a16="http://schemas.microsoft.com/office/drawing/2014/main" id="{3DE48530-7DB8-431B-8DF5-0C5DBCC216DB}"/>
              </a:ext>
            </a:extLst>
          </p:cNvPr>
          <p:cNvSpPr/>
          <p:nvPr/>
        </p:nvSpPr>
        <p:spPr>
          <a:xfrm>
            <a:off x="10195466"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Approval Manager</a:t>
            </a:r>
          </a:p>
        </p:txBody>
      </p:sp>
      <p:grpSp>
        <p:nvGrpSpPr>
          <p:cNvPr id="72" name="Group 71">
            <a:extLst>
              <a:ext uri="{FF2B5EF4-FFF2-40B4-BE49-F238E27FC236}">
                <a16:creationId xmlns:a16="http://schemas.microsoft.com/office/drawing/2014/main" id="{40BA67FD-80B5-8FB8-7FFC-16CBEA2FECCC}"/>
              </a:ext>
            </a:extLst>
          </p:cNvPr>
          <p:cNvGrpSpPr/>
          <p:nvPr/>
        </p:nvGrpSpPr>
        <p:grpSpPr>
          <a:xfrm>
            <a:off x="10671715" y="3190678"/>
            <a:ext cx="230087" cy="230087"/>
            <a:chOff x="2000422" y="2990995"/>
            <a:chExt cx="253345" cy="253345"/>
          </a:xfrm>
        </p:grpSpPr>
        <p:sp>
          <p:nvSpPr>
            <p:cNvPr id="73" name="Rectangle 72">
              <a:extLst>
                <a:ext uri="{FF2B5EF4-FFF2-40B4-BE49-F238E27FC236}">
                  <a16:creationId xmlns:a16="http://schemas.microsoft.com/office/drawing/2014/main" id="{3DE5CBFF-E971-5F8A-03A6-35B3BB55814E}"/>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74" name="Graphic 73">
              <a:extLst>
                <a:ext uri="{FF2B5EF4-FFF2-40B4-BE49-F238E27FC236}">
                  <a16:creationId xmlns:a16="http://schemas.microsoft.com/office/drawing/2014/main" id="{C4B0975F-83A4-DF28-9FBA-CE3D1092ADB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75" name="TextBox 74">
            <a:extLst>
              <a:ext uri="{FF2B5EF4-FFF2-40B4-BE49-F238E27FC236}">
                <a16:creationId xmlns:a16="http://schemas.microsoft.com/office/drawing/2014/main" id="{911B5243-C4BE-C33D-6A4D-63B288768B37}"/>
              </a:ext>
            </a:extLst>
          </p:cNvPr>
          <p:cNvSpPr txBox="1"/>
          <p:nvPr/>
        </p:nvSpPr>
        <p:spPr>
          <a:xfrm>
            <a:off x="10353974"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cxnSp>
        <p:nvCxnSpPr>
          <p:cNvPr id="76" name="Elbow Connector 75">
            <a:extLst>
              <a:ext uri="{FF2B5EF4-FFF2-40B4-BE49-F238E27FC236}">
                <a16:creationId xmlns:a16="http://schemas.microsoft.com/office/drawing/2014/main" id="{A256A40B-A29E-CE0E-E186-680B6CC02CE0}"/>
              </a:ext>
            </a:extLst>
          </p:cNvPr>
          <p:cNvCxnSpPr>
            <a:cxnSpLocks/>
            <a:stCxn id="97" idx="4"/>
            <a:endCxn id="43" idx="0"/>
          </p:cNvCxnSpPr>
          <p:nvPr/>
        </p:nvCxnSpPr>
        <p:spPr>
          <a:xfrm rot="5400000">
            <a:off x="1560919" y="2846898"/>
            <a:ext cx="331886" cy="355674"/>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24CA2706-C7EF-9B12-66CC-FF4DCE90E0F1}"/>
              </a:ext>
            </a:extLst>
          </p:cNvPr>
          <p:cNvCxnSpPr>
            <a:cxnSpLocks/>
            <a:stCxn id="113" idx="4"/>
            <a:endCxn id="193" idx="0"/>
          </p:cNvCxnSpPr>
          <p:nvPr/>
        </p:nvCxnSpPr>
        <p:spPr>
          <a:xfrm rot="5400000">
            <a:off x="2489937" y="2912839"/>
            <a:ext cx="345773" cy="237678"/>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8" name="Elbow Connector 77">
            <a:extLst>
              <a:ext uri="{FF2B5EF4-FFF2-40B4-BE49-F238E27FC236}">
                <a16:creationId xmlns:a16="http://schemas.microsoft.com/office/drawing/2014/main" id="{90F081F2-EA95-9CE5-8B25-0FDDAE7E2DEF}"/>
              </a:ext>
            </a:extLst>
          </p:cNvPr>
          <p:cNvCxnSpPr>
            <a:cxnSpLocks/>
            <a:stCxn id="101" idx="4"/>
            <a:endCxn id="220" idx="0"/>
          </p:cNvCxnSpPr>
          <p:nvPr/>
        </p:nvCxnSpPr>
        <p:spPr>
          <a:xfrm rot="16200000" flipH="1">
            <a:off x="5229424" y="2877973"/>
            <a:ext cx="337815" cy="299452"/>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Elbow Connector 78">
            <a:extLst>
              <a:ext uri="{FF2B5EF4-FFF2-40B4-BE49-F238E27FC236}">
                <a16:creationId xmlns:a16="http://schemas.microsoft.com/office/drawing/2014/main" id="{421B6720-EC77-63FD-E1B8-059D30B614AD}"/>
              </a:ext>
            </a:extLst>
          </p:cNvPr>
          <p:cNvCxnSpPr>
            <a:cxnSpLocks/>
            <a:stCxn id="104" idx="4"/>
          </p:cNvCxnSpPr>
          <p:nvPr/>
        </p:nvCxnSpPr>
        <p:spPr>
          <a:xfrm rot="16200000" flipH="1">
            <a:off x="6295764" y="2639869"/>
            <a:ext cx="331886" cy="769732"/>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0" name="Elbow Connector 79">
            <a:extLst>
              <a:ext uri="{FF2B5EF4-FFF2-40B4-BE49-F238E27FC236}">
                <a16:creationId xmlns:a16="http://schemas.microsoft.com/office/drawing/2014/main" id="{A1CEAA09-1F1B-33C0-AA27-487684981484}"/>
              </a:ext>
            </a:extLst>
          </p:cNvPr>
          <p:cNvCxnSpPr>
            <a:cxnSpLocks/>
            <a:stCxn id="109" idx="4"/>
            <a:endCxn id="58" idx="0"/>
          </p:cNvCxnSpPr>
          <p:nvPr/>
        </p:nvCxnSpPr>
        <p:spPr>
          <a:xfrm rot="16200000" flipH="1">
            <a:off x="7721414" y="2791125"/>
            <a:ext cx="337104" cy="472437"/>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1" name="Elbow Connector 80">
            <a:extLst>
              <a:ext uri="{FF2B5EF4-FFF2-40B4-BE49-F238E27FC236}">
                <a16:creationId xmlns:a16="http://schemas.microsoft.com/office/drawing/2014/main" id="{BB8E4E0C-B0AF-7887-B3AA-8ECD5D36DE4A}"/>
              </a:ext>
            </a:extLst>
          </p:cNvPr>
          <p:cNvCxnSpPr>
            <a:cxnSpLocks/>
            <a:stCxn id="112" idx="3"/>
            <a:endCxn id="66" idx="0"/>
          </p:cNvCxnSpPr>
          <p:nvPr/>
        </p:nvCxnSpPr>
        <p:spPr>
          <a:xfrm rot="16200000" flipH="1">
            <a:off x="9309592" y="3017484"/>
            <a:ext cx="347116" cy="9707"/>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2" name="Elbow Connector 81">
            <a:extLst>
              <a:ext uri="{FF2B5EF4-FFF2-40B4-BE49-F238E27FC236}">
                <a16:creationId xmlns:a16="http://schemas.microsoft.com/office/drawing/2014/main" id="{E7F7E8B5-EDFC-588D-AD72-CF676C7C1280}"/>
              </a:ext>
            </a:extLst>
          </p:cNvPr>
          <p:cNvCxnSpPr>
            <a:cxnSpLocks/>
            <a:stCxn id="117" idx="4"/>
            <a:endCxn id="73" idx="0"/>
          </p:cNvCxnSpPr>
          <p:nvPr/>
        </p:nvCxnSpPr>
        <p:spPr>
          <a:xfrm rot="5400000">
            <a:off x="10913143" y="2732409"/>
            <a:ext cx="337104" cy="589870"/>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FF2B5EF4-FFF2-40B4-BE49-F238E27FC236}">
                <a16:creationId xmlns:a16="http://schemas.microsoft.com/office/drawing/2014/main" id="{B30F9E53-245A-3635-4467-9045B5E29256}"/>
              </a:ext>
            </a:extLst>
          </p:cNvPr>
          <p:cNvCxnSpPr>
            <a:cxnSpLocks/>
            <a:stCxn id="114" idx="4"/>
            <a:endCxn id="196" idx="0"/>
          </p:cNvCxnSpPr>
          <p:nvPr/>
        </p:nvCxnSpPr>
        <p:spPr>
          <a:xfrm rot="16200000" flipH="1">
            <a:off x="3760721" y="2786113"/>
            <a:ext cx="331886" cy="477244"/>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000A384D-7D59-6F65-93AB-7336372CC6DC}"/>
              </a:ext>
            </a:extLst>
          </p:cNvPr>
          <p:cNvSpPr txBox="1"/>
          <p:nvPr/>
        </p:nvSpPr>
        <p:spPr>
          <a:xfrm>
            <a:off x="1123775" y="2134565"/>
            <a:ext cx="2986878"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Planning</a:t>
            </a:r>
          </a:p>
        </p:txBody>
      </p:sp>
      <p:sp>
        <p:nvSpPr>
          <p:cNvPr id="85" name="TextBox 84">
            <a:extLst>
              <a:ext uri="{FF2B5EF4-FFF2-40B4-BE49-F238E27FC236}">
                <a16:creationId xmlns:a16="http://schemas.microsoft.com/office/drawing/2014/main" id="{69EDF0DE-C92F-29D1-A20E-093450104C39}"/>
              </a:ext>
            </a:extLst>
          </p:cNvPr>
          <p:cNvSpPr txBox="1"/>
          <p:nvPr/>
        </p:nvSpPr>
        <p:spPr>
          <a:xfrm>
            <a:off x="4187182" y="2134565"/>
            <a:ext cx="2194560"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Design</a:t>
            </a:r>
          </a:p>
        </p:txBody>
      </p:sp>
      <p:sp>
        <p:nvSpPr>
          <p:cNvPr id="86" name="TextBox 85">
            <a:extLst>
              <a:ext uri="{FF2B5EF4-FFF2-40B4-BE49-F238E27FC236}">
                <a16:creationId xmlns:a16="http://schemas.microsoft.com/office/drawing/2014/main" id="{F99D274A-E198-3217-66F4-C1682187A628}"/>
              </a:ext>
            </a:extLst>
          </p:cNvPr>
          <p:cNvSpPr txBox="1"/>
          <p:nvPr/>
        </p:nvSpPr>
        <p:spPr>
          <a:xfrm>
            <a:off x="6473517" y="2134565"/>
            <a:ext cx="3177048"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Execution &amp; Follow Up</a:t>
            </a:r>
          </a:p>
        </p:txBody>
      </p:sp>
      <p:sp>
        <p:nvSpPr>
          <p:cNvPr id="87" name="TextBox 86">
            <a:extLst>
              <a:ext uri="{FF2B5EF4-FFF2-40B4-BE49-F238E27FC236}">
                <a16:creationId xmlns:a16="http://schemas.microsoft.com/office/drawing/2014/main" id="{CDD51649-D67D-AE6D-D610-BC1F8EA248CE}"/>
              </a:ext>
            </a:extLst>
          </p:cNvPr>
          <p:cNvSpPr txBox="1"/>
          <p:nvPr/>
        </p:nvSpPr>
        <p:spPr>
          <a:xfrm>
            <a:off x="9742340" y="2134564"/>
            <a:ext cx="1851364" cy="219456"/>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Supervision</a:t>
            </a:r>
          </a:p>
        </p:txBody>
      </p:sp>
      <p:sp>
        <p:nvSpPr>
          <p:cNvPr id="88" name="TextBox 87">
            <a:extLst>
              <a:ext uri="{FF2B5EF4-FFF2-40B4-BE49-F238E27FC236}">
                <a16:creationId xmlns:a16="http://schemas.microsoft.com/office/drawing/2014/main" id="{DD84A230-D8F4-42A3-2819-913EB988CE32}"/>
              </a:ext>
            </a:extLst>
          </p:cNvPr>
          <p:cNvSpPr txBox="1"/>
          <p:nvPr/>
        </p:nvSpPr>
        <p:spPr>
          <a:xfrm>
            <a:off x="196079" y="2384132"/>
            <a:ext cx="9274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L3</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13 macro tasks</a:t>
            </a:r>
          </a:p>
        </p:txBody>
      </p:sp>
      <p:cxnSp>
        <p:nvCxnSpPr>
          <p:cNvPr id="89" name="Straight Connector 88">
            <a:extLst>
              <a:ext uri="{FF2B5EF4-FFF2-40B4-BE49-F238E27FC236}">
                <a16:creationId xmlns:a16="http://schemas.microsoft.com/office/drawing/2014/main" id="{9E64A737-8FA2-78E3-6074-B31D1CFB1C39}"/>
              </a:ext>
            </a:extLst>
          </p:cNvPr>
          <p:cNvCxnSpPr>
            <a:cxnSpLocks/>
          </p:cNvCxnSpPr>
          <p:nvPr/>
        </p:nvCxnSpPr>
        <p:spPr>
          <a:xfrm>
            <a:off x="1120555" y="2562194"/>
            <a:ext cx="10607040" cy="0"/>
          </a:xfrm>
          <a:prstGeom prst="line">
            <a:avLst/>
          </a:prstGeom>
          <a:ln w="31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0" name="Rounded Rectangle 89">
            <a:extLst>
              <a:ext uri="{FF2B5EF4-FFF2-40B4-BE49-F238E27FC236}">
                <a16:creationId xmlns:a16="http://schemas.microsoft.com/office/drawing/2014/main" id="{8383368F-9D19-7C92-1AB4-FC6E17538BEB}"/>
              </a:ext>
            </a:extLst>
          </p:cNvPr>
          <p:cNvSpPr/>
          <p:nvPr/>
        </p:nvSpPr>
        <p:spPr>
          <a:xfrm rot="16200000">
            <a:off x="-505656" y="2213296"/>
            <a:ext cx="1420720"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PROCESSES</a:t>
            </a:r>
          </a:p>
        </p:txBody>
      </p:sp>
      <p:sp>
        <p:nvSpPr>
          <p:cNvPr id="91" name="Rounded Rectangle 90">
            <a:extLst>
              <a:ext uri="{FF2B5EF4-FFF2-40B4-BE49-F238E27FC236}">
                <a16:creationId xmlns:a16="http://schemas.microsoft.com/office/drawing/2014/main" id="{A0E4B5E9-D452-53CA-6093-042B49C7DA08}"/>
              </a:ext>
            </a:extLst>
          </p:cNvPr>
          <p:cNvSpPr/>
          <p:nvPr/>
        </p:nvSpPr>
        <p:spPr>
          <a:xfrm rot="16200000">
            <a:off x="-609002" y="3802725"/>
            <a:ext cx="1627411"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DATA &amp; AI</a:t>
            </a:r>
          </a:p>
        </p:txBody>
      </p:sp>
      <p:grpSp>
        <p:nvGrpSpPr>
          <p:cNvPr id="92" name="Group 91">
            <a:extLst>
              <a:ext uri="{FF2B5EF4-FFF2-40B4-BE49-F238E27FC236}">
                <a16:creationId xmlns:a16="http://schemas.microsoft.com/office/drawing/2014/main" id="{E5AF0875-B8BD-D867-0930-CF478D412DC8}"/>
              </a:ext>
            </a:extLst>
          </p:cNvPr>
          <p:cNvGrpSpPr/>
          <p:nvPr/>
        </p:nvGrpSpPr>
        <p:grpSpPr>
          <a:xfrm>
            <a:off x="76170" y="4806744"/>
            <a:ext cx="9145576" cy="747668"/>
            <a:chOff x="79250" y="4431599"/>
            <a:chExt cx="9145576" cy="747668"/>
          </a:xfrm>
        </p:grpSpPr>
        <p:sp>
          <p:nvSpPr>
            <p:cNvPr id="93" name="Rectangle 92">
              <a:extLst>
                <a:ext uri="{FF2B5EF4-FFF2-40B4-BE49-F238E27FC236}">
                  <a16:creationId xmlns:a16="http://schemas.microsoft.com/office/drawing/2014/main" id="{810D9868-DAB9-D817-FF71-A9A80025C879}"/>
                </a:ext>
              </a:extLst>
            </p:cNvPr>
            <p:cNvSpPr/>
            <p:nvPr/>
          </p:nvSpPr>
          <p:spPr>
            <a:xfrm>
              <a:off x="3735568" y="4520217"/>
              <a:ext cx="5489258" cy="180000"/>
            </a:xfrm>
            <a:prstGeom prst="rect">
              <a:avLst/>
            </a:prstGeom>
            <a:noFill/>
            <a:ln>
              <a:no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Transforming the apps landscape, integrating with apps, infrastructures &amp; data landscapes:</a:t>
              </a:r>
            </a:p>
          </p:txBody>
        </p:sp>
        <p:sp>
          <p:nvSpPr>
            <p:cNvPr id="94" name="Rounded Rectangle 93">
              <a:extLst>
                <a:ext uri="{FF2B5EF4-FFF2-40B4-BE49-F238E27FC236}">
                  <a16:creationId xmlns:a16="http://schemas.microsoft.com/office/drawing/2014/main" id="{B8F97791-C184-4791-82FC-77332029794D}"/>
                </a:ext>
              </a:extLst>
            </p:cNvPr>
            <p:cNvSpPr/>
            <p:nvPr/>
          </p:nvSpPr>
          <p:spPr>
            <a:xfrm rot="16200000">
              <a:off x="-166047" y="4676896"/>
              <a:ext cx="747668"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DIGITAL</a:t>
              </a:r>
            </a:p>
          </p:txBody>
        </p:sp>
      </p:grpSp>
      <p:cxnSp>
        <p:nvCxnSpPr>
          <p:cNvPr id="95" name="Straight Connector 94">
            <a:extLst>
              <a:ext uri="{FF2B5EF4-FFF2-40B4-BE49-F238E27FC236}">
                <a16:creationId xmlns:a16="http://schemas.microsoft.com/office/drawing/2014/main" id="{028F8982-267F-8F19-EF4D-E1457E04B8D5}"/>
              </a:ext>
            </a:extLst>
          </p:cNvPr>
          <p:cNvCxnSpPr>
            <a:cxnSpLocks/>
          </p:cNvCxnSpPr>
          <p:nvPr/>
        </p:nvCxnSpPr>
        <p:spPr>
          <a:xfrm>
            <a:off x="1124645" y="2821847"/>
            <a:ext cx="10607040" cy="0"/>
          </a:xfrm>
          <a:prstGeom prst="line">
            <a:avLst/>
          </a:prstGeom>
          <a:ln w="31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6" name="Oval 95">
            <a:extLst>
              <a:ext uri="{FF2B5EF4-FFF2-40B4-BE49-F238E27FC236}">
                <a16:creationId xmlns:a16="http://schemas.microsoft.com/office/drawing/2014/main" id="{79A2A613-9641-4247-66FF-E6F2655A9760}"/>
              </a:ext>
            </a:extLst>
          </p:cNvPr>
          <p:cNvSpPr/>
          <p:nvPr/>
        </p:nvSpPr>
        <p:spPr>
          <a:xfrm>
            <a:off x="1584313"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Ubuntu"/>
              <a:ea typeface="+mn-ea"/>
              <a:cs typeface="+mn-cs"/>
            </a:endParaRPr>
          </a:p>
        </p:txBody>
      </p:sp>
      <p:sp>
        <p:nvSpPr>
          <p:cNvPr id="97" name="Oval 96">
            <a:extLst>
              <a:ext uri="{FF2B5EF4-FFF2-40B4-BE49-F238E27FC236}">
                <a16:creationId xmlns:a16="http://schemas.microsoft.com/office/drawing/2014/main" id="{DCBCCE25-B628-BF6C-0ED6-BBD56E075A2F}"/>
              </a:ext>
            </a:extLst>
          </p:cNvPr>
          <p:cNvSpPr/>
          <p:nvPr/>
        </p:nvSpPr>
        <p:spPr>
          <a:xfrm>
            <a:off x="1873590"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98" name="Oval 97">
            <a:extLst>
              <a:ext uri="{FF2B5EF4-FFF2-40B4-BE49-F238E27FC236}">
                <a16:creationId xmlns:a16="http://schemas.microsoft.com/office/drawing/2014/main" id="{A18EF341-5CAB-D0AD-5884-76A3C9D989F1}"/>
              </a:ext>
            </a:extLst>
          </p:cNvPr>
          <p:cNvSpPr/>
          <p:nvPr/>
        </p:nvSpPr>
        <p:spPr>
          <a:xfrm>
            <a:off x="1347868" y="2790428"/>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99" name="Oval 98">
            <a:extLst>
              <a:ext uri="{FF2B5EF4-FFF2-40B4-BE49-F238E27FC236}">
                <a16:creationId xmlns:a16="http://schemas.microsoft.com/office/drawing/2014/main" id="{DB158879-E6EA-6EB5-5F5E-F4FFB827DD9B}"/>
              </a:ext>
            </a:extLst>
          </p:cNvPr>
          <p:cNvSpPr/>
          <p:nvPr/>
        </p:nvSpPr>
        <p:spPr>
          <a:xfrm>
            <a:off x="4368477"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0" name="Oval 99">
            <a:extLst>
              <a:ext uri="{FF2B5EF4-FFF2-40B4-BE49-F238E27FC236}">
                <a16:creationId xmlns:a16="http://schemas.microsoft.com/office/drawing/2014/main" id="{33FEF0E8-FA70-7BE9-3DA0-1A03CC702DB4}"/>
              </a:ext>
            </a:extLst>
          </p:cNvPr>
          <p:cNvSpPr/>
          <p:nvPr/>
        </p:nvSpPr>
        <p:spPr>
          <a:xfrm>
            <a:off x="4552557" y="2790428"/>
            <a:ext cx="62217" cy="68364"/>
          </a:xfrm>
          <a:prstGeom prst="ellipse">
            <a:avLst/>
          </a:prstGeom>
          <a:solidFill>
            <a:srgbClr val="FF455E"/>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1" name="Oval 100">
            <a:extLst>
              <a:ext uri="{FF2B5EF4-FFF2-40B4-BE49-F238E27FC236}">
                <a16:creationId xmlns:a16="http://schemas.microsoft.com/office/drawing/2014/main" id="{412F41D9-B245-46F4-119B-0E13EB312736}"/>
              </a:ext>
            </a:extLst>
          </p:cNvPr>
          <p:cNvSpPr/>
          <p:nvPr/>
        </p:nvSpPr>
        <p:spPr>
          <a:xfrm>
            <a:off x="5217496"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2" name="Oval 101">
            <a:extLst>
              <a:ext uri="{FF2B5EF4-FFF2-40B4-BE49-F238E27FC236}">
                <a16:creationId xmlns:a16="http://schemas.microsoft.com/office/drawing/2014/main" id="{5B30A9EC-48FF-46D7-969E-377AB3124216}"/>
              </a:ext>
            </a:extLst>
          </p:cNvPr>
          <p:cNvSpPr/>
          <p:nvPr/>
        </p:nvSpPr>
        <p:spPr>
          <a:xfrm>
            <a:off x="5330668" y="2790428"/>
            <a:ext cx="62217" cy="68364"/>
          </a:xfrm>
          <a:prstGeom prst="ellipse">
            <a:avLst/>
          </a:prstGeom>
          <a:solidFill>
            <a:srgbClr val="57CF8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3" name="Oval 102">
            <a:extLst>
              <a:ext uri="{FF2B5EF4-FFF2-40B4-BE49-F238E27FC236}">
                <a16:creationId xmlns:a16="http://schemas.microsoft.com/office/drawing/2014/main" id="{A8ACFAE4-4938-C40D-B52D-84AB9E49E863}"/>
              </a:ext>
            </a:extLst>
          </p:cNvPr>
          <p:cNvSpPr/>
          <p:nvPr/>
        </p:nvSpPr>
        <p:spPr>
          <a:xfrm>
            <a:off x="5909091"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4" name="Oval 103">
            <a:extLst>
              <a:ext uri="{FF2B5EF4-FFF2-40B4-BE49-F238E27FC236}">
                <a16:creationId xmlns:a16="http://schemas.microsoft.com/office/drawing/2014/main" id="{5214FC1E-7E5A-D746-DB6F-5FF85EF45110}"/>
              </a:ext>
            </a:extLst>
          </p:cNvPr>
          <p:cNvSpPr/>
          <p:nvPr/>
        </p:nvSpPr>
        <p:spPr>
          <a:xfrm>
            <a:off x="6045732"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5" name="Oval 104">
            <a:extLst>
              <a:ext uri="{FF2B5EF4-FFF2-40B4-BE49-F238E27FC236}">
                <a16:creationId xmlns:a16="http://schemas.microsoft.com/office/drawing/2014/main" id="{658F6549-2F48-2C69-07B9-AB010B6F80DF}"/>
              </a:ext>
            </a:extLst>
          </p:cNvPr>
          <p:cNvSpPr/>
          <p:nvPr/>
        </p:nvSpPr>
        <p:spPr>
          <a:xfrm>
            <a:off x="4710908"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6" name="Oval 105">
            <a:extLst>
              <a:ext uri="{FF2B5EF4-FFF2-40B4-BE49-F238E27FC236}">
                <a16:creationId xmlns:a16="http://schemas.microsoft.com/office/drawing/2014/main" id="{3BFE2DC4-962B-D892-9102-7E19314336BC}"/>
              </a:ext>
            </a:extLst>
          </p:cNvPr>
          <p:cNvSpPr/>
          <p:nvPr/>
        </p:nvSpPr>
        <p:spPr>
          <a:xfrm>
            <a:off x="6753556" y="2790428"/>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7" name="Oval 106">
            <a:extLst>
              <a:ext uri="{FF2B5EF4-FFF2-40B4-BE49-F238E27FC236}">
                <a16:creationId xmlns:a16="http://schemas.microsoft.com/office/drawing/2014/main" id="{DCC00EBD-5908-4BE0-E305-C301971410BB}"/>
              </a:ext>
            </a:extLst>
          </p:cNvPr>
          <p:cNvSpPr/>
          <p:nvPr/>
        </p:nvSpPr>
        <p:spPr>
          <a:xfrm>
            <a:off x="7413667"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8" name="Oval 107">
            <a:extLst>
              <a:ext uri="{FF2B5EF4-FFF2-40B4-BE49-F238E27FC236}">
                <a16:creationId xmlns:a16="http://schemas.microsoft.com/office/drawing/2014/main" id="{582CEEF4-1B19-C115-56D3-77174DA3347E}"/>
              </a:ext>
            </a:extLst>
          </p:cNvPr>
          <p:cNvSpPr/>
          <p:nvPr/>
        </p:nvSpPr>
        <p:spPr>
          <a:xfrm>
            <a:off x="7855899"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9" name="Oval 108">
            <a:extLst>
              <a:ext uri="{FF2B5EF4-FFF2-40B4-BE49-F238E27FC236}">
                <a16:creationId xmlns:a16="http://schemas.microsoft.com/office/drawing/2014/main" id="{263D77BC-3942-413E-83E7-AAB8444DC41D}"/>
              </a:ext>
            </a:extLst>
          </p:cNvPr>
          <p:cNvSpPr/>
          <p:nvPr/>
        </p:nvSpPr>
        <p:spPr>
          <a:xfrm>
            <a:off x="7622639"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0" name="Oval 109">
            <a:extLst>
              <a:ext uri="{FF2B5EF4-FFF2-40B4-BE49-F238E27FC236}">
                <a16:creationId xmlns:a16="http://schemas.microsoft.com/office/drawing/2014/main" id="{2E73EA71-259D-07CE-613F-56EB336D1401}"/>
              </a:ext>
            </a:extLst>
          </p:cNvPr>
          <p:cNvSpPr/>
          <p:nvPr/>
        </p:nvSpPr>
        <p:spPr>
          <a:xfrm>
            <a:off x="8271171"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1" name="Oval 110">
            <a:extLst>
              <a:ext uri="{FF2B5EF4-FFF2-40B4-BE49-F238E27FC236}">
                <a16:creationId xmlns:a16="http://schemas.microsoft.com/office/drawing/2014/main" id="{5FC9E1BD-3D1B-84AC-EC36-47683D81C1AD}"/>
              </a:ext>
            </a:extLst>
          </p:cNvPr>
          <p:cNvSpPr/>
          <p:nvPr/>
        </p:nvSpPr>
        <p:spPr>
          <a:xfrm>
            <a:off x="8568773"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2" name="Oval 111">
            <a:extLst>
              <a:ext uri="{FF2B5EF4-FFF2-40B4-BE49-F238E27FC236}">
                <a16:creationId xmlns:a16="http://schemas.microsoft.com/office/drawing/2014/main" id="{C8939E9C-3D35-3117-30A1-106222F6FA83}"/>
              </a:ext>
            </a:extLst>
          </p:cNvPr>
          <p:cNvSpPr/>
          <p:nvPr/>
        </p:nvSpPr>
        <p:spPr>
          <a:xfrm>
            <a:off x="9469186"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3" name="Oval 112">
            <a:extLst>
              <a:ext uri="{FF2B5EF4-FFF2-40B4-BE49-F238E27FC236}">
                <a16:creationId xmlns:a16="http://schemas.microsoft.com/office/drawing/2014/main" id="{A1C6318A-E917-7B6C-8CD1-BDF2AD134C47}"/>
              </a:ext>
            </a:extLst>
          </p:cNvPr>
          <p:cNvSpPr/>
          <p:nvPr/>
        </p:nvSpPr>
        <p:spPr>
          <a:xfrm>
            <a:off x="2750553"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4" name="Oval 113">
            <a:extLst>
              <a:ext uri="{FF2B5EF4-FFF2-40B4-BE49-F238E27FC236}">
                <a16:creationId xmlns:a16="http://schemas.microsoft.com/office/drawing/2014/main" id="{6360E94F-3B23-554A-C972-48253D0076BF}"/>
              </a:ext>
            </a:extLst>
          </p:cNvPr>
          <p:cNvSpPr/>
          <p:nvPr/>
        </p:nvSpPr>
        <p:spPr>
          <a:xfrm>
            <a:off x="3656933"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5" name="Oval 114">
            <a:extLst>
              <a:ext uri="{FF2B5EF4-FFF2-40B4-BE49-F238E27FC236}">
                <a16:creationId xmlns:a16="http://schemas.microsoft.com/office/drawing/2014/main" id="{F02E3078-42BE-355E-D323-DEA7DEFB4EF6}"/>
              </a:ext>
            </a:extLst>
          </p:cNvPr>
          <p:cNvSpPr/>
          <p:nvPr/>
        </p:nvSpPr>
        <p:spPr>
          <a:xfrm>
            <a:off x="3890144" y="2790428"/>
            <a:ext cx="62217" cy="68364"/>
          </a:xfrm>
          <a:prstGeom prst="ellipse">
            <a:avLst/>
          </a:prstGeom>
          <a:solidFill>
            <a:srgbClr val="57CF8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6" name="Oval 115">
            <a:extLst>
              <a:ext uri="{FF2B5EF4-FFF2-40B4-BE49-F238E27FC236}">
                <a16:creationId xmlns:a16="http://schemas.microsoft.com/office/drawing/2014/main" id="{BBB1FBE0-35C4-345A-C2BD-F658A3655DE3}"/>
              </a:ext>
            </a:extLst>
          </p:cNvPr>
          <p:cNvSpPr/>
          <p:nvPr/>
        </p:nvSpPr>
        <p:spPr>
          <a:xfrm>
            <a:off x="10664629" y="2790428"/>
            <a:ext cx="62217" cy="68364"/>
          </a:xfrm>
          <a:prstGeom prst="ellipse">
            <a:avLst/>
          </a:prstGeom>
          <a:solidFill>
            <a:srgbClr val="FF304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7" name="Oval 116">
            <a:extLst>
              <a:ext uri="{FF2B5EF4-FFF2-40B4-BE49-F238E27FC236}">
                <a16:creationId xmlns:a16="http://schemas.microsoft.com/office/drawing/2014/main" id="{1FC23797-D364-9965-657F-8886758BB1CD}"/>
              </a:ext>
            </a:extLst>
          </p:cNvPr>
          <p:cNvSpPr/>
          <p:nvPr/>
        </p:nvSpPr>
        <p:spPr>
          <a:xfrm>
            <a:off x="11345521"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21" name="TextBox 120">
            <a:extLst>
              <a:ext uri="{FF2B5EF4-FFF2-40B4-BE49-F238E27FC236}">
                <a16:creationId xmlns:a16="http://schemas.microsoft.com/office/drawing/2014/main" id="{71BB8DAC-61F2-3686-CC04-8E94012276BC}"/>
              </a:ext>
            </a:extLst>
          </p:cNvPr>
          <p:cNvSpPr txBox="1"/>
          <p:nvPr/>
        </p:nvSpPr>
        <p:spPr>
          <a:xfrm>
            <a:off x="511279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2" name="TextBox 121">
            <a:extLst>
              <a:ext uri="{FF2B5EF4-FFF2-40B4-BE49-F238E27FC236}">
                <a16:creationId xmlns:a16="http://schemas.microsoft.com/office/drawing/2014/main" id="{DE876EF6-F873-1B22-F7FC-7FF37EABFD71}"/>
              </a:ext>
            </a:extLst>
          </p:cNvPr>
          <p:cNvSpPr txBox="1"/>
          <p:nvPr/>
        </p:nvSpPr>
        <p:spPr>
          <a:xfrm>
            <a:off x="370627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GENAI</a:t>
            </a:r>
          </a:p>
        </p:txBody>
      </p:sp>
      <p:sp>
        <p:nvSpPr>
          <p:cNvPr id="123" name="TextBox 122">
            <a:extLst>
              <a:ext uri="{FF2B5EF4-FFF2-40B4-BE49-F238E27FC236}">
                <a16:creationId xmlns:a16="http://schemas.microsoft.com/office/drawing/2014/main" id="{58D4C482-5107-990E-A041-1FD7499579F4}"/>
              </a:ext>
            </a:extLst>
          </p:cNvPr>
          <p:cNvSpPr txBox="1"/>
          <p:nvPr/>
        </p:nvSpPr>
        <p:spPr>
          <a:xfrm>
            <a:off x="211459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4" name="TextBox 123">
            <a:extLst>
              <a:ext uri="{FF2B5EF4-FFF2-40B4-BE49-F238E27FC236}">
                <a16:creationId xmlns:a16="http://schemas.microsoft.com/office/drawing/2014/main" id="{1F23ACCF-4C52-7878-D6C4-4EC0C5FC0F70}"/>
              </a:ext>
            </a:extLst>
          </p:cNvPr>
          <p:cNvSpPr txBox="1"/>
          <p:nvPr/>
        </p:nvSpPr>
        <p:spPr>
          <a:xfrm>
            <a:off x="9040451"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sp>
        <p:nvSpPr>
          <p:cNvPr id="125" name="TextBox 124">
            <a:extLst>
              <a:ext uri="{FF2B5EF4-FFF2-40B4-BE49-F238E27FC236}">
                <a16:creationId xmlns:a16="http://schemas.microsoft.com/office/drawing/2014/main" id="{F08EF220-8D8A-B500-DA24-55829A2C991E}"/>
              </a:ext>
            </a:extLst>
          </p:cNvPr>
          <p:cNvSpPr txBox="1"/>
          <p:nvPr/>
        </p:nvSpPr>
        <p:spPr>
          <a:xfrm>
            <a:off x="7683231"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sp>
        <p:nvSpPr>
          <p:cNvPr id="126" name="TextBox 125">
            <a:extLst>
              <a:ext uri="{FF2B5EF4-FFF2-40B4-BE49-F238E27FC236}">
                <a16:creationId xmlns:a16="http://schemas.microsoft.com/office/drawing/2014/main" id="{F8C6FF9D-32F7-4496-1F33-CE2D2E911DB2}"/>
              </a:ext>
            </a:extLst>
          </p:cNvPr>
          <p:cNvSpPr txBox="1"/>
          <p:nvPr/>
        </p:nvSpPr>
        <p:spPr>
          <a:xfrm>
            <a:off x="1101687"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7" name="TextBox 126">
            <a:extLst>
              <a:ext uri="{FF2B5EF4-FFF2-40B4-BE49-F238E27FC236}">
                <a16:creationId xmlns:a16="http://schemas.microsoft.com/office/drawing/2014/main" id="{8A5AC622-A092-D57C-0F66-C0F096C7CFFE}"/>
              </a:ext>
            </a:extLst>
          </p:cNvPr>
          <p:cNvSpPr txBox="1"/>
          <p:nvPr/>
        </p:nvSpPr>
        <p:spPr>
          <a:xfrm>
            <a:off x="1149419" y="2446692"/>
            <a:ext cx="1297311"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Performance  Analysis  &amp; Territory wise Brand Analysis</a:t>
            </a:r>
          </a:p>
        </p:txBody>
      </p:sp>
      <p:sp>
        <p:nvSpPr>
          <p:cNvPr id="128" name="TextBox 127">
            <a:extLst>
              <a:ext uri="{FF2B5EF4-FFF2-40B4-BE49-F238E27FC236}">
                <a16:creationId xmlns:a16="http://schemas.microsoft.com/office/drawing/2014/main" id="{F360D07B-D24B-8701-1225-C4875DBAD317}"/>
              </a:ext>
            </a:extLst>
          </p:cNvPr>
          <p:cNvSpPr txBox="1"/>
          <p:nvPr/>
        </p:nvSpPr>
        <p:spPr>
          <a:xfrm>
            <a:off x="2533593" y="2446692"/>
            <a:ext cx="82296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Select Territories </a:t>
            </a:r>
          </a:p>
        </p:txBody>
      </p:sp>
      <p:sp>
        <p:nvSpPr>
          <p:cNvPr id="129" name="TextBox 128">
            <a:extLst>
              <a:ext uri="{FF2B5EF4-FFF2-40B4-BE49-F238E27FC236}">
                <a16:creationId xmlns:a16="http://schemas.microsoft.com/office/drawing/2014/main" id="{5C22723B-2419-461F-82A5-543EE308542B}"/>
              </a:ext>
            </a:extLst>
          </p:cNvPr>
          <p:cNvSpPr txBox="1"/>
          <p:nvPr/>
        </p:nvSpPr>
        <p:spPr>
          <a:xfrm>
            <a:off x="3470573" y="2446692"/>
            <a:ext cx="64008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Create Collaterals</a:t>
            </a:r>
          </a:p>
        </p:txBody>
      </p:sp>
      <p:sp>
        <p:nvSpPr>
          <p:cNvPr id="130" name="TextBox 129">
            <a:extLst>
              <a:ext uri="{FF2B5EF4-FFF2-40B4-BE49-F238E27FC236}">
                <a16:creationId xmlns:a16="http://schemas.microsoft.com/office/drawing/2014/main" id="{C9935420-99ED-7F97-0C32-BD1B67898F60}"/>
              </a:ext>
            </a:extLst>
          </p:cNvPr>
          <p:cNvSpPr txBox="1"/>
          <p:nvPr/>
        </p:nvSpPr>
        <p:spPr>
          <a:xfrm>
            <a:off x="4225761" y="2446692"/>
            <a:ext cx="6881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Generation</a:t>
            </a:r>
          </a:p>
        </p:txBody>
      </p:sp>
      <p:sp>
        <p:nvSpPr>
          <p:cNvPr id="131" name="TextBox 130">
            <a:extLst>
              <a:ext uri="{FF2B5EF4-FFF2-40B4-BE49-F238E27FC236}">
                <a16:creationId xmlns:a16="http://schemas.microsoft.com/office/drawing/2014/main" id="{1933495D-ED5F-2262-CE1D-8B69A54F2181}"/>
              </a:ext>
            </a:extLst>
          </p:cNvPr>
          <p:cNvSpPr txBox="1"/>
          <p:nvPr/>
        </p:nvSpPr>
        <p:spPr>
          <a:xfrm>
            <a:off x="4966232" y="2446692"/>
            <a:ext cx="6881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Assembly</a:t>
            </a:r>
          </a:p>
        </p:txBody>
      </p:sp>
      <p:sp>
        <p:nvSpPr>
          <p:cNvPr id="132" name="TextBox 131">
            <a:extLst>
              <a:ext uri="{FF2B5EF4-FFF2-40B4-BE49-F238E27FC236}">
                <a16:creationId xmlns:a16="http://schemas.microsoft.com/office/drawing/2014/main" id="{55A05179-59E1-4A4A-AC88-1730940704E0}"/>
              </a:ext>
            </a:extLst>
          </p:cNvPr>
          <p:cNvSpPr txBox="1"/>
          <p:nvPr/>
        </p:nvSpPr>
        <p:spPr>
          <a:xfrm>
            <a:off x="5717412" y="2446692"/>
            <a:ext cx="688116"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Quality &amp; Compliance</a:t>
            </a:r>
          </a:p>
        </p:txBody>
      </p:sp>
      <p:sp>
        <p:nvSpPr>
          <p:cNvPr id="133" name="TextBox 132">
            <a:extLst>
              <a:ext uri="{FF2B5EF4-FFF2-40B4-BE49-F238E27FC236}">
                <a16:creationId xmlns:a16="http://schemas.microsoft.com/office/drawing/2014/main" id="{1653A93F-E2DB-4D14-E001-F4194BF9677F}"/>
              </a:ext>
            </a:extLst>
          </p:cNvPr>
          <p:cNvSpPr txBox="1"/>
          <p:nvPr/>
        </p:nvSpPr>
        <p:spPr>
          <a:xfrm>
            <a:off x="6498052"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Distribute Campaign</a:t>
            </a:r>
          </a:p>
        </p:txBody>
      </p:sp>
      <p:sp>
        <p:nvSpPr>
          <p:cNvPr id="134" name="TextBox 133">
            <a:extLst>
              <a:ext uri="{FF2B5EF4-FFF2-40B4-BE49-F238E27FC236}">
                <a16:creationId xmlns:a16="http://schemas.microsoft.com/office/drawing/2014/main" id="{93DC1A6E-42E4-02D2-A552-25F0B8AFCA86}"/>
              </a:ext>
            </a:extLst>
          </p:cNvPr>
          <p:cNvSpPr txBox="1"/>
          <p:nvPr/>
        </p:nvSpPr>
        <p:spPr>
          <a:xfrm>
            <a:off x="7300978"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Engage Sales Teams</a:t>
            </a:r>
          </a:p>
        </p:txBody>
      </p:sp>
      <p:sp>
        <p:nvSpPr>
          <p:cNvPr id="135" name="TextBox 134">
            <a:extLst>
              <a:ext uri="{FF2B5EF4-FFF2-40B4-BE49-F238E27FC236}">
                <a16:creationId xmlns:a16="http://schemas.microsoft.com/office/drawing/2014/main" id="{8916FCBA-715C-182A-6322-F999A36FE7C6}"/>
              </a:ext>
            </a:extLst>
          </p:cNvPr>
          <p:cNvSpPr txBox="1"/>
          <p:nvPr/>
        </p:nvSpPr>
        <p:spPr>
          <a:xfrm>
            <a:off x="8940665"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Campaign Adjustments</a:t>
            </a:r>
          </a:p>
        </p:txBody>
      </p:sp>
      <p:sp>
        <p:nvSpPr>
          <p:cNvPr id="136" name="TextBox 135">
            <a:extLst>
              <a:ext uri="{FF2B5EF4-FFF2-40B4-BE49-F238E27FC236}">
                <a16:creationId xmlns:a16="http://schemas.microsoft.com/office/drawing/2014/main" id="{1928AB2E-5E19-2437-FC83-3F9407C5F8AA}"/>
              </a:ext>
            </a:extLst>
          </p:cNvPr>
          <p:cNvSpPr txBox="1"/>
          <p:nvPr/>
        </p:nvSpPr>
        <p:spPr>
          <a:xfrm>
            <a:off x="9768997" y="2446692"/>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Request</a:t>
            </a:r>
          </a:p>
        </p:txBody>
      </p:sp>
      <p:sp>
        <p:nvSpPr>
          <p:cNvPr id="137" name="Oval 136">
            <a:extLst>
              <a:ext uri="{FF2B5EF4-FFF2-40B4-BE49-F238E27FC236}">
                <a16:creationId xmlns:a16="http://schemas.microsoft.com/office/drawing/2014/main" id="{AB68D0DA-0862-491B-FD31-556BD42B64BA}"/>
              </a:ext>
            </a:extLst>
          </p:cNvPr>
          <p:cNvSpPr/>
          <p:nvPr/>
        </p:nvSpPr>
        <p:spPr>
          <a:xfrm>
            <a:off x="2277159" y="2792516"/>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38" name="Oval 137">
            <a:extLst>
              <a:ext uri="{FF2B5EF4-FFF2-40B4-BE49-F238E27FC236}">
                <a16:creationId xmlns:a16="http://schemas.microsoft.com/office/drawing/2014/main" id="{BC36CE3F-0A5C-36B5-5D5D-80A4F4845447}"/>
              </a:ext>
            </a:extLst>
          </p:cNvPr>
          <p:cNvSpPr/>
          <p:nvPr/>
        </p:nvSpPr>
        <p:spPr>
          <a:xfrm>
            <a:off x="9061311" y="2790428"/>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39" name="Oval 138">
            <a:extLst>
              <a:ext uri="{FF2B5EF4-FFF2-40B4-BE49-F238E27FC236}">
                <a16:creationId xmlns:a16="http://schemas.microsoft.com/office/drawing/2014/main" id="{6ACF7AAC-DAFF-FAB6-053E-62C6E2A8B139}"/>
              </a:ext>
            </a:extLst>
          </p:cNvPr>
          <p:cNvSpPr/>
          <p:nvPr/>
        </p:nvSpPr>
        <p:spPr>
          <a:xfrm>
            <a:off x="6604459"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40" name="Oval 139">
            <a:extLst>
              <a:ext uri="{FF2B5EF4-FFF2-40B4-BE49-F238E27FC236}">
                <a16:creationId xmlns:a16="http://schemas.microsoft.com/office/drawing/2014/main" id="{05816539-6F5D-FBE3-376A-90D6BE0D1561}"/>
              </a:ext>
            </a:extLst>
          </p:cNvPr>
          <p:cNvSpPr/>
          <p:nvPr/>
        </p:nvSpPr>
        <p:spPr>
          <a:xfrm>
            <a:off x="6198132" y="2790426"/>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41" name="Rectangle 140">
            <a:extLst>
              <a:ext uri="{FF2B5EF4-FFF2-40B4-BE49-F238E27FC236}">
                <a16:creationId xmlns:a16="http://schemas.microsoft.com/office/drawing/2014/main" id="{A80B1B0F-4AD2-4ADF-4A14-C5473907B5AD}"/>
              </a:ext>
            </a:extLst>
          </p:cNvPr>
          <p:cNvSpPr/>
          <p:nvPr/>
        </p:nvSpPr>
        <p:spPr>
          <a:xfrm>
            <a:off x="1185557" y="4190685"/>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142" name="Rectangle 141">
            <a:extLst>
              <a:ext uri="{FF2B5EF4-FFF2-40B4-BE49-F238E27FC236}">
                <a16:creationId xmlns:a16="http://schemas.microsoft.com/office/drawing/2014/main" id="{DD9A9666-166B-7B55-FEF3-27DAE90AAAF8}"/>
              </a:ext>
            </a:extLst>
          </p:cNvPr>
          <p:cNvSpPr/>
          <p:nvPr/>
        </p:nvSpPr>
        <p:spPr>
          <a:xfrm>
            <a:off x="1151677" y="4152487"/>
            <a:ext cx="784130"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43" name="Elbow Connector 142">
            <a:extLst>
              <a:ext uri="{FF2B5EF4-FFF2-40B4-BE49-F238E27FC236}">
                <a16:creationId xmlns:a16="http://schemas.microsoft.com/office/drawing/2014/main" id="{A1424E50-BEF9-7011-50DA-6A848FA6F66C}"/>
              </a:ext>
            </a:extLst>
          </p:cNvPr>
          <p:cNvCxnSpPr>
            <a:cxnSpLocks/>
            <a:stCxn id="141" idx="0"/>
          </p:cNvCxnSpPr>
          <p:nvPr/>
        </p:nvCxnSpPr>
        <p:spPr>
          <a:xfrm rot="5400000" flipH="1" flipV="1">
            <a:off x="1228095" y="3878223"/>
            <a:ext cx="370497" cy="25442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Elbow Connector 143">
            <a:extLst>
              <a:ext uri="{FF2B5EF4-FFF2-40B4-BE49-F238E27FC236}">
                <a16:creationId xmlns:a16="http://schemas.microsoft.com/office/drawing/2014/main" id="{8D9871FD-CDEC-C1F3-24D6-88EE2B987811}"/>
              </a:ext>
            </a:extLst>
          </p:cNvPr>
          <p:cNvCxnSpPr>
            <a:cxnSpLocks/>
            <a:stCxn id="166" idx="0"/>
          </p:cNvCxnSpPr>
          <p:nvPr/>
        </p:nvCxnSpPr>
        <p:spPr>
          <a:xfrm rot="16200000" flipV="1">
            <a:off x="1483692" y="3877055"/>
            <a:ext cx="370497" cy="25676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3D8C6179-FC09-B65D-6B59-634D4A1DFE84}"/>
              </a:ext>
            </a:extLst>
          </p:cNvPr>
          <p:cNvCxnSpPr>
            <a:cxnSpLocks/>
            <a:endCxn id="169" idx="0"/>
          </p:cNvCxnSpPr>
          <p:nvPr/>
        </p:nvCxnSpPr>
        <p:spPr>
          <a:xfrm>
            <a:off x="1536501" y="400546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6" name="Rectangle 145">
            <a:extLst>
              <a:ext uri="{FF2B5EF4-FFF2-40B4-BE49-F238E27FC236}">
                <a16:creationId xmlns:a16="http://schemas.microsoft.com/office/drawing/2014/main" id="{A1540820-6F6E-DF3C-AB81-94F6F2970D09}"/>
              </a:ext>
            </a:extLst>
          </p:cNvPr>
          <p:cNvSpPr/>
          <p:nvPr/>
        </p:nvSpPr>
        <p:spPr>
          <a:xfrm>
            <a:off x="4936624" y="4179459"/>
            <a:ext cx="1248262"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47" name="Elbow Connector 146">
            <a:extLst>
              <a:ext uri="{FF2B5EF4-FFF2-40B4-BE49-F238E27FC236}">
                <a16:creationId xmlns:a16="http://schemas.microsoft.com/office/drawing/2014/main" id="{100307C7-0C46-5483-7790-3718A96477DF}"/>
              </a:ext>
            </a:extLst>
          </p:cNvPr>
          <p:cNvCxnSpPr>
            <a:cxnSpLocks/>
            <a:stCxn id="223" idx="0"/>
            <a:endCxn id="47" idx="2"/>
          </p:cNvCxnSpPr>
          <p:nvPr/>
        </p:nvCxnSpPr>
        <p:spPr>
          <a:xfrm rot="5400000" flipH="1" flipV="1">
            <a:off x="5170634" y="3824606"/>
            <a:ext cx="294895" cy="47096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Elbow Connector 147">
            <a:extLst>
              <a:ext uri="{FF2B5EF4-FFF2-40B4-BE49-F238E27FC236}">
                <a16:creationId xmlns:a16="http://schemas.microsoft.com/office/drawing/2014/main" id="{33608A20-60E3-E36C-22DA-067FA1CBC34C}"/>
              </a:ext>
            </a:extLst>
          </p:cNvPr>
          <p:cNvCxnSpPr>
            <a:cxnSpLocks/>
            <a:stCxn id="225" idx="0"/>
            <a:endCxn id="47" idx="2"/>
          </p:cNvCxnSpPr>
          <p:nvPr/>
        </p:nvCxnSpPr>
        <p:spPr>
          <a:xfrm rot="16200000" flipV="1">
            <a:off x="5523843" y="3942365"/>
            <a:ext cx="298930" cy="239483"/>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59B24B39-A2E7-6901-C937-F3E0880F12F9}"/>
              </a:ext>
            </a:extLst>
          </p:cNvPr>
          <p:cNvCxnSpPr>
            <a:cxnSpLocks/>
            <a:stCxn id="47" idx="2"/>
          </p:cNvCxnSpPr>
          <p:nvPr/>
        </p:nvCxnSpPr>
        <p:spPr>
          <a:xfrm flipH="1">
            <a:off x="5549821" y="3912642"/>
            <a:ext cx="3745" cy="2966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0" name="Rectangle 149">
            <a:extLst>
              <a:ext uri="{FF2B5EF4-FFF2-40B4-BE49-F238E27FC236}">
                <a16:creationId xmlns:a16="http://schemas.microsoft.com/office/drawing/2014/main" id="{B22624EA-2815-A722-6E03-57EBEBA6093F}"/>
              </a:ext>
            </a:extLst>
          </p:cNvPr>
          <p:cNvSpPr/>
          <p:nvPr/>
        </p:nvSpPr>
        <p:spPr>
          <a:xfrm>
            <a:off x="6472654" y="4179178"/>
            <a:ext cx="759279"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51" name="Elbow Connector 150">
            <a:extLst>
              <a:ext uri="{FF2B5EF4-FFF2-40B4-BE49-F238E27FC236}">
                <a16:creationId xmlns:a16="http://schemas.microsoft.com/office/drawing/2014/main" id="{FFB6A405-45DA-7EE9-8A41-252215C47B6A}"/>
              </a:ext>
            </a:extLst>
          </p:cNvPr>
          <p:cNvCxnSpPr>
            <a:cxnSpLocks/>
            <a:stCxn id="244" idx="0"/>
            <a:endCxn id="68" idx="2"/>
          </p:cNvCxnSpPr>
          <p:nvPr/>
        </p:nvCxnSpPr>
        <p:spPr>
          <a:xfrm rot="5400000" flipH="1" flipV="1">
            <a:off x="6513433" y="3882295"/>
            <a:ext cx="441933" cy="22562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Elbow Connector 151">
            <a:extLst>
              <a:ext uri="{FF2B5EF4-FFF2-40B4-BE49-F238E27FC236}">
                <a16:creationId xmlns:a16="http://schemas.microsoft.com/office/drawing/2014/main" id="{7E2259FA-DDC2-22B1-35BE-0A73F3150DF7}"/>
              </a:ext>
            </a:extLst>
          </p:cNvPr>
          <p:cNvCxnSpPr>
            <a:cxnSpLocks/>
            <a:endCxn id="68" idx="2"/>
          </p:cNvCxnSpPr>
          <p:nvPr/>
        </p:nvCxnSpPr>
        <p:spPr>
          <a:xfrm rot="16200000" flipV="1">
            <a:off x="6746158" y="3875199"/>
            <a:ext cx="443709" cy="24159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7998612-B6A4-47E6-7121-3178BE9FFB15}"/>
              </a:ext>
            </a:extLst>
          </p:cNvPr>
          <p:cNvCxnSpPr>
            <a:cxnSpLocks/>
            <a:stCxn id="68" idx="2"/>
            <a:endCxn id="150" idx="0"/>
          </p:cNvCxnSpPr>
          <p:nvPr/>
        </p:nvCxnSpPr>
        <p:spPr>
          <a:xfrm>
            <a:off x="6847214" y="3774142"/>
            <a:ext cx="5080" cy="4050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4" name="Rectangle 153">
            <a:extLst>
              <a:ext uri="{FF2B5EF4-FFF2-40B4-BE49-F238E27FC236}">
                <a16:creationId xmlns:a16="http://schemas.microsoft.com/office/drawing/2014/main" id="{CDA1E25E-FD71-E7F4-D15C-D1979650C6F7}"/>
              </a:ext>
            </a:extLst>
          </p:cNvPr>
          <p:cNvSpPr/>
          <p:nvPr/>
        </p:nvSpPr>
        <p:spPr>
          <a:xfrm>
            <a:off x="7613843" y="4181845"/>
            <a:ext cx="1003271"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55" name="Elbow Connector 154">
            <a:extLst>
              <a:ext uri="{FF2B5EF4-FFF2-40B4-BE49-F238E27FC236}">
                <a16:creationId xmlns:a16="http://schemas.microsoft.com/office/drawing/2014/main" id="{09B4A515-47F4-89D4-FB90-760516822F1F}"/>
              </a:ext>
            </a:extLst>
          </p:cNvPr>
          <p:cNvCxnSpPr>
            <a:cxnSpLocks/>
            <a:stCxn id="253" idx="0"/>
            <a:endCxn id="48" idx="2"/>
          </p:cNvCxnSpPr>
          <p:nvPr/>
        </p:nvCxnSpPr>
        <p:spPr>
          <a:xfrm rot="5400000" flipH="1" flipV="1">
            <a:off x="7729553" y="3819326"/>
            <a:ext cx="441815" cy="35144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Elbow Connector 155">
            <a:extLst>
              <a:ext uri="{FF2B5EF4-FFF2-40B4-BE49-F238E27FC236}">
                <a16:creationId xmlns:a16="http://schemas.microsoft.com/office/drawing/2014/main" id="{0FC6BC54-943A-2A58-96F9-9AB5080524DC}"/>
              </a:ext>
            </a:extLst>
          </p:cNvPr>
          <p:cNvCxnSpPr>
            <a:cxnSpLocks/>
            <a:endCxn id="48" idx="2"/>
          </p:cNvCxnSpPr>
          <p:nvPr/>
        </p:nvCxnSpPr>
        <p:spPr>
          <a:xfrm rot="16200000" flipV="1">
            <a:off x="7962277" y="3938050"/>
            <a:ext cx="443591" cy="115776"/>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Rectangle 156">
            <a:extLst>
              <a:ext uri="{FF2B5EF4-FFF2-40B4-BE49-F238E27FC236}">
                <a16:creationId xmlns:a16="http://schemas.microsoft.com/office/drawing/2014/main" id="{B73E4C61-3EB9-7344-FD5A-6BA4C6D93F64}"/>
              </a:ext>
            </a:extLst>
          </p:cNvPr>
          <p:cNvSpPr/>
          <p:nvPr/>
        </p:nvSpPr>
        <p:spPr>
          <a:xfrm>
            <a:off x="8381152" y="4217044"/>
            <a:ext cx="201143" cy="180000"/>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158" name="Elbow Connector 157">
            <a:extLst>
              <a:ext uri="{FF2B5EF4-FFF2-40B4-BE49-F238E27FC236}">
                <a16:creationId xmlns:a16="http://schemas.microsoft.com/office/drawing/2014/main" id="{77127E46-A57C-8C4A-4931-1D50CBBDB88B}"/>
              </a:ext>
            </a:extLst>
          </p:cNvPr>
          <p:cNvCxnSpPr>
            <a:cxnSpLocks/>
            <a:stCxn id="157" idx="0"/>
            <a:endCxn id="48" idx="2"/>
          </p:cNvCxnSpPr>
          <p:nvPr/>
        </p:nvCxnSpPr>
        <p:spPr>
          <a:xfrm rot="16200000" flipV="1">
            <a:off x="8082503" y="3817823"/>
            <a:ext cx="442902" cy="35554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9" name="Rectangle 158">
            <a:extLst>
              <a:ext uri="{FF2B5EF4-FFF2-40B4-BE49-F238E27FC236}">
                <a16:creationId xmlns:a16="http://schemas.microsoft.com/office/drawing/2014/main" id="{798A528C-7959-B043-59C6-535CFAC44F85}"/>
              </a:ext>
            </a:extLst>
          </p:cNvPr>
          <p:cNvSpPr/>
          <p:nvPr/>
        </p:nvSpPr>
        <p:spPr>
          <a:xfrm>
            <a:off x="9012458" y="4187129"/>
            <a:ext cx="1023210"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60" name="Elbow Connector 159">
            <a:extLst>
              <a:ext uri="{FF2B5EF4-FFF2-40B4-BE49-F238E27FC236}">
                <a16:creationId xmlns:a16="http://schemas.microsoft.com/office/drawing/2014/main" id="{CBB0AF59-FA9A-699C-688F-CB0B6FD469A6}"/>
              </a:ext>
            </a:extLst>
          </p:cNvPr>
          <p:cNvCxnSpPr>
            <a:cxnSpLocks/>
            <a:stCxn id="262" idx="0"/>
            <a:endCxn id="64" idx="2"/>
          </p:cNvCxnSpPr>
          <p:nvPr/>
        </p:nvCxnSpPr>
        <p:spPr>
          <a:xfrm rot="5400000" flipH="1" flipV="1">
            <a:off x="9249548" y="3940162"/>
            <a:ext cx="443585" cy="1115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Elbow Connector 160">
            <a:extLst>
              <a:ext uri="{FF2B5EF4-FFF2-40B4-BE49-F238E27FC236}">
                <a16:creationId xmlns:a16="http://schemas.microsoft.com/office/drawing/2014/main" id="{9E5791CF-CD91-FE56-2FE0-27953D815FB0}"/>
              </a:ext>
            </a:extLst>
          </p:cNvPr>
          <p:cNvCxnSpPr>
            <a:cxnSpLocks/>
            <a:endCxn id="64" idx="2"/>
          </p:cNvCxnSpPr>
          <p:nvPr/>
        </p:nvCxnSpPr>
        <p:spPr>
          <a:xfrm rot="16200000" flipV="1">
            <a:off x="9482273" y="3818984"/>
            <a:ext cx="445361" cy="35567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Elbow Connector 161">
            <a:extLst>
              <a:ext uri="{FF2B5EF4-FFF2-40B4-BE49-F238E27FC236}">
                <a16:creationId xmlns:a16="http://schemas.microsoft.com/office/drawing/2014/main" id="{5B2056EF-8EEE-95A9-2A35-96D414A2AF13}"/>
              </a:ext>
            </a:extLst>
          </p:cNvPr>
          <p:cNvCxnSpPr>
            <a:cxnSpLocks/>
            <a:stCxn id="256" idx="0"/>
            <a:endCxn id="48" idx="2"/>
          </p:cNvCxnSpPr>
          <p:nvPr/>
        </p:nvCxnSpPr>
        <p:spPr>
          <a:xfrm rot="5400000" flipH="1" flipV="1">
            <a:off x="7848075" y="3933967"/>
            <a:ext cx="437934" cy="11828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6A3771B9-517B-1CD6-59FD-64F876026D5C}"/>
              </a:ext>
            </a:extLst>
          </p:cNvPr>
          <p:cNvCxnSpPr>
            <a:cxnSpLocks/>
          </p:cNvCxnSpPr>
          <p:nvPr/>
        </p:nvCxnSpPr>
        <p:spPr>
          <a:xfrm>
            <a:off x="1168265" y="4827167"/>
            <a:ext cx="104241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D823B935-8C2B-7549-482B-D1CFA1F32DFB}"/>
              </a:ext>
            </a:extLst>
          </p:cNvPr>
          <p:cNvCxnSpPr>
            <a:cxnSpLocks/>
          </p:cNvCxnSpPr>
          <p:nvPr/>
        </p:nvCxnSpPr>
        <p:spPr>
          <a:xfrm>
            <a:off x="1198745" y="5587028"/>
            <a:ext cx="104241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65" name="Group 164">
            <a:extLst>
              <a:ext uri="{FF2B5EF4-FFF2-40B4-BE49-F238E27FC236}">
                <a16:creationId xmlns:a16="http://schemas.microsoft.com/office/drawing/2014/main" id="{34869C27-96BF-620C-2D0F-F14AFB1A84D0}"/>
              </a:ext>
            </a:extLst>
          </p:cNvPr>
          <p:cNvGrpSpPr/>
          <p:nvPr/>
        </p:nvGrpSpPr>
        <p:grpSpPr>
          <a:xfrm>
            <a:off x="1696750" y="4190685"/>
            <a:ext cx="201143" cy="188469"/>
            <a:chOff x="1699830" y="3873430"/>
            <a:chExt cx="201143" cy="188469"/>
          </a:xfrm>
        </p:grpSpPr>
        <p:sp>
          <p:nvSpPr>
            <p:cNvPr id="166" name="Rectangle 165">
              <a:extLst>
                <a:ext uri="{FF2B5EF4-FFF2-40B4-BE49-F238E27FC236}">
                  <a16:creationId xmlns:a16="http://schemas.microsoft.com/office/drawing/2014/main" id="{089CA7C8-54E1-EAF0-9181-85263C616113}"/>
                </a:ext>
              </a:extLst>
            </p:cNvPr>
            <p:cNvSpPr/>
            <p:nvPr/>
          </p:nvSpPr>
          <p:spPr>
            <a:xfrm>
              <a:off x="1699830" y="387343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67" name="Graphic 166" descr="Tools outline">
              <a:extLst>
                <a:ext uri="{FF2B5EF4-FFF2-40B4-BE49-F238E27FC236}">
                  <a16:creationId xmlns:a16="http://schemas.microsoft.com/office/drawing/2014/main" id="{0A6621E0-AE03-163B-1316-EB043069254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706327" y="3874261"/>
              <a:ext cx="187638" cy="187638"/>
            </a:xfrm>
            <a:prstGeom prst="rect">
              <a:avLst/>
            </a:prstGeom>
          </p:spPr>
        </p:pic>
      </p:grpSp>
      <p:grpSp>
        <p:nvGrpSpPr>
          <p:cNvPr id="168" name="Group 167">
            <a:extLst>
              <a:ext uri="{FF2B5EF4-FFF2-40B4-BE49-F238E27FC236}">
                <a16:creationId xmlns:a16="http://schemas.microsoft.com/office/drawing/2014/main" id="{4E7C988C-0CD3-8C34-8A7F-52E4AC39A162}"/>
              </a:ext>
            </a:extLst>
          </p:cNvPr>
          <p:cNvGrpSpPr/>
          <p:nvPr/>
        </p:nvGrpSpPr>
        <p:grpSpPr>
          <a:xfrm>
            <a:off x="1435929" y="4185460"/>
            <a:ext cx="201143" cy="188059"/>
            <a:chOff x="1439009" y="3914251"/>
            <a:chExt cx="201143" cy="188059"/>
          </a:xfrm>
        </p:grpSpPr>
        <p:sp>
          <p:nvSpPr>
            <p:cNvPr id="169" name="Rectangle 168">
              <a:extLst>
                <a:ext uri="{FF2B5EF4-FFF2-40B4-BE49-F238E27FC236}">
                  <a16:creationId xmlns:a16="http://schemas.microsoft.com/office/drawing/2014/main" id="{FC509637-B1D5-10A1-5CE7-02896872743E}"/>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70" name="Graphic 169" descr="Chat outline">
              <a:extLst>
                <a:ext uri="{FF2B5EF4-FFF2-40B4-BE49-F238E27FC236}">
                  <a16:creationId xmlns:a16="http://schemas.microsoft.com/office/drawing/2014/main" id="{958F66FE-2A2F-B3F9-A835-C616EE8C859C}"/>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171" name="Group 170">
            <a:extLst>
              <a:ext uri="{FF2B5EF4-FFF2-40B4-BE49-F238E27FC236}">
                <a16:creationId xmlns:a16="http://schemas.microsoft.com/office/drawing/2014/main" id="{9CCD801C-1B08-4B40-1527-1E7D270F7C44}"/>
              </a:ext>
            </a:extLst>
          </p:cNvPr>
          <p:cNvGrpSpPr/>
          <p:nvPr/>
        </p:nvGrpSpPr>
        <p:grpSpPr>
          <a:xfrm>
            <a:off x="2380437" y="5085029"/>
            <a:ext cx="995474" cy="320947"/>
            <a:chOff x="2383517" y="4774064"/>
            <a:chExt cx="995474" cy="320947"/>
          </a:xfrm>
        </p:grpSpPr>
        <p:sp>
          <p:nvSpPr>
            <p:cNvPr id="172" name="Flowchart: Magnetic Disk 44">
              <a:extLst>
                <a:ext uri="{FF2B5EF4-FFF2-40B4-BE49-F238E27FC236}">
                  <a16:creationId xmlns:a16="http://schemas.microsoft.com/office/drawing/2014/main" id="{BA9B0364-5D22-ABAF-2C33-5A4C99EA9FF6}"/>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3" name="Rectangle 172">
              <a:extLst>
                <a:ext uri="{FF2B5EF4-FFF2-40B4-BE49-F238E27FC236}">
                  <a16:creationId xmlns:a16="http://schemas.microsoft.com/office/drawing/2014/main" id="{C61CB079-7C66-FD6A-EE6C-D2CD1E7491E8}"/>
                </a:ext>
              </a:extLst>
            </p:cNvPr>
            <p:cNvSpPr/>
            <p:nvPr/>
          </p:nvSpPr>
          <p:spPr>
            <a:xfrm>
              <a:off x="2518738" y="4832260"/>
              <a:ext cx="720491" cy="215444"/>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Third Party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Sales Info</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74" name="Group 173">
            <a:extLst>
              <a:ext uri="{FF2B5EF4-FFF2-40B4-BE49-F238E27FC236}">
                <a16:creationId xmlns:a16="http://schemas.microsoft.com/office/drawing/2014/main" id="{7CBD69F4-B977-AB86-AD36-EA6972732256}"/>
              </a:ext>
            </a:extLst>
          </p:cNvPr>
          <p:cNvGrpSpPr/>
          <p:nvPr/>
        </p:nvGrpSpPr>
        <p:grpSpPr>
          <a:xfrm>
            <a:off x="3535078" y="5085030"/>
            <a:ext cx="995474" cy="320947"/>
            <a:chOff x="2383517" y="4774064"/>
            <a:chExt cx="995474" cy="320947"/>
          </a:xfrm>
        </p:grpSpPr>
        <p:sp>
          <p:nvSpPr>
            <p:cNvPr id="175" name="Flowchart: Magnetic Disk 44">
              <a:extLst>
                <a:ext uri="{FF2B5EF4-FFF2-40B4-BE49-F238E27FC236}">
                  <a16:creationId xmlns:a16="http://schemas.microsoft.com/office/drawing/2014/main" id="{D06746B0-6318-B1BE-13CE-0C03218C2B7D}"/>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6" name="Rectangle 175">
              <a:extLst>
                <a:ext uri="{FF2B5EF4-FFF2-40B4-BE49-F238E27FC236}">
                  <a16:creationId xmlns:a16="http://schemas.microsoft.com/office/drawing/2014/main" id="{8F0F1633-1BFA-B10B-593B-F87262B3BCC6}"/>
                </a:ext>
              </a:extLst>
            </p:cNvPr>
            <p:cNvSpPr/>
            <p:nvPr/>
          </p:nvSpPr>
          <p:spPr>
            <a:xfrm>
              <a:off x="2545242"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Brand Master</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77" name="Group 176">
            <a:extLst>
              <a:ext uri="{FF2B5EF4-FFF2-40B4-BE49-F238E27FC236}">
                <a16:creationId xmlns:a16="http://schemas.microsoft.com/office/drawing/2014/main" id="{91CC44A7-1185-3C5A-12E9-5E7E33E91708}"/>
              </a:ext>
            </a:extLst>
          </p:cNvPr>
          <p:cNvGrpSpPr/>
          <p:nvPr/>
        </p:nvGrpSpPr>
        <p:grpSpPr>
          <a:xfrm>
            <a:off x="4689719" y="5080780"/>
            <a:ext cx="995474" cy="320947"/>
            <a:chOff x="2383517" y="4774064"/>
            <a:chExt cx="995474" cy="320947"/>
          </a:xfrm>
        </p:grpSpPr>
        <p:sp>
          <p:nvSpPr>
            <p:cNvPr id="178" name="Flowchart: Magnetic Disk 44">
              <a:extLst>
                <a:ext uri="{FF2B5EF4-FFF2-40B4-BE49-F238E27FC236}">
                  <a16:creationId xmlns:a16="http://schemas.microsoft.com/office/drawing/2014/main" id="{3CDA7D1E-26BA-44B3-5649-56F045107ABC}"/>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9" name="Rectangle 178">
              <a:extLst>
                <a:ext uri="{FF2B5EF4-FFF2-40B4-BE49-F238E27FC236}">
                  <a16:creationId xmlns:a16="http://schemas.microsoft.com/office/drawing/2014/main" id="{BC078709-4D82-9442-3640-C63704374C87}"/>
                </a:ext>
              </a:extLst>
            </p:cNvPr>
            <p:cNvSpPr/>
            <p:nvPr/>
          </p:nvSpPr>
          <p:spPr>
            <a:xfrm>
              <a:off x="2545242"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CRM</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0" name="Group 179">
            <a:extLst>
              <a:ext uri="{FF2B5EF4-FFF2-40B4-BE49-F238E27FC236}">
                <a16:creationId xmlns:a16="http://schemas.microsoft.com/office/drawing/2014/main" id="{FDFB5C86-A993-0E1F-5B4A-C6764A5887E2}"/>
              </a:ext>
            </a:extLst>
          </p:cNvPr>
          <p:cNvGrpSpPr/>
          <p:nvPr/>
        </p:nvGrpSpPr>
        <p:grpSpPr>
          <a:xfrm>
            <a:off x="5844360" y="5080780"/>
            <a:ext cx="995474" cy="320947"/>
            <a:chOff x="2383517" y="4774064"/>
            <a:chExt cx="995474" cy="320947"/>
          </a:xfrm>
        </p:grpSpPr>
        <p:sp>
          <p:nvSpPr>
            <p:cNvPr id="181" name="Flowchart: Magnetic Disk 44">
              <a:extLst>
                <a:ext uri="{FF2B5EF4-FFF2-40B4-BE49-F238E27FC236}">
                  <a16:creationId xmlns:a16="http://schemas.microsoft.com/office/drawing/2014/main" id="{DE55B187-B837-C090-F1C1-6A4A43E7A7FA}"/>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2" name="Rectangle 181">
              <a:extLst>
                <a:ext uri="{FF2B5EF4-FFF2-40B4-BE49-F238E27FC236}">
                  <a16:creationId xmlns:a16="http://schemas.microsoft.com/office/drawing/2014/main" id="{4AD3B526-208C-60CD-762C-0B43B34843F5}"/>
                </a:ext>
              </a:extLst>
            </p:cNvPr>
            <p:cNvSpPr/>
            <p:nvPr/>
          </p:nvSpPr>
          <p:spPr>
            <a:xfrm>
              <a:off x="2537359"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Campaign Master</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3" name="Group 182">
            <a:extLst>
              <a:ext uri="{FF2B5EF4-FFF2-40B4-BE49-F238E27FC236}">
                <a16:creationId xmlns:a16="http://schemas.microsoft.com/office/drawing/2014/main" id="{2316DA03-AE74-278E-BB7F-D6F31AE9D32A}"/>
              </a:ext>
            </a:extLst>
          </p:cNvPr>
          <p:cNvGrpSpPr/>
          <p:nvPr/>
        </p:nvGrpSpPr>
        <p:grpSpPr>
          <a:xfrm>
            <a:off x="6999001" y="5080780"/>
            <a:ext cx="995474" cy="320947"/>
            <a:chOff x="2383517" y="4774064"/>
            <a:chExt cx="995474" cy="320947"/>
          </a:xfrm>
        </p:grpSpPr>
        <p:sp>
          <p:nvSpPr>
            <p:cNvPr id="184" name="Flowchart: Magnetic Disk 44">
              <a:extLst>
                <a:ext uri="{FF2B5EF4-FFF2-40B4-BE49-F238E27FC236}">
                  <a16:creationId xmlns:a16="http://schemas.microsoft.com/office/drawing/2014/main" id="{35522A95-DB07-4D44-79F2-C8EB4932E58D}"/>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5" name="Rectangle 184">
              <a:extLst>
                <a:ext uri="{FF2B5EF4-FFF2-40B4-BE49-F238E27FC236}">
                  <a16:creationId xmlns:a16="http://schemas.microsoft.com/office/drawing/2014/main" id="{A3DF17C0-2531-8E0D-9D01-E5F54F65CD84}"/>
                </a:ext>
              </a:extLst>
            </p:cNvPr>
            <p:cNvSpPr/>
            <p:nvPr/>
          </p:nvSpPr>
          <p:spPr>
            <a:xfrm>
              <a:off x="2537359"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SFA System</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6" name="Group 185">
            <a:extLst>
              <a:ext uri="{FF2B5EF4-FFF2-40B4-BE49-F238E27FC236}">
                <a16:creationId xmlns:a16="http://schemas.microsoft.com/office/drawing/2014/main" id="{B1ED6A07-CFE7-2897-710B-DC7FEE6B7FE8}"/>
              </a:ext>
            </a:extLst>
          </p:cNvPr>
          <p:cNvGrpSpPr/>
          <p:nvPr/>
        </p:nvGrpSpPr>
        <p:grpSpPr>
          <a:xfrm>
            <a:off x="8153642" y="5080780"/>
            <a:ext cx="995474" cy="320947"/>
            <a:chOff x="2383517" y="4774064"/>
            <a:chExt cx="995474" cy="320947"/>
          </a:xfrm>
        </p:grpSpPr>
        <p:sp>
          <p:nvSpPr>
            <p:cNvPr id="187" name="Flowchart: Magnetic Disk 44">
              <a:extLst>
                <a:ext uri="{FF2B5EF4-FFF2-40B4-BE49-F238E27FC236}">
                  <a16:creationId xmlns:a16="http://schemas.microsoft.com/office/drawing/2014/main" id="{2A6EABA5-E932-E9D5-3E5F-0E77CEB0F9B5}"/>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8" name="Rectangle 187">
              <a:extLst>
                <a:ext uri="{FF2B5EF4-FFF2-40B4-BE49-F238E27FC236}">
                  <a16:creationId xmlns:a16="http://schemas.microsoft.com/office/drawing/2014/main" id="{CD347660-2F53-2DF8-95F7-6897FE611920}"/>
                </a:ext>
              </a:extLst>
            </p:cNvPr>
            <p:cNvSpPr/>
            <p:nvPr/>
          </p:nvSpPr>
          <p:spPr>
            <a:xfrm>
              <a:off x="2465837" y="4832260"/>
              <a:ext cx="868176" cy="215444"/>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Handheld &amp; Interactive Systems</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9" name="Group 188">
            <a:extLst>
              <a:ext uri="{FF2B5EF4-FFF2-40B4-BE49-F238E27FC236}">
                <a16:creationId xmlns:a16="http://schemas.microsoft.com/office/drawing/2014/main" id="{CCECD2C7-E593-87A1-C155-2701EF6F4624}"/>
              </a:ext>
            </a:extLst>
          </p:cNvPr>
          <p:cNvGrpSpPr/>
          <p:nvPr/>
        </p:nvGrpSpPr>
        <p:grpSpPr>
          <a:xfrm>
            <a:off x="9308281" y="5077841"/>
            <a:ext cx="995474" cy="320947"/>
            <a:chOff x="2383517" y="4774064"/>
            <a:chExt cx="995474" cy="320947"/>
          </a:xfrm>
        </p:grpSpPr>
        <p:sp>
          <p:nvSpPr>
            <p:cNvPr id="190" name="Flowchart: Magnetic Disk 44">
              <a:extLst>
                <a:ext uri="{FF2B5EF4-FFF2-40B4-BE49-F238E27FC236}">
                  <a16:creationId xmlns:a16="http://schemas.microsoft.com/office/drawing/2014/main" id="{0F81A4E7-7980-3C80-EE20-CF4F3F3F2AE4}"/>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91" name="Rectangle 190">
              <a:extLst>
                <a:ext uri="{FF2B5EF4-FFF2-40B4-BE49-F238E27FC236}">
                  <a16:creationId xmlns:a16="http://schemas.microsoft.com/office/drawing/2014/main" id="{91ED3189-3F59-DDFA-C888-ECCC7B9D4407}"/>
                </a:ext>
              </a:extLst>
            </p:cNvPr>
            <p:cNvSpPr/>
            <p:nvPr/>
          </p:nvSpPr>
          <p:spPr>
            <a:xfrm>
              <a:off x="2465837" y="4886121"/>
              <a:ext cx="868176"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Other Tools</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92" name="Group 191">
            <a:extLst>
              <a:ext uri="{FF2B5EF4-FFF2-40B4-BE49-F238E27FC236}">
                <a16:creationId xmlns:a16="http://schemas.microsoft.com/office/drawing/2014/main" id="{6FF79101-088A-CE15-6D6D-BDD6843E2CC3}"/>
              </a:ext>
            </a:extLst>
          </p:cNvPr>
          <p:cNvGrpSpPr/>
          <p:nvPr/>
        </p:nvGrpSpPr>
        <p:grpSpPr>
          <a:xfrm>
            <a:off x="2428939" y="3199347"/>
            <a:ext cx="230087" cy="230087"/>
            <a:chOff x="2000422" y="2990995"/>
            <a:chExt cx="253345" cy="253345"/>
          </a:xfrm>
        </p:grpSpPr>
        <p:sp>
          <p:nvSpPr>
            <p:cNvPr id="193" name="Rectangle 192">
              <a:extLst>
                <a:ext uri="{FF2B5EF4-FFF2-40B4-BE49-F238E27FC236}">
                  <a16:creationId xmlns:a16="http://schemas.microsoft.com/office/drawing/2014/main" id="{CD0C5892-7CE4-2501-1B93-BB150C62169D}"/>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194" name="Graphic 193">
              <a:extLst>
                <a:ext uri="{FF2B5EF4-FFF2-40B4-BE49-F238E27FC236}">
                  <a16:creationId xmlns:a16="http://schemas.microsoft.com/office/drawing/2014/main" id="{C779B736-39A4-A2CF-A408-D14AF325336B}"/>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195" name="Group 194">
            <a:extLst>
              <a:ext uri="{FF2B5EF4-FFF2-40B4-BE49-F238E27FC236}">
                <a16:creationId xmlns:a16="http://schemas.microsoft.com/office/drawing/2014/main" id="{F807AF33-C15C-28D9-0EB5-F02F3D1768CA}"/>
              </a:ext>
            </a:extLst>
          </p:cNvPr>
          <p:cNvGrpSpPr/>
          <p:nvPr/>
        </p:nvGrpSpPr>
        <p:grpSpPr>
          <a:xfrm>
            <a:off x="4055459" y="3190678"/>
            <a:ext cx="219653" cy="219653"/>
            <a:chOff x="4058539" y="2919469"/>
            <a:chExt cx="219653" cy="219653"/>
          </a:xfrm>
        </p:grpSpPr>
        <p:sp>
          <p:nvSpPr>
            <p:cNvPr id="196" name="Rectangle 195">
              <a:extLst>
                <a:ext uri="{FF2B5EF4-FFF2-40B4-BE49-F238E27FC236}">
                  <a16:creationId xmlns:a16="http://schemas.microsoft.com/office/drawing/2014/main" id="{626D480C-F0D7-C412-95B1-AA0008E24346}"/>
                </a:ext>
              </a:extLst>
            </p:cNvPr>
            <p:cNvSpPr/>
            <p:nvPr/>
          </p:nvSpPr>
          <p:spPr>
            <a:xfrm>
              <a:off x="4058539" y="2919469"/>
              <a:ext cx="219653" cy="219653"/>
            </a:xfrm>
            <a:prstGeom prst="rect">
              <a:avLst/>
            </a:prstGeom>
            <a:solidFill>
              <a:srgbClr val="E557AD"/>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197" name="Graphic 196" descr="Chat outline">
              <a:extLst>
                <a:ext uri="{FF2B5EF4-FFF2-40B4-BE49-F238E27FC236}">
                  <a16:creationId xmlns:a16="http://schemas.microsoft.com/office/drawing/2014/main" id="{E1B7C4F9-C943-F9B3-4C27-F11BF58135FC}"/>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4083310" y="2958077"/>
              <a:ext cx="170113" cy="157052"/>
            </a:xfrm>
            <a:prstGeom prst="rect">
              <a:avLst/>
            </a:prstGeom>
          </p:spPr>
        </p:pic>
      </p:grpSp>
      <p:sp>
        <p:nvSpPr>
          <p:cNvPr id="198" name="Rectangle 197">
            <a:extLst>
              <a:ext uri="{FF2B5EF4-FFF2-40B4-BE49-F238E27FC236}">
                <a16:creationId xmlns:a16="http://schemas.microsoft.com/office/drawing/2014/main" id="{708D5FF6-E520-95CC-E8BD-83F49EB56FFF}"/>
              </a:ext>
            </a:extLst>
          </p:cNvPr>
          <p:cNvSpPr/>
          <p:nvPr/>
        </p:nvSpPr>
        <p:spPr>
          <a:xfrm>
            <a:off x="2295650" y="4205592"/>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199" name="Rectangle 198">
            <a:extLst>
              <a:ext uri="{FF2B5EF4-FFF2-40B4-BE49-F238E27FC236}">
                <a16:creationId xmlns:a16="http://schemas.microsoft.com/office/drawing/2014/main" id="{993CF84D-A337-EB8E-D3D8-D5C3987BF27F}"/>
              </a:ext>
            </a:extLst>
          </p:cNvPr>
          <p:cNvSpPr/>
          <p:nvPr/>
        </p:nvSpPr>
        <p:spPr>
          <a:xfrm>
            <a:off x="2261771" y="4160817"/>
            <a:ext cx="537554"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00" name="Elbow Connector 199">
            <a:extLst>
              <a:ext uri="{FF2B5EF4-FFF2-40B4-BE49-F238E27FC236}">
                <a16:creationId xmlns:a16="http://schemas.microsoft.com/office/drawing/2014/main" id="{CCEDE90C-2F82-8F07-BB8E-DFB4316E1CBC}"/>
              </a:ext>
            </a:extLst>
          </p:cNvPr>
          <p:cNvCxnSpPr>
            <a:cxnSpLocks/>
            <a:stCxn id="198" idx="0"/>
          </p:cNvCxnSpPr>
          <p:nvPr/>
        </p:nvCxnSpPr>
        <p:spPr>
          <a:xfrm rot="5400000" flipH="1" flipV="1">
            <a:off x="2281763" y="3951167"/>
            <a:ext cx="368884" cy="13996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Elbow Connector 200">
            <a:extLst>
              <a:ext uri="{FF2B5EF4-FFF2-40B4-BE49-F238E27FC236}">
                <a16:creationId xmlns:a16="http://schemas.microsoft.com/office/drawing/2014/main" id="{832D1003-BC8B-7D52-F3BA-C30A599F9F2B}"/>
              </a:ext>
            </a:extLst>
          </p:cNvPr>
          <p:cNvCxnSpPr>
            <a:cxnSpLocks/>
            <a:stCxn id="203" idx="0"/>
          </p:cNvCxnSpPr>
          <p:nvPr/>
        </p:nvCxnSpPr>
        <p:spPr>
          <a:xfrm rot="16200000" flipV="1">
            <a:off x="2418953" y="3960527"/>
            <a:ext cx="355727" cy="1212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2" name="Group 201">
            <a:extLst>
              <a:ext uri="{FF2B5EF4-FFF2-40B4-BE49-F238E27FC236}">
                <a16:creationId xmlns:a16="http://schemas.microsoft.com/office/drawing/2014/main" id="{A81FA935-BB91-9160-A3D5-A67218723164}"/>
              </a:ext>
            </a:extLst>
          </p:cNvPr>
          <p:cNvGrpSpPr>
            <a:grpSpLocks noChangeAspect="1"/>
          </p:cNvGrpSpPr>
          <p:nvPr/>
        </p:nvGrpSpPr>
        <p:grpSpPr>
          <a:xfrm>
            <a:off x="2556867" y="4199014"/>
            <a:ext cx="201143" cy="201168"/>
            <a:chOff x="2724405" y="3881760"/>
            <a:chExt cx="201143" cy="187817"/>
          </a:xfrm>
        </p:grpSpPr>
        <p:sp>
          <p:nvSpPr>
            <p:cNvPr id="203" name="Rectangle 202">
              <a:extLst>
                <a:ext uri="{FF2B5EF4-FFF2-40B4-BE49-F238E27FC236}">
                  <a16:creationId xmlns:a16="http://schemas.microsoft.com/office/drawing/2014/main" id="{4028ACFC-1279-DF17-7B50-76F64131D455}"/>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04" name="Graphic 203" descr="Tools outline">
              <a:extLst>
                <a:ext uri="{FF2B5EF4-FFF2-40B4-BE49-F238E27FC236}">
                  <a16:creationId xmlns:a16="http://schemas.microsoft.com/office/drawing/2014/main" id="{83377B5A-89BD-C3AC-5CE9-A54F599F9ED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733654" y="3881939"/>
              <a:ext cx="187638" cy="187638"/>
            </a:xfrm>
            <a:prstGeom prst="rect">
              <a:avLst/>
            </a:prstGeom>
          </p:spPr>
        </p:pic>
      </p:grpSp>
      <p:cxnSp>
        <p:nvCxnSpPr>
          <p:cNvPr id="205" name="Elbow Connector 204">
            <a:extLst>
              <a:ext uri="{FF2B5EF4-FFF2-40B4-BE49-F238E27FC236}">
                <a16:creationId xmlns:a16="http://schemas.microsoft.com/office/drawing/2014/main" id="{AC2F2C21-266F-5AB2-E8E4-F8E0E872AA57}"/>
              </a:ext>
            </a:extLst>
          </p:cNvPr>
          <p:cNvCxnSpPr>
            <a:cxnSpLocks/>
            <a:stCxn id="206" idx="4"/>
            <a:endCxn id="209" idx="0"/>
          </p:cNvCxnSpPr>
          <p:nvPr/>
        </p:nvCxnSpPr>
        <p:spPr>
          <a:xfrm rot="16200000" flipH="1">
            <a:off x="3050125" y="2928399"/>
            <a:ext cx="335606" cy="196886"/>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6" name="Oval 205">
            <a:extLst>
              <a:ext uri="{FF2B5EF4-FFF2-40B4-BE49-F238E27FC236}">
                <a16:creationId xmlns:a16="http://schemas.microsoft.com/office/drawing/2014/main" id="{A99F363E-DC5E-85C3-5797-6385F217F289}"/>
              </a:ext>
            </a:extLst>
          </p:cNvPr>
          <p:cNvSpPr/>
          <p:nvPr/>
        </p:nvSpPr>
        <p:spPr>
          <a:xfrm>
            <a:off x="3088376" y="2790675"/>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07" name="TextBox 206">
            <a:extLst>
              <a:ext uri="{FF2B5EF4-FFF2-40B4-BE49-F238E27FC236}">
                <a16:creationId xmlns:a16="http://schemas.microsoft.com/office/drawing/2014/main" id="{37B1D015-F523-376D-3CBD-5AAEBD05406C}"/>
              </a:ext>
            </a:extLst>
          </p:cNvPr>
          <p:cNvSpPr txBox="1"/>
          <p:nvPr/>
        </p:nvSpPr>
        <p:spPr>
          <a:xfrm>
            <a:off x="2880306"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grpSp>
        <p:nvGrpSpPr>
          <p:cNvPr id="208" name="Group 207">
            <a:extLst>
              <a:ext uri="{FF2B5EF4-FFF2-40B4-BE49-F238E27FC236}">
                <a16:creationId xmlns:a16="http://schemas.microsoft.com/office/drawing/2014/main" id="{E2669A9E-534B-8926-8C42-8C6F358991BE}"/>
              </a:ext>
            </a:extLst>
          </p:cNvPr>
          <p:cNvGrpSpPr/>
          <p:nvPr/>
        </p:nvGrpSpPr>
        <p:grpSpPr>
          <a:xfrm>
            <a:off x="3201326" y="3189427"/>
            <a:ext cx="230087" cy="230087"/>
            <a:chOff x="2000422" y="2990995"/>
            <a:chExt cx="253345" cy="253345"/>
          </a:xfrm>
        </p:grpSpPr>
        <p:sp>
          <p:nvSpPr>
            <p:cNvPr id="209" name="Rectangle 208">
              <a:extLst>
                <a:ext uri="{FF2B5EF4-FFF2-40B4-BE49-F238E27FC236}">
                  <a16:creationId xmlns:a16="http://schemas.microsoft.com/office/drawing/2014/main" id="{D65E7A17-BBC9-4B41-C0AB-DDB440912767}"/>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10" name="Graphic 209">
              <a:extLst>
                <a:ext uri="{FF2B5EF4-FFF2-40B4-BE49-F238E27FC236}">
                  <a16:creationId xmlns:a16="http://schemas.microsoft.com/office/drawing/2014/main" id="{EB382C70-654B-EC5E-AA76-C191C0F2F48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211" name="Rectangle 210">
            <a:extLst>
              <a:ext uri="{FF2B5EF4-FFF2-40B4-BE49-F238E27FC236}">
                <a16:creationId xmlns:a16="http://schemas.microsoft.com/office/drawing/2014/main" id="{8B98D10D-B14C-2FD4-2943-08678AF8034A}"/>
              </a:ext>
            </a:extLst>
          </p:cNvPr>
          <p:cNvSpPr/>
          <p:nvPr/>
        </p:nvSpPr>
        <p:spPr>
          <a:xfrm>
            <a:off x="3107116" y="4205839"/>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212" name="Rectangle 211">
            <a:extLst>
              <a:ext uri="{FF2B5EF4-FFF2-40B4-BE49-F238E27FC236}">
                <a16:creationId xmlns:a16="http://schemas.microsoft.com/office/drawing/2014/main" id="{72515837-D1ED-1895-7107-7C265371F26E}"/>
              </a:ext>
            </a:extLst>
          </p:cNvPr>
          <p:cNvSpPr/>
          <p:nvPr/>
        </p:nvSpPr>
        <p:spPr>
          <a:xfrm>
            <a:off x="3073237" y="4161064"/>
            <a:ext cx="537554"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13" name="Elbow Connector 212">
            <a:extLst>
              <a:ext uri="{FF2B5EF4-FFF2-40B4-BE49-F238E27FC236}">
                <a16:creationId xmlns:a16="http://schemas.microsoft.com/office/drawing/2014/main" id="{2277E719-BA41-58D9-2CC9-FB92D8D2AA11}"/>
              </a:ext>
            </a:extLst>
          </p:cNvPr>
          <p:cNvCxnSpPr>
            <a:cxnSpLocks/>
            <a:stCxn id="211" idx="0"/>
          </p:cNvCxnSpPr>
          <p:nvPr/>
        </p:nvCxnSpPr>
        <p:spPr>
          <a:xfrm rot="5400000" flipH="1" flipV="1">
            <a:off x="3093229" y="3951414"/>
            <a:ext cx="368884" cy="13996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Elbow Connector 213">
            <a:extLst>
              <a:ext uri="{FF2B5EF4-FFF2-40B4-BE49-F238E27FC236}">
                <a16:creationId xmlns:a16="http://schemas.microsoft.com/office/drawing/2014/main" id="{C20A029F-888B-3E7F-8B31-D612478DBA04}"/>
              </a:ext>
            </a:extLst>
          </p:cNvPr>
          <p:cNvCxnSpPr>
            <a:cxnSpLocks/>
            <a:stCxn id="216" idx="0"/>
          </p:cNvCxnSpPr>
          <p:nvPr/>
        </p:nvCxnSpPr>
        <p:spPr>
          <a:xfrm rot="16200000" flipV="1">
            <a:off x="3230419" y="3960774"/>
            <a:ext cx="355727" cy="1212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59F6071C-7058-77E3-EAB4-F2E4382C3F95}"/>
              </a:ext>
            </a:extLst>
          </p:cNvPr>
          <p:cNvGrpSpPr>
            <a:grpSpLocks noChangeAspect="1"/>
          </p:cNvGrpSpPr>
          <p:nvPr/>
        </p:nvGrpSpPr>
        <p:grpSpPr>
          <a:xfrm>
            <a:off x="3368333" y="4199261"/>
            <a:ext cx="201143" cy="201168"/>
            <a:chOff x="2724405" y="3881760"/>
            <a:chExt cx="201143" cy="187817"/>
          </a:xfrm>
        </p:grpSpPr>
        <p:sp>
          <p:nvSpPr>
            <p:cNvPr id="216" name="Rectangle 215">
              <a:extLst>
                <a:ext uri="{FF2B5EF4-FFF2-40B4-BE49-F238E27FC236}">
                  <a16:creationId xmlns:a16="http://schemas.microsoft.com/office/drawing/2014/main" id="{93D20550-E5C6-AC06-68BD-2A1A208B3078}"/>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17" name="Graphic 216" descr="Tools outline">
              <a:extLst>
                <a:ext uri="{FF2B5EF4-FFF2-40B4-BE49-F238E27FC236}">
                  <a16:creationId xmlns:a16="http://schemas.microsoft.com/office/drawing/2014/main" id="{6ECE9F34-62A5-27AC-F9AC-D7C2064DAFB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733654" y="3881939"/>
              <a:ext cx="187638" cy="187638"/>
            </a:xfrm>
            <a:prstGeom prst="rect">
              <a:avLst/>
            </a:prstGeom>
          </p:spPr>
        </p:pic>
      </p:grpSp>
      <p:sp>
        <p:nvSpPr>
          <p:cNvPr id="218" name="Rectangle 217">
            <a:extLst>
              <a:ext uri="{FF2B5EF4-FFF2-40B4-BE49-F238E27FC236}">
                <a16:creationId xmlns:a16="http://schemas.microsoft.com/office/drawing/2014/main" id="{7B1801C6-45E4-7A43-2751-DADAB8C559BD}"/>
              </a:ext>
            </a:extLst>
          </p:cNvPr>
          <p:cNvSpPr/>
          <p:nvPr/>
        </p:nvSpPr>
        <p:spPr>
          <a:xfrm>
            <a:off x="2982329" y="3496741"/>
            <a:ext cx="722715"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algn="ctr">
              <a:defRPr/>
            </a:pPr>
            <a:r>
              <a:rPr lang="en-US" sz="900">
                <a:solidFill>
                  <a:schemeClr val="tx1"/>
                </a:solidFill>
                <a:latin typeface="Ubuntu"/>
              </a:rPr>
              <a:t>Job Posting</a:t>
            </a:r>
          </a:p>
          <a:p>
            <a:pPr algn="ctr">
              <a:defRPr/>
            </a:pPr>
            <a:endParaRPr lang="en-US" sz="900">
              <a:solidFill>
                <a:schemeClr val="tx1"/>
              </a:solidFill>
            </a:endParaRPr>
          </a:p>
        </p:txBody>
      </p:sp>
      <p:grpSp>
        <p:nvGrpSpPr>
          <p:cNvPr id="219" name="Group 218">
            <a:extLst>
              <a:ext uri="{FF2B5EF4-FFF2-40B4-BE49-F238E27FC236}">
                <a16:creationId xmlns:a16="http://schemas.microsoft.com/office/drawing/2014/main" id="{F2712E91-24FF-509C-9183-D701CB2B1C91}"/>
              </a:ext>
            </a:extLst>
          </p:cNvPr>
          <p:cNvGrpSpPr/>
          <p:nvPr/>
        </p:nvGrpSpPr>
        <p:grpSpPr>
          <a:xfrm>
            <a:off x="5433012" y="3191389"/>
            <a:ext cx="230087" cy="230087"/>
            <a:chOff x="2000422" y="2990995"/>
            <a:chExt cx="253345" cy="253345"/>
          </a:xfrm>
        </p:grpSpPr>
        <p:sp>
          <p:nvSpPr>
            <p:cNvPr id="220" name="Rectangle 219">
              <a:extLst>
                <a:ext uri="{FF2B5EF4-FFF2-40B4-BE49-F238E27FC236}">
                  <a16:creationId xmlns:a16="http://schemas.microsoft.com/office/drawing/2014/main" id="{F12BD466-43FF-D2A5-E5F7-46C465DE5E48}"/>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21" name="Graphic 220">
              <a:extLst>
                <a:ext uri="{FF2B5EF4-FFF2-40B4-BE49-F238E27FC236}">
                  <a16:creationId xmlns:a16="http://schemas.microsoft.com/office/drawing/2014/main" id="{2804F42A-44BE-17BD-A6A9-2F0E943929E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222" name="Group 221">
            <a:extLst>
              <a:ext uri="{FF2B5EF4-FFF2-40B4-BE49-F238E27FC236}">
                <a16:creationId xmlns:a16="http://schemas.microsoft.com/office/drawing/2014/main" id="{F9880A36-76C9-B0C5-9989-BB5A34AD27FE}"/>
              </a:ext>
            </a:extLst>
          </p:cNvPr>
          <p:cNvGrpSpPr/>
          <p:nvPr/>
        </p:nvGrpSpPr>
        <p:grpSpPr>
          <a:xfrm>
            <a:off x="4982025" y="4203455"/>
            <a:ext cx="201144" cy="180001"/>
            <a:chOff x="2000422" y="2990995"/>
            <a:chExt cx="253345" cy="253345"/>
          </a:xfrm>
        </p:grpSpPr>
        <p:sp>
          <p:nvSpPr>
            <p:cNvPr id="223" name="Rectangle 222">
              <a:extLst>
                <a:ext uri="{FF2B5EF4-FFF2-40B4-BE49-F238E27FC236}">
                  <a16:creationId xmlns:a16="http://schemas.microsoft.com/office/drawing/2014/main" id="{96E5B6A3-655F-597C-D78C-6E68DBD401AB}"/>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24" name="Graphic 223">
              <a:extLst>
                <a:ext uri="{FF2B5EF4-FFF2-40B4-BE49-F238E27FC236}">
                  <a16:creationId xmlns:a16="http://schemas.microsoft.com/office/drawing/2014/main" id="{8417D230-90A6-67F2-6166-6E763A5C0DAA}"/>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sp>
        <p:nvSpPr>
          <p:cNvPr id="225" name="Rectangle 224">
            <a:extLst>
              <a:ext uri="{FF2B5EF4-FFF2-40B4-BE49-F238E27FC236}">
                <a16:creationId xmlns:a16="http://schemas.microsoft.com/office/drawing/2014/main" id="{8CF5072A-521E-3CE0-C7B7-7DA266EEE96A}"/>
              </a:ext>
            </a:extLst>
          </p:cNvPr>
          <p:cNvSpPr/>
          <p:nvPr/>
        </p:nvSpPr>
        <p:spPr>
          <a:xfrm>
            <a:off x="5692477" y="4211572"/>
            <a:ext cx="201143" cy="160464"/>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grpSp>
        <p:nvGrpSpPr>
          <p:cNvPr id="226" name="Group 225">
            <a:extLst>
              <a:ext uri="{FF2B5EF4-FFF2-40B4-BE49-F238E27FC236}">
                <a16:creationId xmlns:a16="http://schemas.microsoft.com/office/drawing/2014/main" id="{9E7A9C97-EF4A-6C03-6514-89911F19981A}"/>
              </a:ext>
            </a:extLst>
          </p:cNvPr>
          <p:cNvGrpSpPr/>
          <p:nvPr/>
        </p:nvGrpSpPr>
        <p:grpSpPr>
          <a:xfrm>
            <a:off x="5215189" y="4203656"/>
            <a:ext cx="201143" cy="188059"/>
            <a:chOff x="1439009" y="3914251"/>
            <a:chExt cx="201143" cy="188059"/>
          </a:xfrm>
        </p:grpSpPr>
        <p:sp>
          <p:nvSpPr>
            <p:cNvPr id="227" name="Rectangle 226">
              <a:extLst>
                <a:ext uri="{FF2B5EF4-FFF2-40B4-BE49-F238E27FC236}">
                  <a16:creationId xmlns:a16="http://schemas.microsoft.com/office/drawing/2014/main" id="{61D9D4CB-4B1C-0F0D-170E-1F5F110CC937}"/>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28" name="Graphic 227" descr="Chat outline">
              <a:extLst>
                <a:ext uri="{FF2B5EF4-FFF2-40B4-BE49-F238E27FC236}">
                  <a16:creationId xmlns:a16="http://schemas.microsoft.com/office/drawing/2014/main" id="{9F7F6424-F7EE-50DE-2D1E-982D13EFDD88}"/>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cxnSp>
        <p:nvCxnSpPr>
          <p:cNvPr id="229" name="Elbow Connector 228">
            <a:extLst>
              <a:ext uri="{FF2B5EF4-FFF2-40B4-BE49-F238E27FC236}">
                <a16:creationId xmlns:a16="http://schemas.microsoft.com/office/drawing/2014/main" id="{EE0F4726-C28C-252A-9981-3A6374956411}"/>
              </a:ext>
            </a:extLst>
          </p:cNvPr>
          <p:cNvCxnSpPr>
            <a:cxnSpLocks/>
            <a:stCxn id="227" idx="0"/>
            <a:endCxn id="47" idx="2"/>
          </p:cNvCxnSpPr>
          <p:nvPr/>
        </p:nvCxnSpPr>
        <p:spPr>
          <a:xfrm rot="5400000" flipH="1" flipV="1">
            <a:off x="5289156" y="3939247"/>
            <a:ext cx="291014" cy="23780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0" name="Group 229">
            <a:extLst>
              <a:ext uri="{FF2B5EF4-FFF2-40B4-BE49-F238E27FC236}">
                <a16:creationId xmlns:a16="http://schemas.microsoft.com/office/drawing/2014/main" id="{128ACD19-C83B-B174-8322-832F914AA9C2}"/>
              </a:ext>
            </a:extLst>
          </p:cNvPr>
          <p:cNvGrpSpPr>
            <a:grpSpLocks noChangeAspect="1"/>
          </p:cNvGrpSpPr>
          <p:nvPr/>
        </p:nvGrpSpPr>
        <p:grpSpPr>
          <a:xfrm>
            <a:off x="5458392" y="4209313"/>
            <a:ext cx="182857" cy="182879"/>
            <a:chOff x="2724405" y="3881760"/>
            <a:chExt cx="201143" cy="187817"/>
          </a:xfrm>
        </p:grpSpPr>
        <p:sp>
          <p:nvSpPr>
            <p:cNvPr id="231" name="Rectangle 230">
              <a:extLst>
                <a:ext uri="{FF2B5EF4-FFF2-40B4-BE49-F238E27FC236}">
                  <a16:creationId xmlns:a16="http://schemas.microsoft.com/office/drawing/2014/main" id="{7C0B9A05-8AC7-F9CD-7589-6B42F605F8AE}"/>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32" name="Graphic 231" descr="Tools outline">
              <a:extLst>
                <a:ext uri="{FF2B5EF4-FFF2-40B4-BE49-F238E27FC236}">
                  <a16:creationId xmlns:a16="http://schemas.microsoft.com/office/drawing/2014/main" id="{05692D05-9E09-ED36-5341-73923F0FD31B}"/>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33" name="Rectangle 232">
            <a:extLst>
              <a:ext uri="{FF2B5EF4-FFF2-40B4-BE49-F238E27FC236}">
                <a16:creationId xmlns:a16="http://schemas.microsoft.com/office/drawing/2014/main" id="{E71825B1-D18D-591F-4E54-693BF67E3571}"/>
              </a:ext>
            </a:extLst>
          </p:cNvPr>
          <p:cNvSpPr/>
          <p:nvPr/>
        </p:nvSpPr>
        <p:spPr>
          <a:xfrm>
            <a:off x="5939472" y="4214198"/>
            <a:ext cx="201143" cy="160464"/>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34" name="Elbow Connector 233">
            <a:extLst>
              <a:ext uri="{FF2B5EF4-FFF2-40B4-BE49-F238E27FC236}">
                <a16:creationId xmlns:a16="http://schemas.microsoft.com/office/drawing/2014/main" id="{9C826E80-2132-2620-F564-9A34E641F34D}"/>
              </a:ext>
            </a:extLst>
          </p:cNvPr>
          <p:cNvCxnSpPr>
            <a:cxnSpLocks/>
            <a:stCxn id="233" idx="0"/>
            <a:endCxn id="47" idx="2"/>
          </p:cNvCxnSpPr>
          <p:nvPr/>
        </p:nvCxnSpPr>
        <p:spPr>
          <a:xfrm rot="16200000" flipV="1">
            <a:off x="5646027" y="3820181"/>
            <a:ext cx="301556" cy="48647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5" name="TextBox 234">
            <a:extLst>
              <a:ext uri="{FF2B5EF4-FFF2-40B4-BE49-F238E27FC236}">
                <a16:creationId xmlns:a16="http://schemas.microsoft.com/office/drawing/2014/main" id="{FA75B2C5-419F-40AD-F8C7-C8364491AC7B}"/>
              </a:ext>
            </a:extLst>
          </p:cNvPr>
          <p:cNvSpPr txBox="1"/>
          <p:nvPr/>
        </p:nvSpPr>
        <p:spPr>
          <a:xfrm>
            <a:off x="8115775" y="2451745"/>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Conversion Tracking</a:t>
            </a:r>
          </a:p>
        </p:txBody>
      </p:sp>
      <p:sp>
        <p:nvSpPr>
          <p:cNvPr id="236" name="Oval 235">
            <a:extLst>
              <a:ext uri="{FF2B5EF4-FFF2-40B4-BE49-F238E27FC236}">
                <a16:creationId xmlns:a16="http://schemas.microsoft.com/office/drawing/2014/main" id="{6293B0A1-950D-261D-6DB6-30CBDB1672CB}"/>
              </a:ext>
            </a:extLst>
          </p:cNvPr>
          <p:cNvSpPr/>
          <p:nvPr/>
        </p:nvSpPr>
        <p:spPr>
          <a:xfrm>
            <a:off x="6905956" y="2787555"/>
            <a:ext cx="62217" cy="68364"/>
          </a:xfrm>
          <a:prstGeom prst="ellipse">
            <a:avLst/>
          </a:prstGeom>
          <a:solidFill>
            <a:srgbClr val="F95DB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7" name="Oval 236">
            <a:extLst>
              <a:ext uri="{FF2B5EF4-FFF2-40B4-BE49-F238E27FC236}">
                <a16:creationId xmlns:a16="http://schemas.microsoft.com/office/drawing/2014/main" id="{30A92762-A5C2-8582-7CEA-004A7FC833F8}"/>
              </a:ext>
            </a:extLst>
          </p:cNvPr>
          <p:cNvSpPr/>
          <p:nvPr/>
        </p:nvSpPr>
        <p:spPr>
          <a:xfrm>
            <a:off x="7050155" y="2787555"/>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8" name="Oval 237">
            <a:extLst>
              <a:ext uri="{FF2B5EF4-FFF2-40B4-BE49-F238E27FC236}">
                <a16:creationId xmlns:a16="http://schemas.microsoft.com/office/drawing/2014/main" id="{725E2B55-3A38-6839-8839-1657F97D3AFB}"/>
              </a:ext>
            </a:extLst>
          </p:cNvPr>
          <p:cNvSpPr/>
          <p:nvPr/>
        </p:nvSpPr>
        <p:spPr>
          <a:xfrm>
            <a:off x="8406319" y="2787555"/>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9" name="Oval 238">
            <a:extLst>
              <a:ext uri="{FF2B5EF4-FFF2-40B4-BE49-F238E27FC236}">
                <a16:creationId xmlns:a16="http://schemas.microsoft.com/office/drawing/2014/main" id="{6CE080FC-FD04-0AC0-1D1C-B7C1B66BD42C}"/>
              </a:ext>
            </a:extLst>
          </p:cNvPr>
          <p:cNvSpPr/>
          <p:nvPr/>
        </p:nvSpPr>
        <p:spPr>
          <a:xfrm>
            <a:off x="9274093" y="2787555"/>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40" name="Rectangle 239">
            <a:extLst>
              <a:ext uri="{FF2B5EF4-FFF2-40B4-BE49-F238E27FC236}">
                <a16:creationId xmlns:a16="http://schemas.microsoft.com/office/drawing/2014/main" id="{562E5733-083D-1663-37A1-1A53806D7267}"/>
              </a:ext>
            </a:extLst>
          </p:cNvPr>
          <p:cNvSpPr/>
          <p:nvPr/>
        </p:nvSpPr>
        <p:spPr>
          <a:xfrm>
            <a:off x="9058932" y="4221543"/>
            <a:ext cx="201143" cy="160464"/>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41" name="Elbow Connector 240">
            <a:extLst>
              <a:ext uri="{FF2B5EF4-FFF2-40B4-BE49-F238E27FC236}">
                <a16:creationId xmlns:a16="http://schemas.microsoft.com/office/drawing/2014/main" id="{090973DD-05A9-8B6A-122A-9D64B9FD7027}"/>
              </a:ext>
            </a:extLst>
          </p:cNvPr>
          <p:cNvCxnSpPr>
            <a:cxnSpLocks/>
            <a:stCxn id="240" idx="0"/>
            <a:endCxn id="64" idx="2"/>
          </p:cNvCxnSpPr>
          <p:nvPr/>
        </p:nvCxnSpPr>
        <p:spPr>
          <a:xfrm rot="5400000" flipH="1" flipV="1">
            <a:off x="9119609" y="3814038"/>
            <a:ext cx="447401" cy="36761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Elbow Connector 241">
            <a:extLst>
              <a:ext uri="{FF2B5EF4-FFF2-40B4-BE49-F238E27FC236}">
                <a16:creationId xmlns:a16="http://schemas.microsoft.com/office/drawing/2014/main" id="{CADD0419-A3DF-5448-3E1C-607B94A43BF2}"/>
              </a:ext>
            </a:extLst>
          </p:cNvPr>
          <p:cNvCxnSpPr>
            <a:cxnSpLocks/>
            <a:stCxn id="265" idx="0"/>
            <a:endCxn id="64" idx="2"/>
          </p:cNvCxnSpPr>
          <p:nvPr/>
        </p:nvCxnSpPr>
        <p:spPr>
          <a:xfrm rot="16200000" flipV="1">
            <a:off x="9368071" y="3933185"/>
            <a:ext cx="439704" cy="12161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3" name="Group 242">
            <a:extLst>
              <a:ext uri="{FF2B5EF4-FFF2-40B4-BE49-F238E27FC236}">
                <a16:creationId xmlns:a16="http://schemas.microsoft.com/office/drawing/2014/main" id="{A55F33AA-F9E5-28A5-9796-B7803F97FE28}"/>
              </a:ext>
            </a:extLst>
          </p:cNvPr>
          <p:cNvGrpSpPr/>
          <p:nvPr/>
        </p:nvGrpSpPr>
        <p:grpSpPr>
          <a:xfrm>
            <a:off x="6521013" y="4211993"/>
            <a:ext cx="201144" cy="180001"/>
            <a:chOff x="2000422" y="2990995"/>
            <a:chExt cx="253345" cy="253345"/>
          </a:xfrm>
        </p:grpSpPr>
        <p:sp>
          <p:nvSpPr>
            <p:cNvPr id="244" name="Rectangle 243">
              <a:extLst>
                <a:ext uri="{FF2B5EF4-FFF2-40B4-BE49-F238E27FC236}">
                  <a16:creationId xmlns:a16="http://schemas.microsoft.com/office/drawing/2014/main" id="{196DB722-A055-8409-B1E5-9BACEC00AE9D}"/>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45" name="Graphic 244">
              <a:extLst>
                <a:ext uri="{FF2B5EF4-FFF2-40B4-BE49-F238E27FC236}">
                  <a16:creationId xmlns:a16="http://schemas.microsoft.com/office/drawing/2014/main" id="{386722AE-9169-7A5D-06C5-38099680DD8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46" name="Group 245">
            <a:extLst>
              <a:ext uri="{FF2B5EF4-FFF2-40B4-BE49-F238E27FC236}">
                <a16:creationId xmlns:a16="http://schemas.microsoft.com/office/drawing/2014/main" id="{D7C4EA8C-D13B-ADF9-DBA7-DCCDB2969EA5}"/>
              </a:ext>
            </a:extLst>
          </p:cNvPr>
          <p:cNvGrpSpPr/>
          <p:nvPr/>
        </p:nvGrpSpPr>
        <p:grpSpPr>
          <a:xfrm>
            <a:off x="6754177" y="4212194"/>
            <a:ext cx="201143" cy="188059"/>
            <a:chOff x="1439009" y="3914251"/>
            <a:chExt cx="201143" cy="188059"/>
          </a:xfrm>
        </p:grpSpPr>
        <p:sp>
          <p:nvSpPr>
            <p:cNvPr id="247" name="Rectangle 246">
              <a:extLst>
                <a:ext uri="{FF2B5EF4-FFF2-40B4-BE49-F238E27FC236}">
                  <a16:creationId xmlns:a16="http://schemas.microsoft.com/office/drawing/2014/main" id="{0AF72DBB-9E2E-6F96-4A7F-A0DA2C6BEE6E}"/>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48" name="Graphic 247" descr="Chat outline">
              <a:extLst>
                <a:ext uri="{FF2B5EF4-FFF2-40B4-BE49-F238E27FC236}">
                  <a16:creationId xmlns:a16="http://schemas.microsoft.com/office/drawing/2014/main" id="{0283E4EF-A049-CB5E-1B6F-CF7634E2CB8D}"/>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49" name="Group 248">
            <a:extLst>
              <a:ext uri="{FF2B5EF4-FFF2-40B4-BE49-F238E27FC236}">
                <a16:creationId xmlns:a16="http://schemas.microsoft.com/office/drawing/2014/main" id="{2F2D0309-7120-7E98-7E54-F0CDBDCF7E16}"/>
              </a:ext>
            </a:extLst>
          </p:cNvPr>
          <p:cNvGrpSpPr>
            <a:grpSpLocks noChangeAspect="1"/>
          </p:cNvGrpSpPr>
          <p:nvPr/>
        </p:nvGrpSpPr>
        <p:grpSpPr>
          <a:xfrm>
            <a:off x="6997380" y="4217851"/>
            <a:ext cx="182857" cy="182879"/>
            <a:chOff x="2724405" y="3881760"/>
            <a:chExt cx="201143" cy="187817"/>
          </a:xfrm>
        </p:grpSpPr>
        <p:sp>
          <p:nvSpPr>
            <p:cNvPr id="250" name="Rectangle 249">
              <a:extLst>
                <a:ext uri="{FF2B5EF4-FFF2-40B4-BE49-F238E27FC236}">
                  <a16:creationId xmlns:a16="http://schemas.microsoft.com/office/drawing/2014/main" id="{2C40F6B9-CC47-DE20-3E28-6E5B35893FD1}"/>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51" name="Graphic 250" descr="Tools outline">
              <a:extLst>
                <a:ext uri="{FF2B5EF4-FFF2-40B4-BE49-F238E27FC236}">
                  <a16:creationId xmlns:a16="http://schemas.microsoft.com/office/drawing/2014/main" id="{6B05B8A5-9FBA-DDCB-8843-5AFFFF43EE0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grpSp>
        <p:nvGrpSpPr>
          <p:cNvPr id="252" name="Group 251">
            <a:extLst>
              <a:ext uri="{FF2B5EF4-FFF2-40B4-BE49-F238E27FC236}">
                <a16:creationId xmlns:a16="http://schemas.microsoft.com/office/drawing/2014/main" id="{1C763E58-E2DF-EDBD-9A3E-A688EC1E43D8}"/>
              </a:ext>
            </a:extLst>
          </p:cNvPr>
          <p:cNvGrpSpPr/>
          <p:nvPr/>
        </p:nvGrpSpPr>
        <p:grpSpPr>
          <a:xfrm>
            <a:off x="7674164" y="4211875"/>
            <a:ext cx="201144" cy="180001"/>
            <a:chOff x="2000422" y="2990995"/>
            <a:chExt cx="253345" cy="253345"/>
          </a:xfrm>
        </p:grpSpPr>
        <p:sp>
          <p:nvSpPr>
            <p:cNvPr id="253" name="Rectangle 252">
              <a:extLst>
                <a:ext uri="{FF2B5EF4-FFF2-40B4-BE49-F238E27FC236}">
                  <a16:creationId xmlns:a16="http://schemas.microsoft.com/office/drawing/2014/main" id="{51047FC5-FFE0-858C-1D97-55170B9F01D0}"/>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54" name="Graphic 253">
              <a:extLst>
                <a:ext uri="{FF2B5EF4-FFF2-40B4-BE49-F238E27FC236}">
                  <a16:creationId xmlns:a16="http://schemas.microsoft.com/office/drawing/2014/main" id="{BD2460DE-2073-9CBE-C81A-09FC960C236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55" name="Group 254">
            <a:extLst>
              <a:ext uri="{FF2B5EF4-FFF2-40B4-BE49-F238E27FC236}">
                <a16:creationId xmlns:a16="http://schemas.microsoft.com/office/drawing/2014/main" id="{21D83A4A-B1E4-6B70-2D81-100E00DBF270}"/>
              </a:ext>
            </a:extLst>
          </p:cNvPr>
          <p:cNvGrpSpPr/>
          <p:nvPr/>
        </p:nvGrpSpPr>
        <p:grpSpPr>
          <a:xfrm>
            <a:off x="7907328" y="4212076"/>
            <a:ext cx="201143" cy="188059"/>
            <a:chOff x="1439009" y="3914251"/>
            <a:chExt cx="201143" cy="188059"/>
          </a:xfrm>
        </p:grpSpPr>
        <p:sp>
          <p:nvSpPr>
            <p:cNvPr id="256" name="Rectangle 255">
              <a:extLst>
                <a:ext uri="{FF2B5EF4-FFF2-40B4-BE49-F238E27FC236}">
                  <a16:creationId xmlns:a16="http://schemas.microsoft.com/office/drawing/2014/main" id="{D853C95E-DB93-4932-F1A3-FB7FF2CD6BA0}"/>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57" name="Graphic 256" descr="Chat outline">
              <a:extLst>
                <a:ext uri="{FF2B5EF4-FFF2-40B4-BE49-F238E27FC236}">
                  <a16:creationId xmlns:a16="http://schemas.microsoft.com/office/drawing/2014/main" id="{59CEB398-4230-9782-EF52-E7C83044B28B}"/>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58" name="Group 257">
            <a:extLst>
              <a:ext uri="{FF2B5EF4-FFF2-40B4-BE49-F238E27FC236}">
                <a16:creationId xmlns:a16="http://schemas.microsoft.com/office/drawing/2014/main" id="{060265F4-CD6A-B694-E711-DF49249AA437}"/>
              </a:ext>
            </a:extLst>
          </p:cNvPr>
          <p:cNvGrpSpPr>
            <a:grpSpLocks noChangeAspect="1"/>
          </p:cNvGrpSpPr>
          <p:nvPr/>
        </p:nvGrpSpPr>
        <p:grpSpPr>
          <a:xfrm>
            <a:off x="8150531" y="4217733"/>
            <a:ext cx="182857" cy="182879"/>
            <a:chOff x="2724405" y="3881760"/>
            <a:chExt cx="201143" cy="187817"/>
          </a:xfrm>
        </p:grpSpPr>
        <p:sp>
          <p:nvSpPr>
            <p:cNvPr id="259" name="Rectangle 258">
              <a:extLst>
                <a:ext uri="{FF2B5EF4-FFF2-40B4-BE49-F238E27FC236}">
                  <a16:creationId xmlns:a16="http://schemas.microsoft.com/office/drawing/2014/main" id="{332A6511-7301-A600-893E-EA341E9088D1}"/>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0" name="Graphic 259" descr="Tools outline">
              <a:extLst>
                <a:ext uri="{FF2B5EF4-FFF2-40B4-BE49-F238E27FC236}">
                  <a16:creationId xmlns:a16="http://schemas.microsoft.com/office/drawing/2014/main" id="{7924AF1A-2BAC-E844-015C-3C757AB42029}"/>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grpSp>
        <p:nvGrpSpPr>
          <p:cNvPr id="261" name="Group 260">
            <a:extLst>
              <a:ext uri="{FF2B5EF4-FFF2-40B4-BE49-F238E27FC236}">
                <a16:creationId xmlns:a16="http://schemas.microsoft.com/office/drawing/2014/main" id="{B2C822E4-543A-EA48-A6C4-E3CD49793572}"/>
              </a:ext>
            </a:extLst>
          </p:cNvPr>
          <p:cNvGrpSpPr/>
          <p:nvPr/>
        </p:nvGrpSpPr>
        <p:grpSpPr>
          <a:xfrm>
            <a:off x="9314995" y="4213645"/>
            <a:ext cx="201144" cy="180001"/>
            <a:chOff x="2000422" y="2990995"/>
            <a:chExt cx="253345" cy="253345"/>
          </a:xfrm>
        </p:grpSpPr>
        <p:sp>
          <p:nvSpPr>
            <p:cNvPr id="262" name="Rectangle 261">
              <a:extLst>
                <a:ext uri="{FF2B5EF4-FFF2-40B4-BE49-F238E27FC236}">
                  <a16:creationId xmlns:a16="http://schemas.microsoft.com/office/drawing/2014/main" id="{749D8BC1-46BF-3FD6-F1D5-83CC2CDD8513}"/>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63" name="Graphic 262">
              <a:extLst>
                <a:ext uri="{FF2B5EF4-FFF2-40B4-BE49-F238E27FC236}">
                  <a16:creationId xmlns:a16="http://schemas.microsoft.com/office/drawing/2014/main" id="{B08AAC3E-A1CB-6DAA-6CA3-F55BBB3577F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64" name="Group 263">
            <a:extLst>
              <a:ext uri="{FF2B5EF4-FFF2-40B4-BE49-F238E27FC236}">
                <a16:creationId xmlns:a16="http://schemas.microsoft.com/office/drawing/2014/main" id="{98752F3B-B076-FBA4-EF8B-2CF03D112D23}"/>
              </a:ext>
            </a:extLst>
          </p:cNvPr>
          <p:cNvGrpSpPr/>
          <p:nvPr/>
        </p:nvGrpSpPr>
        <p:grpSpPr>
          <a:xfrm>
            <a:off x="9548159" y="4213846"/>
            <a:ext cx="201143" cy="188059"/>
            <a:chOff x="1439009" y="3914251"/>
            <a:chExt cx="201143" cy="188059"/>
          </a:xfrm>
        </p:grpSpPr>
        <p:sp>
          <p:nvSpPr>
            <p:cNvPr id="265" name="Rectangle 264">
              <a:extLst>
                <a:ext uri="{FF2B5EF4-FFF2-40B4-BE49-F238E27FC236}">
                  <a16:creationId xmlns:a16="http://schemas.microsoft.com/office/drawing/2014/main" id="{4ADE8779-4BC9-0507-EF8E-A38F7982D7EC}"/>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6" name="Graphic 265" descr="Chat outline">
              <a:extLst>
                <a:ext uri="{FF2B5EF4-FFF2-40B4-BE49-F238E27FC236}">
                  <a16:creationId xmlns:a16="http://schemas.microsoft.com/office/drawing/2014/main" id="{5F6DBC63-FA29-799E-D918-9875C36615D4}"/>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67" name="Group 266">
            <a:extLst>
              <a:ext uri="{FF2B5EF4-FFF2-40B4-BE49-F238E27FC236}">
                <a16:creationId xmlns:a16="http://schemas.microsoft.com/office/drawing/2014/main" id="{2AF9DFA6-3B6D-1436-3F06-5591961FA56A}"/>
              </a:ext>
            </a:extLst>
          </p:cNvPr>
          <p:cNvGrpSpPr>
            <a:grpSpLocks noChangeAspect="1"/>
          </p:cNvGrpSpPr>
          <p:nvPr/>
        </p:nvGrpSpPr>
        <p:grpSpPr>
          <a:xfrm>
            <a:off x="9791362" y="4219503"/>
            <a:ext cx="182857" cy="182879"/>
            <a:chOff x="2724405" y="3881760"/>
            <a:chExt cx="201143" cy="187817"/>
          </a:xfrm>
        </p:grpSpPr>
        <p:sp>
          <p:nvSpPr>
            <p:cNvPr id="268" name="Rectangle 267">
              <a:extLst>
                <a:ext uri="{FF2B5EF4-FFF2-40B4-BE49-F238E27FC236}">
                  <a16:creationId xmlns:a16="http://schemas.microsoft.com/office/drawing/2014/main" id="{B68A38A2-1A78-0087-7C9A-DE97859BD93B}"/>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9" name="Graphic 268" descr="Tools outline">
              <a:extLst>
                <a:ext uri="{FF2B5EF4-FFF2-40B4-BE49-F238E27FC236}">
                  <a16:creationId xmlns:a16="http://schemas.microsoft.com/office/drawing/2014/main" id="{C130AD54-25AD-558A-40F2-9CB21E048822}"/>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70" name="TextBox 269">
            <a:extLst>
              <a:ext uri="{FF2B5EF4-FFF2-40B4-BE49-F238E27FC236}">
                <a16:creationId xmlns:a16="http://schemas.microsoft.com/office/drawing/2014/main" id="{A1C01F60-1559-7900-3AF8-C1F7642BF8CA}"/>
              </a:ext>
            </a:extLst>
          </p:cNvPr>
          <p:cNvSpPr txBox="1"/>
          <p:nvPr/>
        </p:nvSpPr>
        <p:spPr>
          <a:xfrm>
            <a:off x="10398455" y="2444745"/>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Bottleneck resolution</a:t>
            </a:r>
          </a:p>
        </p:txBody>
      </p:sp>
      <p:sp>
        <p:nvSpPr>
          <p:cNvPr id="271" name="TextBox 270">
            <a:extLst>
              <a:ext uri="{FF2B5EF4-FFF2-40B4-BE49-F238E27FC236}">
                <a16:creationId xmlns:a16="http://schemas.microsoft.com/office/drawing/2014/main" id="{4115E1A8-5155-0BE7-2CF2-180FBBF5AFBA}"/>
              </a:ext>
            </a:extLst>
          </p:cNvPr>
          <p:cNvSpPr txBox="1"/>
          <p:nvPr/>
        </p:nvSpPr>
        <p:spPr>
          <a:xfrm>
            <a:off x="11019317" y="2446680"/>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Approval</a:t>
            </a:r>
          </a:p>
        </p:txBody>
      </p:sp>
      <p:sp>
        <p:nvSpPr>
          <p:cNvPr id="272" name="Oval 271">
            <a:extLst>
              <a:ext uri="{FF2B5EF4-FFF2-40B4-BE49-F238E27FC236}">
                <a16:creationId xmlns:a16="http://schemas.microsoft.com/office/drawing/2014/main" id="{4BF4A857-8990-A8DC-B0CF-07E999C428D2}"/>
              </a:ext>
            </a:extLst>
          </p:cNvPr>
          <p:cNvSpPr/>
          <p:nvPr/>
        </p:nvSpPr>
        <p:spPr>
          <a:xfrm>
            <a:off x="9890061" y="2793309"/>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3" name="Oval 272">
            <a:extLst>
              <a:ext uri="{FF2B5EF4-FFF2-40B4-BE49-F238E27FC236}">
                <a16:creationId xmlns:a16="http://schemas.microsoft.com/office/drawing/2014/main" id="{1974C6C2-7837-9786-C499-C970CB9354EE}"/>
              </a:ext>
            </a:extLst>
          </p:cNvPr>
          <p:cNvSpPr/>
          <p:nvPr/>
        </p:nvSpPr>
        <p:spPr>
          <a:xfrm>
            <a:off x="10187663" y="2793309"/>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4" name="Oval 273">
            <a:extLst>
              <a:ext uri="{FF2B5EF4-FFF2-40B4-BE49-F238E27FC236}">
                <a16:creationId xmlns:a16="http://schemas.microsoft.com/office/drawing/2014/main" id="{71003F20-B8E8-9374-869B-A857AA0834CC}"/>
              </a:ext>
            </a:extLst>
          </p:cNvPr>
          <p:cNvSpPr/>
          <p:nvPr/>
        </p:nvSpPr>
        <p:spPr>
          <a:xfrm>
            <a:off x="10025209" y="2793309"/>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5" name="Oval 274">
            <a:extLst>
              <a:ext uri="{FF2B5EF4-FFF2-40B4-BE49-F238E27FC236}">
                <a16:creationId xmlns:a16="http://schemas.microsoft.com/office/drawing/2014/main" id="{DC541EBB-6613-AD9C-9D31-D2B84238741A}"/>
              </a:ext>
            </a:extLst>
          </p:cNvPr>
          <p:cNvSpPr/>
          <p:nvPr/>
        </p:nvSpPr>
        <p:spPr>
          <a:xfrm>
            <a:off x="10522045" y="2793309"/>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6" name="Oval 275">
            <a:extLst>
              <a:ext uri="{FF2B5EF4-FFF2-40B4-BE49-F238E27FC236}">
                <a16:creationId xmlns:a16="http://schemas.microsoft.com/office/drawing/2014/main" id="{7D6AA047-2397-B53C-217D-546DAEDD0289}"/>
              </a:ext>
            </a:extLst>
          </p:cNvPr>
          <p:cNvSpPr/>
          <p:nvPr/>
        </p:nvSpPr>
        <p:spPr>
          <a:xfrm>
            <a:off x="10818214" y="2778929"/>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7" name="Rectangle 276">
            <a:extLst>
              <a:ext uri="{FF2B5EF4-FFF2-40B4-BE49-F238E27FC236}">
                <a16:creationId xmlns:a16="http://schemas.microsoft.com/office/drawing/2014/main" id="{43E9B19F-7FBD-DF53-522E-9FF2A36B28BC}"/>
              </a:ext>
            </a:extLst>
          </p:cNvPr>
          <p:cNvSpPr/>
          <p:nvPr/>
        </p:nvSpPr>
        <p:spPr>
          <a:xfrm>
            <a:off x="10278252" y="4193372"/>
            <a:ext cx="993130"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78" name="Elbow Connector 277">
            <a:extLst>
              <a:ext uri="{FF2B5EF4-FFF2-40B4-BE49-F238E27FC236}">
                <a16:creationId xmlns:a16="http://schemas.microsoft.com/office/drawing/2014/main" id="{1F49A6A6-1103-493F-3177-7D6AEBC63282}"/>
              </a:ext>
            </a:extLst>
          </p:cNvPr>
          <p:cNvCxnSpPr>
            <a:cxnSpLocks/>
            <a:stCxn id="286" idx="0"/>
            <a:endCxn id="71" idx="2"/>
          </p:cNvCxnSpPr>
          <p:nvPr/>
        </p:nvCxnSpPr>
        <p:spPr>
          <a:xfrm rot="5400000" flipH="1" flipV="1">
            <a:off x="10388029" y="3829139"/>
            <a:ext cx="445097" cy="33510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Elbow Connector 278">
            <a:extLst>
              <a:ext uri="{FF2B5EF4-FFF2-40B4-BE49-F238E27FC236}">
                <a16:creationId xmlns:a16="http://schemas.microsoft.com/office/drawing/2014/main" id="{83A84246-514A-9E85-7DF2-E17ABB79EF4B}"/>
              </a:ext>
            </a:extLst>
          </p:cNvPr>
          <p:cNvCxnSpPr>
            <a:cxnSpLocks/>
            <a:endCxn id="71" idx="2"/>
          </p:cNvCxnSpPr>
          <p:nvPr/>
        </p:nvCxnSpPr>
        <p:spPr>
          <a:xfrm rot="16200000" flipV="1">
            <a:off x="10620753" y="3931519"/>
            <a:ext cx="446873" cy="13212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0" name="Rectangle 279">
            <a:extLst>
              <a:ext uri="{FF2B5EF4-FFF2-40B4-BE49-F238E27FC236}">
                <a16:creationId xmlns:a16="http://schemas.microsoft.com/office/drawing/2014/main" id="{D47D2CAB-24B2-38FE-5FA3-2542A0456E7C}"/>
              </a:ext>
            </a:extLst>
          </p:cNvPr>
          <p:cNvSpPr/>
          <p:nvPr/>
        </p:nvSpPr>
        <p:spPr>
          <a:xfrm>
            <a:off x="11048254" y="4225117"/>
            <a:ext cx="201143" cy="180000"/>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81" name="Elbow Connector 280">
            <a:extLst>
              <a:ext uri="{FF2B5EF4-FFF2-40B4-BE49-F238E27FC236}">
                <a16:creationId xmlns:a16="http://schemas.microsoft.com/office/drawing/2014/main" id="{D5DB4DA8-C95C-C1B8-CE71-DC5106053A69}"/>
              </a:ext>
            </a:extLst>
          </p:cNvPr>
          <p:cNvCxnSpPr>
            <a:cxnSpLocks/>
            <a:stCxn id="280" idx="0"/>
            <a:endCxn id="71" idx="2"/>
          </p:cNvCxnSpPr>
          <p:nvPr/>
        </p:nvCxnSpPr>
        <p:spPr>
          <a:xfrm rot="16200000" flipV="1">
            <a:off x="10737991" y="3814281"/>
            <a:ext cx="450975" cy="37069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2" name="Group 281">
            <a:extLst>
              <a:ext uri="{FF2B5EF4-FFF2-40B4-BE49-F238E27FC236}">
                <a16:creationId xmlns:a16="http://schemas.microsoft.com/office/drawing/2014/main" id="{26105504-A897-31E5-94DF-F9464317ED6F}"/>
              </a:ext>
            </a:extLst>
          </p:cNvPr>
          <p:cNvGrpSpPr/>
          <p:nvPr/>
        </p:nvGrpSpPr>
        <p:grpSpPr>
          <a:xfrm>
            <a:off x="6736163" y="3186804"/>
            <a:ext cx="230087" cy="230087"/>
            <a:chOff x="2000422" y="2990995"/>
            <a:chExt cx="253345" cy="253345"/>
          </a:xfrm>
        </p:grpSpPr>
        <p:sp>
          <p:nvSpPr>
            <p:cNvPr id="283" name="Rectangle 282">
              <a:extLst>
                <a:ext uri="{FF2B5EF4-FFF2-40B4-BE49-F238E27FC236}">
                  <a16:creationId xmlns:a16="http://schemas.microsoft.com/office/drawing/2014/main" id="{A51D23FF-9094-8DA0-F048-43E2C7BC087F}"/>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84" name="Graphic 283">
              <a:extLst>
                <a:ext uri="{FF2B5EF4-FFF2-40B4-BE49-F238E27FC236}">
                  <a16:creationId xmlns:a16="http://schemas.microsoft.com/office/drawing/2014/main" id="{CDE1D2F9-CBDF-A38C-4EA8-0568EEE8456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285" name="Group 284">
            <a:extLst>
              <a:ext uri="{FF2B5EF4-FFF2-40B4-BE49-F238E27FC236}">
                <a16:creationId xmlns:a16="http://schemas.microsoft.com/office/drawing/2014/main" id="{DD89B676-D3D3-9F70-5C77-32982E9B21DB}"/>
              </a:ext>
            </a:extLst>
          </p:cNvPr>
          <p:cNvGrpSpPr/>
          <p:nvPr/>
        </p:nvGrpSpPr>
        <p:grpSpPr>
          <a:xfrm>
            <a:off x="10342453" y="4215157"/>
            <a:ext cx="201144" cy="180001"/>
            <a:chOff x="2000422" y="2990995"/>
            <a:chExt cx="253345" cy="253345"/>
          </a:xfrm>
        </p:grpSpPr>
        <p:sp>
          <p:nvSpPr>
            <p:cNvPr id="286" name="Rectangle 285">
              <a:extLst>
                <a:ext uri="{FF2B5EF4-FFF2-40B4-BE49-F238E27FC236}">
                  <a16:creationId xmlns:a16="http://schemas.microsoft.com/office/drawing/2014/main" id="{343EB3F7-BFD3-4BE8-90BD-E6216A337EBC}"/>
                </a:ext>
              </a:extLst>
            </p:cNvPr>
            <p:cNvSpPr/>
            <p:nvPr/>
          </p:nvSpPr>
          <p:spPr>
            <a:xfrm>
              <a:off x="2006167" y="2996740"/>
              <a:ext cx="241856" cy="241856"/>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87" name="Graphic 286">
              <a:extLst>
                <a:ext uri="{FF2B5EF4-FFF2-40B4-BE49-F238E27FC236}">
                  <a16:creationId xmlns:a16="http://schemas.microsoft.com/office/drawing/2014/main" id="{477E7F16-37C6-E31F-DAC4-CCD441C5414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88" name="Group 287">
            <a:extLst>
              <a:ext uri="{FF2B5EF4-FFF2-40B4-BE49-F238E27FC236}">
                <a16:creationId xmlns:a16="http://schemas.microsoft.com/office/drawing/2014/main" id="{ED6FAF13-6BE7-43B6-376B-4158F70E93FE}"/>
              </a:ext>
            </a:extLst>
          </p:cNvPr>
          <p:cNvGrpSpPr/>
          <p:nvPr/>
        </p:nvGrpSpPr>
        <p:grpSpPr>
          <a:xfrm>
            <a:off x="10575617" y="4215358"/>
            <a:ext cx="201143" cy="188059"/>
            <a:chOff x="1439009" y="3914251"/>
            <a:chExt cx="201143" cy="188059"/>
          </a:xfrm>
        </p:grpSpPr>
        <p:sp>
          <p:nvSpPr>
            <p:cNvPr id="289" name="Rectangle 288">
              <a:extLst>
                <a:ext uri="{FF2B5EF4-FFF2-40B4-BE49-F238E27FC236}">
                  <a16:creationId xmlns:a16="http://schemas.microsoft.com/office/drawing/2014/main" id="{E3FC445D-DC9D-5AB4-0440-1199DBC811B2}"/>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90" name="Graphic 289" descr="Chat outline">
              <a:extLst>
                <a:ext uri="{FF2B5EF4-FFF2-40B4-BE49-F238E27FC236}">
                  <a16:creationId xmlns:a16="http://schemas.microsoft.com/office/drawing/2014/main" id="{B2FF816A-CA43-F2FE-6147-8EFC32FB746F}"/>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91" name="Group 290">
            <a:extLst>
              <a:ext uri="{FF2B5EF4-FFF2-40B4-BE49-F238E27FC236}">
                <a16:creationId xmlns:a16="http://schemas.microsoft.com/office/drawing/2014/main" id="{3A95CBE5-A9BF-93EF-7E74-184A4A3208EB}"/>
              </a:ext>
            </a:extLst>
          </p:cNvPr>
          <p:cNvGrpSpPr>
            <a:grpSpLocks noChangeAspect="1"/>
          </p:cNvGrpSpPr>
          <p:nvPr/>
        </p:nvGrpSpPr>
        <p:grpSpPr>
          <a:xfrm>
            <a:off x="10818820" y="4221015"/>
            <a:ext cx="182857" cy="182879"/>
            <a:chOff x="2724405" y="3881760"/>
            <a:chExt cx="201143" cy="187817"/>
          </a:xfrm>
        </p:grpSpPr>
        <p:sp>
          <p:nvSpPr>
            <p:cNvPr id="292" name="Rectangle 291">
              <a:extLst>
                <a:ext uri="{FF2B5EF4-FFF2-40B4-BE49-F238E27FC236}">
                  <a16:creationId xmlns:a16="http://schemas.microsoft.com/office/drawing/2014/main" id="{E11A02A4-FAAA-12AC-73B6-3A75077DE970}"/>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93" name="Graphic 292" descr="Tools outline">
              <a:extLst>
                <a:ext uri="{FF2B5EF4-FFF2-40B4-BE49-F238E27FC236}">
                  <a16:creationId xmlns:a16="http://schemas.microsoft.com/office/drawing/2014/main" id="{9FACA987-567E-7876-F93A-DB6F548CD8D3}"/>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94" name="Rectangle 293">
            <a:extLst>
              <a:ext uri="{FF2B5EF4-FFF2-40B4-BE49-F238E27FC236}">
                <a16:creationId xmlns:a16="http://schemas.microsoft.com/office/drawing/2014/main" id="{3AF47DBB-9AE3-EDCE-5F6C-49CCE20BD17D}"/>
              </a:ext>
            </a:extLst>
          </p:cNvPr>
          <p:cNvSpPr/>
          <p:nvPr/>
        </p:nvSpPr>
        <p:spPr>
          <a:xfrm>
            <a:off x="-16241" y="5952678"/>
            <a:ext cx="12192000" cy="992225"/>
          </a:xfrm>
          <a:prstGeom prst="rect">
            <a:avLst/>
          </a:prstGeom>
          <a:solidFill>
            <a:schemeClr val="accent4">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err="1">
                <a:ln>
                  <a:noFill/>
                </a:ln>
                <a:solidFill>
                  <a:schemeClr val="bg1"/>
                </a:solidFill>
                <a:effectLst/>
                <a:uLnTx/>
                <a:uFillTx/>
                <a:latin typeface="Ubuntu"/>
                <a:ea typeface="+mn-ea"/>
                <a:cs typeface="+mn-cs"/>
              </a:rPr>
              <a:t>Outcomes</a:t>
            </a:r>
            <a:endParaRPr kumimoji="0" lang="fr-FR" sz="2000" b="0" i="0" u="none" strike="noStrike" kern="1200" cap="none" spc="0" normalizeH="0" baseline="0" noProof="0">
              <a:ln>
                <a:noFill/>
              </a:ln>
              <a:solidFill>
                <a:schemeClr val="bg1"/>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chemeClr val="bg1"/>
                </a:solidFill>
                <a:effectLst/>
                <a:uLnTx/>
                <a:uFillTx/>
                <a:latin typeface="Ubuntu"/>
                <a:ea typeface="+mn-ea"/>
                <a:cs typeface="+mn-cs"/>
              </a:rPr>
              <a:t>(if at </a:t>
            </a:r>
            <a:r>
              <a:rPr kumimoji="0" lang="fr-FR" sz="1050" b="0" i="0" u="none" strike="noStrike" kern="1200" cap="none" spc="0" normalizeH="0" baseline="0" noProof="0" err="1">
                <a:ln>
                  <a:noFill/>
                </a:ln>
                <a:solidFill>
                  <a:schemeClr val="bg1"/>
                </a:solidFill>
                <a:effectLst/>
                <a:uLnTx/>
                <a:uFillTx/>
                <a:latin typeface="Ubuntu"/>
                <a:ea typeface="+mn-ea"/>
                <a:cs typeface="+mn-cs"/>
              </a:rPr>
              <a:t>scale</a:t>
            </a:r>
            <a:r>
              <a:rPr kumimoji="0" lang="fr-FR" sz="1050" b="0" i="0" u="none" strike="noStrike" kern="1200" cap="none" spc="0" normalizeH="0" baseline="0" noProof="0">
                <a:ln>
                  <a:noFill/>
                </a:ln>
                <a:solidFill>
                  <a:schemeClr val="bg1"/>
                </a:solidFill>
                <a:effectLst/>
                <a:uLnTx/>
                <a:uFillTx/>
                <a:latin typeface="Ubuntu"/>
                <a:ea typeface="+mn-ea"/>
                <a:cs typeface="+mn-cs"/>
              </a:rPr>
              <a:t>)</a:t>
            </a:r>
          </a:p>
        </p:txBody>
      </p:sp>
      <p:sp>
        <p:nvSpPr>
          <p:cNvPr id="295" name="ZoneTexte 4">
            <a:extLst>
              <a:ext uri="{FF2B5EF4-FFF2-40B4-BE49-F238E27FC236}">
                <a16:creationId xmlns:a16="http://schemas.microsoft.com/office/drawing/2014/main" id="{AEC86DFA-092F-C58E-0227-1381E41A7949}"/>
              </a:ext>
            </a:extLst>
          </p:cNvPr>
          <p:cNvSpPr txBox="1"/>
          <p:nvPr/>
        </p:nvSpPr>
        <p:spPr>
          <a:xfrm>
            <a:off x="226551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+ 40-80%</a:t>
            </a:r>
          </a:p>
        </p:txBody>
      </p:sp>
      <p:sp>
        <p:nvSpPr>
          <p:cNvPr id="296" name="TextBox 32">
            <a:extLst>
              <a:ext uri="{FF2B5EF4-FFF2-40B4-BE49-F238E27FC236}">
                <a16:creationId xmlns:a16="http://schemas.microsoft.com/office/drawing/2014/main" id="{64D7BB8E-F3AE-E307-B4C2-77FE6FFC8448}"/>
              </a:ext>
            </a:extLst>
          </p:cNvPr>
          <p:cNvSpPr txBox="1"/>
          <p:nvPr/>
        </p:nvSpPr>
        <p:spPr>
          <a:xfrm>
            <a:off x="4753599" y="6349471"/>
            <a:ext cx="1680558" cy="184666"/>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More time on Strategy</a:t>
            </a:r>
          </a:p>
        </p:txBody>
      </p:sp>
      <p:sp>
        <p:nvSpPr>
          <p:cNvPr id="297" name="ZoneTexte 4">
            <a:extLst>
              <a:ext uri="{FF2B5EF4-FFF2-40B4-BE49-F238E27FC236}">
                <a16:creationId xmlns:a16="http://schemas.microsoft.com/office/drawing/2014/main" id="{F0EC926B-C019-700A-911C-D55CA8AA1BF7}"/>
              </a:ext>
            </a:extLst>
          </p:cNvPr>
          <p:cNvSpPr txBox="1"/>
          <p:nvPr/>
        </p:nvSpPr>
        <p:spPr>
          <a:xfrm>
            <a:off x="4753599"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+ 20-35%</a:t>
            </a:r>
          </a:p>
        </p:txBody>
      </p:sp>
      <p:sp>
        <p:nvSpPr>
          <p:cNvPr id="298" name="TextBox 32">
            <a:extLst>
              <a:ext uri="{FF2B5EF4-FFF2-40B4-BE49-F238E27FC236}">
                <a16:creationId xmlns:a16="http://schemas.microsoft.com/office/drawing/2014/main" id="{CBE125DC-78AB-BDE4-E690-5342820CF89A}"/>
              </a:ext>
            </a:extLst>
          </p:cNvPr>
          <p:cNvSpPr txBox="1"/>
          <p:nvPr/>
        </p:nvSpPr>
        <p:spPr>
          <a:xfrm>
            <a:off x="9638877"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Productivity (FTE Hours Saved)</a:t>
            </a:r>
          </a:p>
        </p:txBody>
      </p:sp>
      <p:sp>
        <p:nvSpPr>
          <p:cNvPr id="299" name="ZoneTexte 4">
            <a:extLst>
              <a:ext uri="{FF2B5EF4-FFF2-40B4-BE49-F238E27FC236}">
                <a16:creationId xmlns:a16="http://schemas.microsoft.com/office/drawing/2014/main" id="{9DC2418C-A626-E345-6124-30837F926427}"/>
              </a:ext>
            </a:extLst>
          </p:cNvPr>
          <p:cNvSpPr txBox="1"/>
          <p:nvPr/>
        </p:nvSpPr>
        <p:spPr>
          <a:xfrm>
            <a:off x="9638878"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+ 50-70% </a:t>
            </a:r>
          </a:p>
        </p:txBody>
      </p:sp>
      <p:sp>
        <p:nvSpPr>
          <p:cNvPr id="300" name="TextBox 32">
            <a:extLst>
              <a:ext uri="{FF2B5EF4-FFF2-40B4-BE49-F238E27FC236}">
                <a16:creationId xmlns:a16="http://schemas.microsoft.com/office/drawing/2014/main" id="{FFD296E0-094D-93E1-8E71-80368F423FD1}"/>
              </a:ext>
            </a:extLst>
          </p:cNvPr>
          <p:cNvSpPr txBox="1"/>
          <p:nvPr/>
        </p:nvSpPr>
        <p:spPr>
          <a:xfrm>
            <a:off x="2310057" y="6349471"/>
            <a:ext cx="1399302"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Faster Campaign Cycle Time</a:t>
            </a:r>
            <a:endParaRPr kumimoji="0" lang="en-US" sz="1200" b="0" i="0" u="none" strike="noStrike" kern="1200" cap="none" spc="0" normalizeH="0" baseline="0" noProof="0">
              <a:ln>
                <a:noFill/>
              </a:ln>
              <a:solidFill>
                <a:schemeClr val="bg1"/>
              </a:solidFill>
              <a:effectLst/>
              <a:uLnTx/>
              <a:uFillTx/>
              <a:latin typeface="Ubuntu"/>
              <a:ea typeface="+mn-ea"/>
              <a:cs typeface="Segoe UI"/>
            </a:endParaRPr>
          </a:p>
        </p:txBody>
      </p:sp>
      <p:sp>
        <p:nvSpPr>
          <p:cNvPr id="301" name="TextBox 32">
            <a:extLst>
              <a:ext uri="{FF2B5EF4-FFF2-40B4-BE49-F238E27FC236}">
                <a16:creationId xmlns:a16="http://schemas.microsoft.com/office/drawing/2014/main" id="{741C8066-FA61-9303-61A3-D923036FED99}"/>
              </a:ext>
            </a:extLst>
          </p:cNvPr>
          <p:cNvSpPr txBox="1"/>
          <p:nvPr/>
        </p:nvSpPr>
        <p:spPr>
          <a:xfrm>
            <a:off x="7152024"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Automated QA &amp; Compliance Checks</a:t>
            </a:r>
          </a:p>
        </p:txBody>
      </p:sp>
      <p:sp>
        <p:nvSpPr>
          <p:cNvPr id="302" name="ZoneTexte 4">
            <a:extLst>
              <a:ext uri="{FF2B5EF4-FFF2-40B4-BE49-F238E27FC236}">
                <a16:creationId xmlns:a16="http://schemas.microsoft.com/office/drawing/2014/main" id="{67DBF608-E673-7C4A-A2E5-D8FB5BCBE846}"/>
              </a:ext>
            </a:extLst>
          </p:cNvPr>
          <p:cNvSpPr txBox="1"/>
          <p:nvPr/>
        </p:nvSpPr>
        <p:spPr>
          <a:xfrm>
            <a:off x="715202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&gt;90+%</a:t>
            </a:r>
          </a:p>
        </p:txBody>
      </p:sp>
      <p:cxnSp>
        <p:nvCxnSpPr>
          <p:cNvPr id="304" name="Elbow Connector 303">
            <a:extLst>
              <a:ext uri="{FF2B5EF4-FFF2-40B4-BE49-F238E27FC236}">
                <a16:creationId xmlns:a16="http://schemas.microsoft.com/office/drawing/2014/main" id="{9ED264A3-2D0E-B7C4-37F3-52097B350A9F}"/>
              </a:ext>
            </a:extLst>
          </p:cNvPr>
          <p:cNvCxnSpPr>
            <a:cxnSpLocks/>
            <a:stCxn id="289" idx="0"/>
            <a:endCxn id="71" idx="2"/>
          </p:cNvCxnSpPr>
          <p:nvPr/>
        </p:nvCxnSpPr>
        <p:spPr>
          <a:xfrm rot="5400000" flipH="1" flipV="1">
            <a:off x="10506551" y="3943780"/>
            <a:ext cx="441216" cy="10194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5" name="Group 304">
            <a:extLst>
              <a:ext uri="{FF2B5EF4-FFF2-40B4-BE49-F238E27FC236}">
                <a16:creationId xmlns:a16="http://schemas.microsoft.com/office/drawing/2014/main" id="{B5258944-078F-77B8-2331-F50B0E6AB16E}"/>
              </a:ext>
            </a:extLst>
          </p:cNvPr>
          <p:cNvGrpSpPr/>
          <p:nvPr/>
        </p:nvGrpSpPr>
        <p:grpSpPr>
          <a:xfrm>
            <a:off x="8649187" y="5620191"/>
            <a:ext cx="3422211" cy="131284"/>
            <a:chOff x="8260676" y="974846"/>
            <a:chExt cx="3422211" cy="131284"/>
          </a:xfrm>
        </p:grpSpPr>
        <p:sp>
          <p:nvSpPr>
            <p:cNvPr id="306" name="Rectangle 305">
              <a:extLst>
                <a:ext uri="{FF2B5EF4-FFF2-40B4-BE49-F238E27FC236}">
                  <a16:creationId xmlns:a16="http://schemas.microsoft.com/office/drawing/2014/main" id="{BBCB93F9-42D1-F05F-E75B-2AD314CFB8BA}"/>
                </a:ext>
              </a:extLst>
            </p:cNvPr>
            <p:cNvSpPr/>
            <p:nvPr/>
          </p:nvSpPr>
          <p:spPr>
            <a:xfrm>
              <a:off x="10981239" y="990422"/>
              <a:ext cx="193830" cy="115708"/>
            </a:xfrm>
            <a:prstGeom prst="rect">
              <a:avLst/>
            </a:prstGeom>
            <a:solidFill>
              <a:srgbClr val="FF304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07" name="ZoneTexte 7">
              <a:extLst>
                <a:ext uri="{FF2B5EF4-FFF2-40B4-BE49-F238E27FC236}">
                  <a16:creationId xmlns:a16="http://schemas.microsoft.com/office/drawing/2014/main" id="{FA0A83E2-C489-BAC7-750A-B74EF553808A}"/>
                </a:ext>
              </a:extLst>
            </p:cNvPr>
            <p:cNvSpPr txBox="1"/>
            <p:nvPr/>
          </p:nvSpPr>
          <p:spPr>
            <a:xfrm>
              <a:off x="11205192" y="974846"/>
              <a:ext cx="477695"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Agentic AI</a:t>
              </a:r>
            </a:p>
          </p:txBody>
        </p:sp>
        <p:sp>
          <p:nvSpPr>
            <p:cNvPr id="308" name="Rectangle 307">
              <a:extLst>
                <a:ext uri="{FF2B5EF4-FFF2-40B4-BE49-F238E27FC236}">
                  <a16:creationId xmlns:a16="http://schemas.microsoft.com/office/drawing/2014/main" id="{3EDC81DC-925A-9174-527E-D2848990562D}"/>
                </a:ext>
              </a:extLst>
            </p:cNvPr>
            <p:cNvSpPr/>
            <p:nvPr/>
          </p:nvSpPr>
          <p:spPr>
            <a:xfrm>
              <a:off x="9749231" y="990422"/>
              <a:ext cx="193830" cy="115708"/>
            </a:xfrm>
            <a:prstGeom prst="rect">
              <a:avLst/>
            </a:prstGeom>
            <a:solidFill>
              <a:srgbClr val="FFB24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09" name="ZoneTexte 52">
              <a:extLst>
                <a:ext uri="{FF2B5EF4-FFF2-40B4-BE49-F238E27FC236}">
                  <a16:creationId xmlns:a16="http://schemas.microsoft.com/office/drawing/2014/main" id="{D4D65649-327F-4E5D-0BF6-0CC848C5450A}"/>
                </a:ext>
              </a:extLst>
            </p:cNvPr>
            <p:cNvSpPr txBox="1"/>
            <p:nvPr/>
          </p:nvSpPr>
          <p:spPr>
            <a:xfrm>
              <a:off x="9984430" y="974846"/>
              <a:ext cx="277320"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AI/ML</a:t>
              </a:r>
            </a:p>
          </p:txBody>
        </p:sp>
        <p:sp>
          <p:nvSpPr>
            <p:cNvPr id="310" name="Rectangle 309">
              <a:extLst>
                <a:ext uri="{FF2B5EF4-FFF2-40B4-BE49-F238E27FC236}">
                  <a16:creationId xmlns:a16="http://schemas.microsoft.com/office/drawing/2014/main" id="{D019F243-997C-D462-7F7F-0E5963909ACA}"/>
                </a:ext>
              </a:extLst>
            </p:cNvPr>
            <p:cNvSpPr/>
            <p:nvPr/>
          </p:nvSpPr>
          <p:spPr>
            <a:xfrm>
              <a:off x="10352324" y="990422"/>
              <a:ext cx="193830" cy="115708"/>
            </a:xfrm>
            <a:prstGeom prst="rect">
              <a:avLst/>
            </a:prstGeom>
            <a:solidFill>
              <a:srgbClr val="E557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1" name="ZoneTexte 62">
              <a:extLst>
                <a:ext uri="{FF2B5EF4-FFF2-40B4-BE49-F238E27FC236}">
                  <a16:creationId xmlns:a16="http://schemas.microsoft.com/office/drawing/2014/main" id="{FD97BB79-0F46-C82D-70DF-1444F138F0BC}"/>
                </a:ext>
              </a:extLst>
            </p:cNvPr>
            <p:cNvSpPr txBox="1"/>
            <p:nvPr/>
          </p:nvSpPr>
          <p:spPr>
            <a:xfrm>
              <a:off x="10576277" y="974846"/>
              <a:ext cx="304571"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Gen AI</a:t>
              </a:r>
            </a:p>
          </p:txBody>
        </p:sp>
        <p:sp>
          <p:nvSpPr>
            <p:cNvPr id="312" name="Rectangle 311">
              <a:extLst>
                <a:ext uri="{FF2B5EF4-FFF2-40B4-BE49-F238E27FC236}">
                  <a16:creationId xmlns:a16="http://schemas.microsoft.com/office/drawing/2014/main" id="{1D63EE05-CBE5-3558-68E9-8F2055C18709}"/>
                </a:ext>
              </a:extLst>
            </p:cNvPr>
            <p:cNvSpPr/>
            <p:nvPr/>
          </p:nvSpPr>
          <p:spPr>
            <a:xfrm>
              <a:off x="8915798" y="990422"/>
              <a:ext cx="193830" cy="115708"/>
            </a:xfrm>
            <a:prstGeom prst="rect">
              <a:avLst/>
            </a:prstGeom>
            <a:solidFill>
              <a:srgbClr val="2EA657"/>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3" name="ZoneTexte 52">
              <a:extLst>
                <a:ext uri="{FF2B5EF4-FFF2-40B4-BE49-F238E27FC236}">
                  <a16:creationId xmlns:a16="http://schemas.microsoft.com/office/drawing/2014/main" id="{9BCF583A-98B0-2BEF-35C5-05DADBE27DF7}"/>
                </a:ext>
              </a:extLst>
            </p:cNvPr>
            <p:cNvSpPr txBox="1"/>
            <p:nvPr/>
          </p:nvSpPr>
          <p:spPr>
            <a:xfrm>
              <a:off x="9154043" y="974846"/>
              <a:ext cx="496931"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RPA/script</a:t>
              </a:r>
            </a:p>
          </p:txBody>
        </p:sp>
        <p:sp>
          <p:nvSpPr>
            <p:cNvPr id="314" name="Rectangle 313">
              <a:extLst>
                <a:ext uri="{FF2B5EF4-FFF2-40B4-BE49-F238E27FC236}">
                  <a16:creationId xmlns:a16="http://schemas.microsoft.com/office/drawing/2014/main" id="{5E544E14-5595-A083-1678-F36E5AC7545F}"/>
                </a:ext>
              </a:extLst>
            </p:cNvPr>
            <p:cNvSpPr/>
            <p:nvPr/>
          </p:nvSpPr>
          <p:spPr>
            <a:xfrm>
              <a:off x="8260676" y="990422"/>
              <a:ext cx="193830" cy="115708"/>
            </a:xfrm>
            <a:prstGeom prst="rect">
              <a:avLst/>
            </a:prstGeom>
            <a:solidFill>
              <a:schemeClr val="accent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5" name="ZoneTexte 52">
              <a:extLst>
                <a:ext uri="{FF2B5EF4-FFF2-40B4-BE49-F238E27FC236}">
                  <a16:creationId xmlns:a16="http://schemas.microsoft.com/office/drawing/2014/main" id="{2CCE5216-440E-8DD7-D3AA-20EF0158A2D5}"/>
                </a:ext>
              </a:extLst>
            </p:cNvPr>
            <p:cNvSpPr txBox="1"/>
            <p:nvPr/>
          </p:nvSpPr>
          <p:spPr>
            <a:xfrm>
              <a:off x="8498921" y="974846"/>
              <a:ext cx="331822"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Human</a:t>
              </a:r>
            </a:p>
          </p:txBody>
        </p:sp>
      </p:grpSp>
      <p:sp>
        <p:nvSpPr>
          <p:cNvPr id="319" name="TextBox 318">
            <a:extLst>
              <a:ext uri="{FF2B5EF4-FFF2-40B4-BE49-F238E27FC236}">
                <a16:creationId xmlns:a16="http://schemas.microsoft.com/office/drawing/2014/main" id="{5F8145C2-4D94-A79B-8270-62629083FBED}"/>
              </a:ext>
            </a:extLst>
          </p:cNvPr>
          <p:cNvSpPr txBox="1"/>
          <p:nvPr/>
        </p:nvSpPr>
        <p:spPr>
          <a:xfrm>
            <a:off x="10459011" y="1366442"/>
            <a:ext cx="1428189" cy="309958"/>
          </a:xfrm>
          <a:prstGeom prst="rect">
            <a:avLst/>
          </a:prstGeom>
          <a:noFill/>
        </p:spPr>
        <p:txBody>
          <a:bodyPr vert="horz" wrap="none" lIns="90000" tIns="46800" rIns="90000" bIns="46800" rtlCol="0" anchor="ctr">
            <a:spAutoFit/>
          </a:bodyPr>
          <a:lstStyle/>
          <a:p>
            <a:pPr algn="l">
              <a:spcBef>
                <a:spcPct val="0"/>
              </a:spcBef>
            </a:pPr>
            <a:r>
              <a:rPr lang="en-US" sz="1400">
                <a:solidFill>
                  <a:srgbClr val="00B050"/>
                </a:solidFill>
              </a:rPr>
              <a:t>Use Case scope</a:t>
            </a:r>
          </a:p>
        </p:txBody>
      </p:sp>
      <p:sp>
        <p:nvSpPr>
          <p:cNvPr id="3" name="TextBox 2">
            <a:extLst>
              <a:ext uri="{FF2B5EF4-FFF2-40B4-BE49-F238E27FC236}">
                <a16:creationId xmlns:a16="http://schemas.microsoft.com/office/drawing/2014/main" id="{F6ADC974-9B03-5641-B9BB-BCF915AC4BCF}"/>
              </a:ext>
            </a:extLst>
          </p:cNvPr>
          <p:cNvSpPr txBox="1"/>
          <p:nvPr/>
        </p:nvSpPr>
        <p:spPr>
          <a:xfrm>
            <a:off x="19433" y="1300028"/>
            <a:ext cx="8282846" cy="369332"/>
          </a:xfrm>
          <a:prstGeom prst="rect">
            <a:avLst/>
          </a:prstGeom>
          <a:noFill/>
        </p:spPr>
        <p:txBody>
          <a:bodyPr wrap="square">
            <a:spAutoFit/>
          </a:bodyPr>
          <a:lstStyle/>
          <a:p>
            <a:r>
              <a:rPr lang="en-US" sz="1800" i="1">
                <a:highlight>
                  <a:srgbClr val="FFFF00"/>
                </a:highlight>
              </a:rPr>
              <a:t>Detail the business process and highlight the Use Case in the process</a:t>
            </a:r>
            <a:endParaRPr lang="en-US"/>
          </a:p>
        </p:txBody>
      </p:sp>
    </p:spTree>
    <p:extLst>
      <p:ext uri="{BB962C8B-B14F-4D97-AF65-F5344CB8AC3E}">
        <p14:creationId xmlns:p14="http://schemas.microsoft.com/office/powerpoint/2010/main" val="2417810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DFA47-3131-D41A-22C6-EEB2C4526BF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444B612-394F-EF2B-A1CE-A63FFD554AF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286F9A-47A5-6B78-04AA-4A1D806EC6D7}"/>
              </a:ext>
            </a:extLst>
          </p:cNvPr>
          <p:cNvSpPr>
            <a:spLocks noGrp="1"/>
          </p:cNvSpPr>
          <p:nvPr>
            <p:ph type="sldNum" sz="quarter" idx="12"/>
          </p:nvPr>
        </p:nvSpPr>
        <p:spPr/>
        <p:txBody>
          <a:bodyPr/>
          <a:lstStyle/>
          <a:p>
            <a:pPr algn="r"/>
            <a:fld id="{5D9A5160-6218-4E5A-B9E6-B93E3DAE377C}" type="slidenum">
              <a:rPr lang="en-US" smtClean="0"/>
              <a:pPr algn="r"/>
              <a:t>3</a:t>
            </a:fld>
            <a:endParaRPr lang="en-US"/>
          </a:p>
        </p:txBody>
      </p:sp>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3888610" y="324019"/>
            <a:ext cx="7998590" cy="666581"/>
          </a:xfrm>
        </p:spPr>
        <p:txBody>
          <a:bodyPr/>
          <a:lstStyle/>
          <a:p>
            <a:r>
              <a:rPr lang="en-US"/>
              <a:t>Functional Solution + AI-Human Chemistry</a:t>
            </a:r>
          </a:p>
        </p:txBody>
      </p:sp>
      <p:sp>
        <p:nvSpPr>
          <p:cNvPr id="6" name="TextBox 5">
            <a:extLst>
              <a:ext uri="{FF2B5EF4-FFF2-40B4-BE49-F238E27FC236}">
                <a16:creationId xmlns:a16="http://schemas.microsoft.com/office/drawing/2014/main" id="{38255EAA-115B-7CE6-9C4F-C36E1330BDA8}"/>
              </a:ext>
            </a:extLst>
          </p:cNvPr>
          <p:cNvSpPr txBox="1"/>
          <p:nvPr/>
        </p:nvSpPr>
        <p:spPr>
          <a:xfrm>
            <a:off x="451721" y="1207598"/>
            <a:ext cx="11145028" cy="525401"/>
          </a:xfrm>
          <a:prstGeom prst="rect">
            <a:avLst/>
          </a:prstGeom>
          <a:noFill/>
        </p:spPr>
        <p:txBody>
          <a:bodyPr vert="horz" wrap="square" lIns="90000" tIns="46800" rIns="90000" bIns="46800" rtlCol="0" anchor="ctr">
            <a:spAutoFit/>
          </a:bodyPr>
          <a:lstStyle/>
          <a:p>
            <a:pPr algn="l">
              <a:spcBef>
                <a:spcPct val="0"/>
              </a:spcBef>
            </a:pPr>
            <a:r>
              <a:rPr lang="en-US" sz="1400">
                <a:solidFill>
                  <a:schemeClr val="tx2"/>
                </a:solidFill>
                <a:highlight>
                  <a:srgbClr val="FFFF00"/>
                </a:highlight>
              </a:rPr>
              <a:t>Provide a Diagram with the functional components of the solution and the points where the Agent(s) will take decisions or will handle it to humans</a:t>
            </a:r>
          </a:p>
        </p:txBody>
      </p:sp>
      <p:sp>
        <p:nvSpPr>
          <p:cNvPr id="7" name="Flowchart: Document 1076">
            <a:extLst>
              <a:ext uri="{FF2B5EF4-FFF2-40B4-BE49-F238E27FC236}">
                <a16:creationId xmlns:a16="http://schemas.microsoft.com/office/drawing/2014/main" id="{A3EEC7B5-0FCD-0ADC-1F43-07FE4ED31ADE}"/>
              </a:ext>
            </a:extLst>
          </p:cNvPr>
          <p:cNvSpPr/>
          <p:nvPr/>
        </p:nvSpPr>
        <p:spPr>
          <a:xfrm>
            <a:off x="1370046" y="2870339"/>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685800">
              <a:defRPr/>
            </a:pPr>
            <a:r>
              <a:rPr lang="en-GB" sz="600" b="1">
                <a:solidFill>
                  <a:prstClr val="black"/>
                </a:solidFill>
                <a:latin typeface="Verdana"/>
              </a:rPr>
              <a:t>Customer </a:t>
            </a:r>
            <a:r>
              <a:rPr kumimoji="0" lang="en-GB" sz="600" b="1" i="0" u="none" strike="noStrike" kern="1200" cap="none" spc="0" normalizeH="0" baseline="0" noProof="0">
                <a:ln>
                  <a:noFill/>
                </a:ln>
                <a:solidFill>
                  <a:prstClr val="black"/>
                </a:solidFill>
                <a:effectLst/>
                <a:uLnTx/>
                <a:uFillTx/>
                <a:latin typeface="Verdana"/>
                <a:ea typeface="+mn-ea"/>
                <a:cs typeface="+mn-cs"/>
              </a:rPr>
              <a:t>places an order</a:t>
            </a:r>
          </a:p>
        </p:txBody>
      </p:sp>
      <p:sp>
        <p:nvSpPr>
          <p:cNvPr id="8" name="Flowchart: Document 1076">
            <a:extLst>
              <a:ext uri="{FF2B5EF4-FFF2-40B4-BE49-F238E27FC236}">
                <a16:creationId xmlns:a16="http://schemas.microsoft.com/office/drawing/2014/main" id="{AAA400FE-1E9C-F79B-289B-ACD657115C56}"/>
              </a:ext>
            </a:extLst>
          </p:cNvPr>
          <p:cNvSpPr/>
          <p:nvPr/>
        </p:nvSpPr>
        <p:spPr>
          <a:xfrm>
            <a:off x="2395043" y="2867892"/>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Email</a:t>
            </a:r>
          </a:p>
        </p:txBody>
      </p:sp>
      <p:cxnSp>
        <p:nvCxnSpPr>
          <p:cNvPr id="9" name="Connector: Elbow 11">
            <a:extLst>
              <a:ext uri="{FF2B5EF4-FFF2-40B4-BE49-F238E27FC236}">
                <a16:creationId xmlns:a16="http://schemas.microsoft.com/office/drawing/2014/main" id="{DD3505B9-BAEE-2C47-4D45-0C7609397EC9}"/>
              </a:ext>
            </a:extLst>
          </p:cNvPr>
          <p:cNvCxnSpPr>
            <a:cxnSpLocks/>
            <a:stCxn id="7" idx="3"/>
            <a:endCxn id="8" idx="1"/>
          </p:cNvCxnSpPr>
          <p:nvPr/>
        </p:nvCxnSpPr>
        <p:spPr>
          <a:xfrm flipV="1">
            <a:off x="2043683" y="3051348"/>
            <a:ext cx="351360" cy="244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44">
            <a:extLst>
              <a:ext uri="{FF2B5EF4-FFF2-40B4-BE49-F238E27FC236}">
                <a16:creationId xmlns:a16="http://schemas.microsoft.com/office/drawing/2014/main" id="{474C1D97-399A-F706-F75E-330E0E4EDEC2}"/>
              </a:ext>
            </a:extLst>
          </p:cNvPr>
          <p:cNvCxnSpPr>
            <a:cxnSpLocks/>
            <a:stCxn id="8" idx="3"/>
            <a:endCxn id="11" idx="1"/>
          </p:cNvCxnSpPr>
          <p:nvPr/>
        </p:nvCxnSpPr>
        <p:spPr>
          <a:xfrm flipV="1">
            <a:off x="3068680" y="2826959"/>
            <a:ext cx="521566" cy="224389"/>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2">
            <a:extLst>
              <a:ext uri="{FF2B5EF4-FFF2-40B4-BE49-F238E27FC236}">
                <a16:creationId xmlns:a16="http://schemas.microsoft.com/office/drawing/2014/main" id="{201501E9-7566-5F6C-951F-1A57CED3173C}"/>
              </a:ext>
            </a:extLst>
          </p:cNvPr>
          <p:cNvSpPr/>
          <p:nvPr/>
        </p:nvSpPr>
        <p:spPr>
          <a:xfrm>
            <a:off x="3590246" y="1648478"/>
            <a:ext cx="5122765" cy="2356962"/>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12" name="Group 11">
            <a:extLst>
              <a:ext uri="{FF2B5EF4-FFF2-40B4-BE49-F238E27FC236}">
                <a16:creationId xmlns:a16="http://schemas.microsoft.com/office/drawing/2014/main" id="{08D3FB90-E2C9-390F-CECD-29175CE53AC0}"/>
              </a:ext>
            </a:extLst>
          </p:cNvPr>
          <p:cNvGrpSpPr/>
          <p:nvPr/>
        </p:nvGrpSpPr>
        <p:grpSpPr>
          <a:xfrm>
            <a:off x="3446849" y="1773521"/>
            <a:ext cx="338230" cy="343683"/>
            <a:chOff x="6591054" y="1922542"/>
            <a:chExt cx="604828" cy="614579"/>
          </a:xfrm>
        </p:grpSpPr>
        <p:sp>
          <p:nvSpPr>
            <p:cNvPr id="13" name="Oval 12">
              <a:extLst>
                <a:ext uri="{FF2B5EF4-FFF2-40B4-BE49-F238E27FC236}">
                  <a16:creationId xmlns:a16="http://schemas.microsoft.com/office/drawing/2014/main" id="{3B747354-E94B-F115-13D0-FB8FB5E1FF48}"/>
                </a:ext>
              </a:extLst>
            </p:cNvPr>
            <p:cNvSpPr/>
            <p:nvPr/>
          </p:nvSpPr>
          <p:spPr>
            <a:xfrm>
              <a:off x="6591054" y="1922542"/>
              <a:ext cx="604828" cy="614579"/>
            </a:xfrm>
            <a:prstGeom prst="ellipse">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4" name="Picture 13">
              <a:extLst>
                <a:ext uri="{FF2B5EF4-FFF2-40B4-BE49-F238E27FC236}">
                  <a16:creationId xmlns:a16="http://schemas.microsoft.com/office/drawing/2014/main" id="{3D6B6A52-C1D4-98C8-73D8-D496C1DBBB53}"/>
                </a:ext>
              </a:extLst>
            </p:cNvPr>
            <p:cNvPicPr>
              <a:picLocks noChangeAspect="1"/>
            </p:cNvPicPr>
            <p:nvPr/>
          </p:nvPicPr>
          <p:blipFill>
            <a:blip r:embed="rId2"/>
            <a:stretch>
              <a:fillRect/>
            </a:stretch>
          </p:blipFill>
          <p:spPr>
            <a:xfrm>
              <a:off x="6621303" y="1957666"/>
              <a:ext cx="544330" cy="544330"/>
            </a:xfrm>
            <a:prstGeom prst="rect">
              <a:avLst/>
            </a:prstGeom>
          </p:spPr>
        </p:pic>
      </p:grpSp>
      <p:grpSp>
        <p:nvGrpSpPr>
          <p:cNvPr id="15" name="Group 14">
            <a:extLst>
              <a:ext uri="{FF2B5EF4-FFF2-40B4-BE49-F238E27FC236}">
                <a16:creationId xmlns:a16="http://schemas.microsoft.com/office/drawing/2014/main" id="{BB36258B-3121-0EB7-3128-A7903445F126}"/>
              </a:ext>
            </a:extLst>
          </p:cNvPr>
          <p:cNvGrpSpPr/>
          <p:nvPr/>
        </p:nvGrpSpPr>
        <p:grpSpPr>
          <a:xfrm>
            <a:off x="4622560" y="2730860"/>
            <a:ext cx="316762" cy="316762"/>
            <a:chOff x="3904884" y="4179013"/>
            <a:chExt cx="720000" cy="720000"/>
          </a:xfrm>
        </p:grpSpPr>
        <p:sp>
          <p:nvSpPr>
            <p:cNvPr id="16" name="Oval 15">
              <a:extLst>
                <a:ext uri="{FF2B5EF4-FFF2-40B4-BE49-F238E27FC236}">
                  <a16:creationId xmlns:a16="http://schemas.microsoft.com/office/drawing/2014/main" id="{0A69ACB4-376E-4A4F-6338-2E0DC7B04F0D}"/>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7" name="Picture 16">
              <a:extLst>
                <a:ext uri="{FF2B5EF4-FFF2-40B4-BE49-F238E27FC236}">
                  <a16:creationId xmlns:a16="http://schemas.microsoft.com/office/drawing/2014/main" id="{3D5820B1-4466-9EE0-AE4E-1DDDB18E5A3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8" name="ZoneTexte 40">
            <a:extLst>
              <a:ext uri="{FF2B5EF4-FFF2-40B4-BE49-F238E27FC236}">
                <a16:creationId xmlns:a16="http://schemas.microsoft.com/office/drawing/2014/main" id="{CF36EACB-4C54-5D97-F23B-ADBB6D53A349}"/>
              </a:ext>
            </a:extLst>
          </p:cNvPr>
          <p:cNvSpPr txBox="1"/>
          <p:nvPr/>
        </p:nvSpPr>
        <p:spPr>
          <a:xfrm>
            <a:off x="4422516" y="2982385"/>
            <a:ext cx="713375"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Validate Information</a:t>
            </a:r>
          </a:p>
        </p:txBody>
      </p:sp>
      <p:grpSp>
        <p:nvGrpSpPr>
          <p:cNvPr id="19" name="Group 18">
            <a:extLst>
              <a:ext uri="{FF2B5EF4-FFF2-40B4-BE49-F238E27FC236}">
                <a16:creationId xmlns:a16="http://schemas.microsoft.com/office/drawing/2014/main" id="{9AAB84B9-B549-6F55-3B09-12D34E2CF3A5}"/>
              </a:ext>
            </a:extLst>
          </p:cNvPr>
          <p:cNvGrpSpPr/>
          <p:nvPr/>
        </p:nvGrpSpPr>
        <p:grpSpPr>
          <a:xfrm>
            <a:off x="5379290" y="2731933"/>
            <a:ext cx="316762" cy="316762"/>
            <a:chOff x="3904884" y="4179013"/>
            <a:chExt cx="720000" cy="720000"/>
          </a:xfrm>
        </p:grpSpPr>
        <p:sp>
          <p:nvSpPr>
            <p:cNvPr id="20" name="Oval 19">
              <a:extLst>
                <a:ext uri="{FF2B5EF4-FFF2-40B4-BE49-F238E27FC236}">
                  <a16:creationId xmlns:a16="http://schemas.microsoft.com/office/drawing/2014/main" id="{F207608D-9C69-E862-738A-83A8015861B3}"/>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1" name="Picture 20">
              <a:extLst>
                <a:ext uri="{FF2B5EF4-FFF2-40B4-BE49-F238E27FC236}">
                  <a16:creationId xmlns:a16="http://schemas.microsoft.com/office/drawing/2014/main" id="{9773B1E7-FB30-1485-E630-1B626CDB1432}"/>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22" name="ZoneTexte 40">
            <a:extLst>
              <a:ext uri="{FF2B5EF4-FFF2-40B4-BE49-F238E27FC236}">
                <a16:creationId xmlns:a16="http://schemas.microsoft.com/office/drawing/2014/main" id="{13EC5845-E663-91BC-63CA-6172E2D472B8}"/>
              </a:ext>
            </a:extLst>
          </p:cNvPr>
          <p:cNvSpPr txBox="1"/>
          <p:nvPr/>
        </p:nvSpPr>
        <p:spPr>
          <a:xfrm>
            <a:off x="5217342" y="3025125"/>
            <a:ext cx="72651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a:t>
            </a:r>
            <a:br>
              <a:rPr lang="en-GB" sz="675" noProof="0">
                <a:solidFill>
                  <a:prstClr val="black"/>
                </a:solidFill>
                <a:latin typeface="Verdana"/>
              </a:rPr>
            </a:br>
            <a:r>
              <a:rPr lang="en-GB" sz="675" noProof="0">
                <a:solidFill>
                  <a:prstClr val="black"/>
                </a:solidFill>
                <a:latin typeface="Verdana"/>
              </a:rPr>
              <a:t>contract</a:t>
            </a:r>
            <a:endParaRPr lang="en-GB" sz="675" noProof="0">
              <a:solidFill>
                <a:srgbClr val="FF304D"/>
              </a:solidFill>
              <a:latin typeface="Verdana"/>
            </a:endParaRPr>
          </a:p>
        </p:txBody>
      </p:sp>
      <p:grpSp>
        <p:nvGrpSpPr>
          <p:cNvPr id="23" name="Group 22">
            <a:extLst>
              <a:ext uri="{FF2B5EF4-FFF2-40B4-BE49-F238E27FC236}">
                <a16:creationId xmlns:a16="http://schemas.microsoft.com/office/drawing/2014/main" id="{DF59E00F-ADDA-45FE-274E-A0ABDE438F37}"/>
              </a:ext>
            </a:extLst>
          </p:cNvPr>
          <p:cNvGrpSpPr/>
          <p:nvPr/>
        </p:nvGrpSpPr>
        <p:grpSpPr>
          <a:xfrm>
            <a:off x="4610406" y="2187851"/>
            <a:ext cx="316762" cy="316762"/>
            <a:chOff x="3904884" y="4179013"/>
            <a:chExt cx="720000" cy="720000"/>
          </a:xfrm>
        </p:grpSpPr>
        <p:sp>
          <p:nvSpPr>
            <p:cNvPr id="24" name="Oval 23">
              <a:extLst>
                <a:ext uri="{FF2B5EF4-FFF2-40B4-BE49-F238E27FC236}">
                  <a16:creationId xmlns:a16="http://schemas.microsoft.com/office/drawing/2014/main" id="{F8289CD7-2A2B-4137-6145-7D0FCA782095}"/>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5" name="Picture 24">
              <a:extLst>
                <a:ext uri="{FF2B5EF4-FFF2-40B4-BE49-F238E27FC236}">
                  <a16:creationId xmlns:a16="http://schemas.microsoft.com/office/drawing/2014/main" id="{B9EA7C71-6CD7-2227-8B46-0D3B0531BB31}"/>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26" name="ZoneTexte 40">
            <a:extLst>
              <a:ext uri="{FF2B5EF4-FFF2-40B4-BE49-F238E27FC236}">
                <a16:creationId xmlns:a16="http://schemas.microsoft.com/office/drawing/2014/main" id="{88245B1D-1D35-4708-41B5-85BD5C6BA568}"/>
              </a:ext>
            </a:extLst>
          </p:cNvPr>
          <p:cNvSpPr txBox="1"/>
          <p:nvPr/>
        </p:nvSpPr>
        <p:spPr>
          <a:xfrm>
            <a:off x="3904847" y="1910593"/>
            <a:ext cx="938605"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Request missing/ conflicting information</a:t>
            </a:r>
          </a:p>
        </p:txBody>
      </p:sp>
      <p:grpSp>
        <p:nvGrpSpPr>
          <p:cNvPr id="27" name="Group 26">
            <a:extLst>
              <a:ext uri="{FF2B5EF4-FFF2-40B4-BE49-F238E27FC236}">
                <a16:creationId xmlns:a16="http://schemas.microsoft.com/office/drawing/2014/main" id="{43098DF1-A2B0-E67E-8DA4-5EFBB70EFE23}"/>
              </a:ext>
            </a:extLst>
          </p:cNvPr>
          <p:cNvGrpSpPr/>
          <p:nvPr/>
        </p:nvGrpSpPr>
        <p:grpSpPr>
          <a:xfrm>
            <a:off x="3716524" y="2756783"/>
            <a:ext cx="316762" cy="316762"/>
            <a:chOff x="3904884" y="4179013"/>
            <a:chExt cx="720000" cy="720000"/>
          </a:xfrm>
        </p:grpSpPr>
        <p:sp>
          <p:nvSpPr>
            <p:cNvPr id="28" name="Oval 27">
              <a:extLst>
                <a:ext uri="{FF2B5EF4-FFF2-40B4-BE49-F238E27FC236}">
                  <a16:creationId xmlns:a16="http://schemas.microsoft.com/office/drawing/2014/main" id="{BC2A9997-A7CB-9DEE-2B73-1051D9DAE32F}"/>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9" name="Picture 28">
              <a:extLst>
                <a:ext uri="{FF2B5EF4-FFF2-40B4-BE49-F238E27FC236}">
                  <a16:creationId xmlns:a16="http://schemas.microsoft.com/office/drawing/2014/main" id="{BFF05D4A-D523-E28B-567F-8DD602FF3B76}"/>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0" name="ZoneTexte 40">
            <a:extLst>
              <a:ext uri="{FF2B5EF4-FFF2-40B4-BE49-F238E27FC236}">
                <a16:creationId xmlns:a16="http://schemas.microsoft.com/office/drawing/2014/main" id="{9ABC4B31-31C4-BD78-321E-7C951AA2A5C8}"/>
              </a:ext>
            </a:extLst>
          </p:cNvPr>
          <p:cNvSpPr txBox="1"/>
          <p:nvPr/>
        </p:nvSpPr>
        <p:spPr>
          <a:xfrm>
            <a:off x="3650383" y="2418120"/>
            <a:ext cx="449045"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Text to Insight</a:t>
            </a:r>
          </a:p>
        </p:txBody>
      </p:sp>
      <p:cxnSp>
        <p:nvCxnSpPr>
          <p:cNvPr id="31" name="Straight Connector 30">
            <a:extLst>
              <a:ext uri="{FF2B5EF4-FFF2-40B4-BE49-F238E27FC236}">
                <a16:creationId xmlns:a16="http://schemas.microsoft.com/office/drawing/2014/main" id="{A80D65C8-14DF-C18B-2B56-4898D13EDA37}"/>
              </a:ext>
            </a:extLst>
          </p:cNvPr>
          <p:cNvCxnSpPr>
            <a:cxnSpLocks/>
          </p:cNvCxnSpPr>
          <p:nvPr/>
        </p:nvCxnSpPr>
        <p:spPr>
          <a:xfrm flipV="1">
            <a:off x="4038168" y="2889241"/>
            <a:ext cx="584392" cy="21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BD1FC84-7764-5714-63CC-E85C40A85A03}"/>
              </a:ext>
            </a:extLst>
          </p:cNvPr>
          <p:cNvCxnSpPr>
            <a:cxnSpLocks/>
          </p:cNvCxnSpPr>
          <p:nvPr/>
        </p:nvCxnSpPr>
        <p:spPr>
          <a:xfrm flipH="1" flipV="1">
            <a:off x="4768787" y="2504613"/>
            <a:ext cx="12154" cy="22624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D4B0CC6-5AA1-8092-DB1E-D1749FEDA344}"/>
              </a:ext>
            </a:extLst>
          </p:cNvPr>
          <p:cNvCxnSpPr>
            <a:cxnSpLocks/>
          </p:cNvCxnSpPr>
          <p:nvPr/>
        </p:nvCxnSpPr>
        <p:spPr>
          <a:xfrm>
            <a:off x="4939322" y="2889241"/>
            <a:ext cx="454528" cy="107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5E2419A6-0FCF-9D35-F5F0-533DF9E86F22}"/>
              </a:ext>
            </a:extLst>
          </p:cNvPr>
          <p:cNvGrpSpPr/>
          <p:nvPr/>
        </p:nvGrpSpPr>
        <p:grpSpPr>
          <a:xfrm>
            <a:off x="6337858" y="2727907"/>
            <a:ext cx="316762" cy="316762"/>
            <a:chOff x="3904884" y="4179013"/>
            <a:chExt cx="720000" cy="720000"/>
          </a:xfrm>
        </p:grpSpPr>
        <p:sp>
          <p:nvSpPr>
            <p:cNvPr id="35" name="Oval 34">
              <a:extLst>
                <a:ext uri="{FF2B5EF4-FFF2-40B4-BE49-F238E27FC236}">
                  <a16:creationId xmlns:a16="http://schemas.microsoft.com/office/drawing/2014/main" id="{C1B8985B-5A66-E7E3-0824-ABA763941002}"/>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36" name="Picture 35">
              <a:extLst>
                <a:ext uri="{FF2B5EF4-FFF2-40B4-BE49-F238E27FC236}">
                  <a16:creationId xmlns:a16="http://schemas.microsoft.com/office/drawing/2014/main" id="{9DD3DC8F-404D-DB4C-FD27-4C7DBD9979EB}"/>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7" name="ZoneTexte 40">
            <a:extLst>
              <a:ext uri="{FF2B5EF4-FFF2-40B4-BE49-F238E27FC236}">
                <a16:creationId xmlns:a16="http://schemas.microsoft.com/office/drawing/2014/main" id="{51F41F83-75F7-1192-B2BD-24B11CC8D2E6}"/>
              </a:ext>
            </a:extLst>
          </p:cNvPr>
          <p:cNvSpPr txBox="1"/>
          <p:nvPr/>
        </p:nvSpPr>
        <p:spPr>
          <a:xfrm>
            <a:off x="6265146" y="3100579"/>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Update pricing &amp; Block</a:t>
            </a:r>
          </a:p>
        </p:txBody>
      </p:sp>
      <p:cxnSp>
        <p:nvCxnSpPr>
          <p:cNvPr id="38" name="Straight Connector 37">
            <a:extLst>
              <a:ext uri="{FF2B5EF4-FFF2-40B4-BE49-F238E27FC236}">
                <a16:creationId xmlns:a16="http://schemas.microsoft.com/office/drawing/2014/main" id="{19B4BC07-0DBC-8EC0-927D-96D6FF782550}"/>
              </a:ext>
            </a:extLst>
          </p:cNvPr>
          <p:cNvCxnSpPr>
            <a:cxnSpLocks/>
          </p:cNvCxnSpPr>
          <p:nvPr/>
        </p:nvCxnSpPr>
        <p:spPr>
          <a:xfrm flipV="1">
            <a:off x="5710612" y="2886288"/>
            <a:ext cx="627246" cy="4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0A214FC8-C62C-879F-CB84-839FBD389002}"/>
              </a:ext>
            </a:extLst>
          </p:cNvPr>
          <p:cNvGrpSpPr/>
          <p:nvPr/>
        </p:nvGrpSpPr>
        <p:grpSpPr>
          <a:xfrm>
            <a:off x="5458876" y="3530112"/>
            <a:ext cx="316762" cy="316762"/>
            <a:chOff x="3904884" y="4179013"/>
            <a:chExt cx="720000" cy="720000"/>
          </a:xfrm>
        </p:grpSpPr>
        <p:sp>
          <p:nvSpPr>
            <p:cNvPr id="40" name="Oval 39">
              <a:extLst>
                <a:ext uri="{FF2B5EF4-FFF2-40B4-BE49-F238E27FC236}">
                  <a16:creationId xmlns:a16="http://schemas.microsoft.com/office/drawing/2014/main" id="{D7CDA837-A742-D4F9-DDE4-C52168509928}"/>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41" name="Picture 40">
              <a:extLst>
                <a:ext uri="{FF2B5EF4-FFF2-40B4-BE49-F238E27FC236}">
                  <a16:creationId xmlns:a16="http://schemas.microsoft.com/office/drawing/2014/main" id="{90F378A3-6342-A559-B19C-4373AE3F60B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42" name="ZoneTexte 40">
            <a:extLst>
              <a:ext uri="{FF2B5EF4-FFF2-40B4-BE49-F238E27FC236}">
                <a16:creationId xmlns:a16="http://schemas.microsoft.com/office/drawing/2014/main" id="{89DAB789-2661-3F21-8D29-A9EA813B4132}"/>
              </a:ext>
            </a:extLst>
          </p:cNvPr>
          <p:cNvSpPr txBox="1"/>
          <p:nvPr/>
        </p:nvSpPr>
        <p:spPr>
          <a:xfrm>
            <a:off x="5329335" y="3818905"/>
            <a:ext cx="573746"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Update Contract</a:t>
            </a:r>
          </a:p>
        </p:txBody>
      </p:sp>
      <p:cxnSp>
        <p:nvCxnSpPr>
          <p:cNvPr id="43" name="Straight Connector 42">
            <a:extLst>
              <a:ext uri="{FF2B5EF4-FFF2-40B4-BE49-F238E27FC236}">
                <a16:creationId xmlns:a16="http://schemas.microsoft.com/office/drawing/2014/main" id="{88C9E8FC-A9E7-1BF1-9595-F266D273CA45}"/>
              </a:ext>
            </a:extLst>
          </p:cNvPr>
          <p:cNvCxnSpPr>
            <a:cxnSpLocks/>
          </p:cNvCxnSpPr>
          <p:nvPr/>
        </p:nvCxnSpPr>
        <p:spPr>
          <a:xfrm flipV="1">
            <a:off x="5775638" y="2886288"/>
            <a:ext cx="562220" cy="80220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D5CC127-BC2A-3B1B-9957-D286450A7757}"/>
              </a:ext>
            </a:extLst>
          </p:cNvPr>
          <p:cNvCxnSpPr>
            <a:cxnSpLocks/>
          </p:cNvCxnSpPr>
          <p:nvPr/>
        </p:nvCxnSpPr>
        <p:spPr>
          <a:xfrm>
            <a:off x="4939322" y="2889241"/>
            <a:ext cx="519554" cy="79925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03B319BC-046D-ED78-49C4-934580389D9D}"/>
              </a:ext>
            </a:extLst>
          </p:cNvPr>
          <p:cNvSpPr/>
          <p:nvPr/>
        </p:nvSpPr>
        <p:spPr>
          <a:xfrm>
            <a:off x="7313060" y="2722591"/>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46" name="ZoneTexte 40">
            <a:extLst>
              <a:ext uri="{FF2B5EF4-FFF2-40B4-BE49-F238E27FC236}">
                <a16:creationId xmlns:a16="http://schemas.microsoft.com/office/drawing/2014/main" id="{DB5E02F4-CD15-9102-A138-BF4E31072B3B}"/>
              </a:ext>
            </a:extLst>
          </p:cNvPr>
          <p:cNvSpPr txBox="1"/>
          <p:nvPr/>
        </p:nvSpPr>
        <p:spPr>
          <a:xfrm>
            <a:off x="7637060" y="2701706"/>
            <a:ext cx="573746"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Contract</a:t>
            </a:r>
            <a:br>
              <a:rPr lang="en-GB" sz="675" noProof="0">
                <a:solidFill>
                  <a:prstClr val="black"/>
                </a:solidFill>
                <a:latin typeface="Verdana"/>
              </a:rPr>
            </a:br>
            <a:r>
              <a:rPr lang="en-GB" sz="675" noProof="0">
                <a:solidFill>
                  <a:prstClr val="black"/>
                </a:solidFill>
                <a:latin typeface="Verdana"/>
              </a:rPr>
              <a:t>Created</a:t>
            </a:r>
          </a:p>
        </p:txBody>
      </p:sp>
      <p:sp>
        <p:nvSpPr>
          <p:cNvPr id="47" name="Flowchart: Document 1076">
            <a:extLst>
              <a:ext uri="{FF2B5EF4-FFF2-40B4-BE49-F238E27FC236}">
                <a16:creationId xmlns:a16="http://schemas.microsoft.com/office/drawing/2014/main" id="{293AB0DD-832B-855A-D0D7-CC217FC770D0}"/>
              </a:ext>
            </a:extLst>
          </p:cNvPr>
          <p:cNvSpPr/>
          <p:nvPr/>
        </p:nvSpPr>
        <p:spPr>
          <a:xfrm>
            <a:off x="1298038" y="5471675"/>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Sales request for Settlement of Agreement</a:t>
            </a:r>
          </a:p>
        </p:txBody>
      </p:sp>
      <p:sp>
        <p:nvSpPr>
          <p:cNvPr id="48" name="Flowchart: Document 1076">
            <a:extLst>
              <a:ext uri="{FF2B5EF4-FFF2-40B4-BE49-F238E27FC236}">
                <a16:creationId xmlns:a16="http://schemas.microsoft.com/office/drawing/2014/main" id="{67D500A2-7CE2-8137-E5BC-F9F7869DB7C6}"/>
              </a:ext>
            </a:extLst>
          </p:cNvPr>
          <p:cNvSpPr/>
          <p:nvPr/>
        </p:nvSpPr>
        <p:spPr>
          <a:xfrm>
            <a:off x="2352593" y="5478853"/>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ServiceNow</a:t>
            </a:r>
          </a:p>
        </p:txBody>
      </p:sp>
      <p:cxnSp>
        <p:nvCxnSpPr>
          <p:cNvPr id="49" name="Connector: Elbow 170">
            <a:extLst>
              <a:ext uri="{FF2B5EF4-FFF2-40B4-BE49-F238E27FC236}">
                <a16:creationId xmlns:a16="http://schemas.microsoft.com/office/drawing/2014/main" id="{2A1BA142-3EC7-EC44-02AD-1B76808E7B77}"/>
              </a:ext>
            </a:extLst>
          </p:cNvPr>
          <p:cNvCxnSpPr>
            <a:cxnSpLocks/>
            <a:stCxn id="47" idx="3"/>
            <a:endCxn id="48" idx="1"/>
          </p:cNvCxnSpPr>
          <p:nvPr/>
        </p:nvCxnSpPr>
        <p:spPr>
          <a:xfrm>
            <a:off x="1971675" y="5655131"/>
            <a:ext cx="380918" cy="7178"/>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172">
            <a:extLst>
              <a:ext uri="{FF2B5EF4-FFF2-40B4-BE49-F238E27FC236}">
                <a16:creationId xmlns:a16="http://schemas.microsoft.com/office/drawing/2014/main" id="{BC7F38E1-169F-954F-A9ED-6C6756523002}"/>
              </a:ext>
            </a:extLst>
          </p:cNvPr>
          <p:cNvCxnSpPr>
            <a:cxnSpLocks/>
            <a:stCxn id="48" idx="3"/>
            <a:endCxn id="51" idx="1"/>
          </p:cNvCxnSpPr>
          <p:nvPr/>
        </p:nvCxnSpPr>
        <p:spPr>
          <a:xfrm>
            <a:off x="3026230" y="5662309"/>
            <a:ext cx="461605" cy="220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Rounded Corners 173">
            <a:extLst>
              <a:ext uri="{FF2B5EF4-FFF2-40B4-BE49-F238E27FC236}">
                <a16:creationId xmlns:a16="http://schemas.microsoft.com/office/drawing/2014/main" id="{8EBED987-0E4E-C44E-2094-79D1F441E0FB}"/>
              </a:ext>
            </a:extLst>
          </p:cNvPr>
          <p:cNvSpPr/>
          <p:nvPr/>
        </p:nvSpPr>
        <p:spPr>
          <a:xfrm>
            <a:off x="3487835" y="4806627"/>
            <a:ext cx="5122765" cy="1715767"/>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52" name="Group 51">
            <a:extLst>
              <a:ext uri="{FF2B5EF4-FFF2-40B4-BE49-F238E27FC236}">
                <a16:creationId xmlns:a16="http://schemas.microsoft.com/office/drawing/2014/main" id="{DCB6CA6F-2A1A-866D-607D-2D8F405903EE}"/>
              </a:ext>
            </a:extLst>
          </p:cNvPr>
          <p:cNvGrpSpPr/>
          <p:nvPr/>
        </p:nvGrpSpPr>
        <p:grpSpPr>
          <a:xfrm>
            <a:off x="3721406" y="5351399"/>
            <a:ext cx="316762" cy="316762"/>
            <a:chOff x="3904884" y="4179013"/>
            <a:chExt cx="720000" cy="720000"/>
          </a:xfrm>
        </p:grpSpPr>
        <p:sp>
          <p:nvSpPr>
            <p:cNvPr id="53" name="Oval 52">
              <a:extLst>
                <a:ext uri="{FF2B5EF4-FFF2-40B4-BE49-F238E27FC236}">
                  <a16:creationId xmlns:a16="http://schemas.microsoft.com/office/drawing/2014/main" id="{608E467B-5868-5839-2257-EAF96A44FBD6}"/>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54" name="Picture 53">
              <a:extLst>
                <a:ext uri="{FF2B5EF4-FFF2-40B4-BE49-F238E27FC236}">
                  <a16:creationId xmlns:a16="http://schemas.microsoft.com/office/drawing/2014/main" id="{85CB28FD-7B72-EF79-BA89-FDC4D5BF6AD2}"/>
                </a:ext>
              </a:extLst>
            </p:cNvPr>
            <p:cNvPicPr>
              <a:picLocks noChangeAspect="1"/>
            </p:cNvPicPr>
            <p:nvPr/>
          </p:nvPicPr>
          <p:blipFill>
            <a:blip r:embed="rId3"/>
            <a:stretch>
              <a:fillRect/>
            </a:stretch>
          </p:blipFill>
          <p:spPr>
            <a:xfrm>
              <a:off x="3954068" y="4189228"/>
              <a:ext cx="634621" cy="634621"/>
            </a:xfrm>
            <a:prstGeom prst="rect">
              <a:avLst/>
            </a:prstGeom>
          </p:spPr>
        </p:pic>
      </p:grpSp>
      <p:cxnSp>
        <p:nvCxnSpPr>
          <p:cNvPr id="55" name="Straight Connector 54">
            <a:extLst>
              <a:ext uri="{FF2B5EF4-FFF2-40B4-BE49-F238E27FC236}">
                <a16:creationId xmlns:a16="http://schemas.microsoft.com/office/drawing/2014/main" id="{082F3E46-AE07-5AF4-B34D-99FE00F96607}"/>
              </a:ext>
            </a:extLst>
          </p:cNvPr>
          <p:cNvCxnSpPr>
            <a:cxnSpLocks/>
          </p:cNvCxnSpPr>
          <p:nvPr/>
        </p:nvCxnSpPr>
        <p:spPr>
          <a:xfrm flipV="1">
            <a:off x="4038168" y="5504735"/>
            <a:ext cx="623804" cy="504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6" name="Flowchart: Document 1076">
            <a:extLst>
              <a:ext uri="{FF2B5EF4-FFF2-40B4-BE49-F238E27FC236}">
                <a16:creationId xmlns:a16="http://schemas.microsoft.com/office/drawing/2014/main" id="{D6AC4776-3617-E60A-AC7A-BCA89FCE0662}"/>
              </a:ext>
            </a:extLst>
          </p:cNvPr>
          <p:cNvSpPr/>
          <p:nvPr/>
        </p:nvSpPr>
        <p:spPr>
          <a:xfrm>
            <a:off x="1295929" y="6101451"/>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Capgemini </a:t>
            </a:r>
            <a:r>
              <a:rPr lang="en-GB" sz="600" b="1" noProof="0">
                <a:solidFill>
                  <a:prstClr val="black"/>
                </a:solidFill>
                <a:latin typeface="Verdana"/>
              </a:rPr>
              <a:t>r</a:t>
            </a:r>
            <a:r>
              <a:rPr kumimoji="0" lang="en-GB" sz="600" b="1" i="0" u="none" strike="noStrike" kern="1200" cap="none" spc="0" normalizeH="0" baseline="0" noProof="0">
                <a:ln>
                  <a:noFill/>
                </a:ln>
                <a:solidFill>
                  <a:prstClr val="black"/>
                </a:solidFill>
                <a:effectLst/>
                <a:uLnTx/>
                <a:uFillTx/>
                <a:latin typeface="Verdana"/>
                <a:ea typeface="+mn-ea"/>
                <a:cs typeface="+mn-cs"/>
              </a:rPr>
              <a:t>equest to validated Payout date</a:t>
            </a:r>
          </a:p>
        </p:txBody>
      </p:sp>
      <p:cxnSp>
        <p:nvCxnSpPr>
          <p:cNvPr id="57" name="Connector: Elbow 1066">
            <a:extLst>
              <a:ext uri="{FF2B5EF4-FFF2-40B4-BE49-F238E27FC236}">
                <a16:creationId xmlns:a16="http://schemas.microsoft.com/office/drawing/2014/main" id="{BADBA380-0F0D-8425-D057-2F051A584EE1}"/>
              </a:ext>
            </a:extLst>
          </p:cNvPr>
          <p:cNvCxnSpPr>
            <a:cxnSpLocks/>
            <a:stCxn id="56" idx="0"/>
            <a:endCxn id="47" idx="2"/>
          </p:cNvCxnSpPr>
          <p:nvPr/>
        </p:nvCxnSpPr>
        <p:spPr>
          <a:xfrm rot="5400000" flipH="1" flipV="1">
            <a:off x="1502370" y="5968965"/>
            <a:ext cx="262865" cy="2109"/>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Flowchart: Document 1076">
            <a:extLst>
              <a:ext uri="{FF2B5EF4-FFF2-40B4-BE49-F238E27FC236}">
                <a16:creationId xmlns:a16="http://schemas.microsoft.com/office/drawing/2014/main" id="{9EC400FD-1E8B-D501-F3BF-A4CFA4D55928}"/>
              </a:ext>
            </a:extLst>
          </p:cNvPr>
          <p:cNvSpPr/>
          <p:nvPr/>
        </p:nvSpPr>
        <p:spPr>
          <a:xfrm>
            <a:off x="1370046" y="3361838"/>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Sales raises request to modify agreement</a:t>
            </a:r>
          </a:p>
        </p:txBody>
      </p:sp>
      <p:sp>
        <p:nvSpPr>
          <p:cNvPr id="59" name="Flowchart: Document 1076">
            <a:extLst>
              <a:ext uri="{FF2B5EF4-FFF2-40B4-BE49-F238E27FC236}">
                <a16:creationId xmlns:a16="http://schemas.microsoft.com/office/drawing/2014/main" id="{6E6FB37B-05AD-5095-2F38-6C3F10B63F4B}"/>
              </a:ext>
            </a:extLst>
          </p:cNvPr>
          <p:cNvSpPr/>
          <p:nvPr/>
        </p:nvSpPr>
        <p:spPr>
          <a:xfrm>
            <a:off x="2395043" y="3358076"/>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ServiceNow</a:t>
            </a:r>
          </a:p>
        </p:txBody>
      </p:sp>
      <p:cxnSp>
        <p:nvCxnSpPr>
          <p:cNvPr id="60" name="Connector: Elbow 1080">
            <a:extLst>
              <a:ext uri="{FF2B5EF4-FFF2-40B4-BE49-F238E27FC236}">
                <a16:creationId xmlns:a16="http://schemas.microsoft.com/office/drawing/2014/main" id="{9C530E70-26B2-A8A2-322E-3D80A0C17086}"/>
              </a:ext>
            </a:extLst>
          </p:cNvPr>
          <p:cNvCxnSpPr>
            <a:cxnSpLocks/>
            <a:stCxn id="58" idx="3"/>
            <a:endCxn id="59" idx="1"/>
          </p:cNvCxnSpPr>
          <p:nvPr/>
        </p:nvCxnSpPr>
        <p:spPr>
          <a:xfrm flipV="1">
            <a:off x="2043683" y="3541532"/>
            <a:ext cx="351360" cy="376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1081">
            <a:extLst>
              <a:ext uri="{FF2B5EF4-FFF2-40B4-BE49-F238E27FC236}">
                <a16:creationId xmlns:a16="http://schemas.microsoft.com/office/drawing/2014/main" id="{FB45416D-1841-A622-B33F-CC593594EBAC}"/>
              </a:ext>
            </a:extLst>
          </p:cNvPr>
          <p:cNvCxnSpPr>
            <a:cxnSpLocks/>
            <a:stCxn id="59" idx="3"/>
            <a:endCxn id="11" idx="1"/>
          </p:cNvCxnSpPr>
          <p:nvPr/>
        </p:nvCxnSpPr>
        <p:spPr>
          <a:xfrm flipV="1">
            <a:off x="3068680" y="2826959"/>
            <a:ext cx="521566" cy="714573"/>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ZoneTexte 40">
            <a:extLst>
              <a:ext uri="{FF2B5EF4-FFF2-40B4-BE49-F238E27FC236}">
                <a16:creationId xmlns:a16="http://schemas.microsoft.com/office/drawing/2014/main" id="{F1823CA4-96D6-1782-BAD4-22B525E63BD7}"/>
              </a:ext>
            </a:extLst>
          </p:cNvPr>
          <p:cNvSpPr txBox="1"/>
          <p:nvPr/>
        </p:nvSpPr>
        <p:spPr>
          <a:xfrm>
            <a:off x="4298339" y="5663116"/>
            <a:ext cx="1095512"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latin typeface="Verdana"/>
              </a:rPr>
              <a:t>Gather CN approval</a:t>
            </a:r>
          </a:p>
          <a:p>
            <a:pPr algn="ctr" defTabSz="685115">
              <a:defRPr/>
            </a:pPr>
            <a:r>
              <a:rPr lang="en-GB" sz="675" noProof="0">
                <a:latin typeface="Verdana"/>
              </a:rPr>
              <a:t>(get approval in case out of def. threshold)</a:t>
            </a:r>
          </a:p>
        </p:txBody>
      </p:sp>
      <p:grpSp>
        <p:nvGrpSpPr>
          <p:cNvPr id="63" name="Group 62">
            <a:extLst>
              <a:ext uri="{FF2B5EF4-FFF2-40B4-BE49-F238E27FC236}">
                <a16:creationId xmlns:a16="http://schemas.microsoft.com/office/drawing/2014/main" id="{8B7DE295-D2F3-27EE-5259-B432B31B059B}"/>
              </a:ext>
            </a:extLst>
          </p:cNvPr>
          <p:cNvGrpSpPr/>
          <p:nvPr/>
        </p:nvGrpSpPr>
        <p:grpSpPr>
          <a:xfrm>
            <a:off x="4661972" y="5346354"/>
            <a:ext cx="316762" cy="316762"/>
            <a:chOff x="3904884" y="4179013"/>
            <a:chExt cx="720000" cy="720000"/>
          </a:xfrm>
        </p:grpSpPr>
        <p:sp>
          <p:nvSpPr>
            <p:cNvPr id="64" name="Oval 63">
              <a:extLst>
                <a:ext uri="{FF2B5EF4-FFF2-40B4-BE49-F238E27FC236}">
                  <a16:creationId xmlns:a16="http://schemas.microsoft.com/office/drawing/2014/main" id="{507D1C24-B488-BD7E-A424-F562594DAA2E}"/>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65" name="Picture 64">
              <a:extLst>
                <a:ext uri="{FF2B5EF4-FFF2-40B4-BE49-F238E27FC236}">
                  <a16:creationId xmlns:a16="http://schemas.microsoft.com/office/drawing/2014/main" id="{D9A5B5A6-8155-3FC9-8BCF-6B56E743553D}"/>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66" name="ZoneTexte 40">
            <a:extLst>
              <a:ext uri="{FF2B5EF4-FFF2-40B4-BE49-F238E27FC236}">
                <a16:creationId xmlns:a16="http://schemas.microsoft.com/office/drawing/2014/main" id="{56D8EB83-2479-807C-9887-26C5A32C0DDD}"/>
              </a:ext>
            </a:extLst>
          </p:cNvPr>
          <p:cNvSpPr txBox="1"/>
          <p:nvPr/>
        </p:nvSpPr>
        <p:spPr>
          <a:xfrm>
            <a:off x="3485857" y="5023099"/>
            <a:ext cx="844507"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Create/upload</a:t>
            </a:r>
            <a:br>
              <a:rPr lang="en-GB" sz="675" noProof="0">
                <a:solidFill>
                  <a:prstClr val="black"/>
                </a:solidFill>
                <a:latin typeface="Verdana"/>
              </a:rPr>
            </a:br>
            <a:r>
              <a:rPr lang="en-GB" sz="675" noProof="0">
                <a:solidFill>
                  <a:prstClr val="black"/>
                </a:solidFill>
                <a:latin typeface="Verdana"/>
              </a:rPr>
              <a:t>Settlement</a:t>
            </a:r>
          </a:p>
        </p:txBody>
      </p:sp>
      <p:grpSp>
        <p:nvGrpSpPr>
          <p:cNvPr id="67" name="Group 66">
            <a:extLst>
              <a:ext uri="{FF2B5EF4-FFF2-40B4-BE49-F238E27FC236}">
                <a16:creationId xmlns:a16="http://schemas.microsoft.com/office/drawing/2014/main" id="{55E2A598-B147-CF83-7B28-EECFD238BF6F}"/>
              </a:ext>
            </a:extLst>
          </p:cNvPr>
          <p:cNvGrpSpPr/>
          <p:nvPr/>
        </p:nvGrpSpPr>
        <p:grpSpPr>
          <a:xfrm>
            <a:off x="5616208" y="5340328"/>
            <a:ext cx="316762" cy="316762"/>
            <a:chOff x="3904884" y="4179013"/>
            <a:chExt cx="720000" cy="720000"/>
          </a:xfrm>
        </p:grpSpPr>
        <p:sp>
          <p:nvSpPr>
            <p:cNvPr id="68" name="Oval 67">
              <a:extLst>
                <a:ext uri="{FF2B5EF4-FFF2-40B4-BE49-F238E27FC236}">
                  <a16:creationId xmlns:a16="http://schemas.microsoft.com/office/drawing/2014/main" id="{CC77882E-2184-E7F3-C417-936363CBF9A1}"/>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69" name="Picture 68">
              <a:extLst>
                <a:ext uri="{FF2B5EF4-FFF2-40B4-BE49-F238E27FC236}">
                  <a16:creationId xmlns:a16="http://schemas.microsoft.com/office/drawing/2014/main" id="{5B169900-D683-D4EB-8CB4-DF9FA65C912F}"/>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70" name="ZoneTexte 40">
            <a:extLst>
              <a:ext uri="{FF2B5EF4-FFF2-40B4-BE49-F238E27FC236}">
                <a16:creationId xmlns:a16="http://schemas.microsoft.com/office/drawing/2014/main" id="{F199BAC8-97C0-3860-4C15-7E4EBB92D840}"/>
              </a:ext>
            </a:extLst>
          </p:cNvPr>
          <p:cNvSpPr txBox="1"/>
          <p:nvPr/>
        </p:nvSpPr>
        <p:spPr>
          <a:xfrm>
            <a:off x="5458876" y="5660833"/>
            <a:ext cx="712561"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 Credit Note</a:t>
            </a:r>
          </a:p>
        </p:txBody>
      </p:sp>
      <p:cxnSp>
        <p:nvCxnSpPr>
          <p:cNvPr id="71" name="Straight Connector 70">
            <a:extLst>
              <a:ext uri="{FF2B5EF4-FFF2-40B4-BE49-F238E27FC236}">
                <a16:creationId xmlns:a16="http://schemas.microsoft.com/office/drawing/2014/main" id="{3ECFDC1D-45B5-B790-2520-82205FF1AA57}"/>
              </a:ext>
            </a:extLst>
          </p:cNvPr>
          <p:cNvCxnSpPr>
            <a:cxnSpLocks/>
          </p:cNvCxnSpPr>
          <p:nvPr/>
        </p:nvCxnSpPr>
        <p:spPr>
          <a:xfrm flipV="1">
            <a:off x="4978734" y="5498709"/>
            <a:ext cx="637474" cy="6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37A92F97-1414-AE41-C539-321F7D839768}"/>
              </a:ext>
            </a:extLst>
          </p:cNvPr>
          <p:cNvGrpSpPr/>
          <p:nvPr/>
        </p:nvGrpSpPr>
        <p:grpSpPr>
          <a:xfrm>
            <a:off x="6994596" y="5841674"/>
            <a:ext cx="316762" cy="316762"/>
            <a:chOff x="3904884" y="4179013"/>
            <a:chExt cx="720000" cy="720000"/>
          </a:xfrm>
        </p:grpSpPr>
        <p:sp>
          <p:nvSpPr>
            <p:cNvPr id="73" name="Oval 72">
              <a:extLst>
                <a:ext uri="{FF2B5EF4-FFF2-40B4-BE49-F238E27FC236}">
                  <a16:creationId xmlns:a16="http://schemas.microsoft.com/office/drawing/2014/main" id="{0C03C604-BF03-BA3D-26F2-882E42293C5B}"/>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74" name="Picture 73">
              <a:extLst>
                <a:ext uri="{FF2B5EF4-FFF2-40B4-BE49-F238E27FC236}">
                  <a16:creationId xmlns:a16="http://schemas.microsoft.com/office/drawing/2014/main" id="{5D8411B5-2227-C821-A601-FEBA82F111DC}"/>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75" name="ZoneTexte 40">
            <a:extLst>
              <a:ext uri="{FF2B5EF4-FFF2-40B4-BE49-F238E27FC236}">
                <a16:creationId xmlns:a16="http://schemas.microsoft.com/office/drawing/2014/main" id="{DFEBACFE-B7C3-C9A9-301A-3376EA02BA5B}"/>
              </a:ext>
            </a:extLst>
          </p:cNvPr>
          <p:cNvSpPr txBox="1"/>
          <p:nvPr/>
        </p:nvSpPr>
        <p:spPr>
          <a:xfrm>
            <a:off x="6337858" y="6135280"/>
            <a:ext cx="1537678"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Communicate to customer/Sales and AR team </a:t>
            </a:r>
            <a:br>
              <a:rPr lang="en-GB" sz="675" noProof="0">
                <a:solidFill>
                  <a:prstClr val="black"/>
                </a:solidFill>
                <a:latin typeface="Verdana"/>
              </a:rPr>
            </a:br>
            <a:endParaRPr lang="en-GB" sz="675" noProof="0">
              <a:solidFill>
                <a:srgbClr val="FF304D"/>
              </a:solidFill>
              <a:latin typeface="Verdana"/>
            </a:endParaRPr>
          </a:p>
        </p:txBody>
      </p:sp>
      <p:cxnSp>
        <p:nvCxnSpPr>
          <p:cNvPr id="76" name="Straight Connector 75">
            <a:extLst>
              <a:ext uri="{FF2B5EF4-FFF2-40B4-BE49-F238E27FC236}">
                <a16:creationId xmlns:a16="http://schemas.microsoft.com/office/drawing/2014/main" id="{442DDDD6-F14A-FD73-0E51-04E70FA7990D}"/>
              </a:ext>
            </a:extLst>
          </p:cNvPr>
          <p:cNvCxnSpPr>
            <a:cxnSpLocks/>
            <a:stCxn id="68" idx="6"/>
            <a:endCxn id="77" idx="2"/>
          </p:cNvCxnSpPr>
          <p:nvPr/>
        </p:nvCxnSpPr>
        <p:spPr>
          <a:xfrm flipV="1">
            <a:off x="5932970" y="5494560"/>
            <a:ext cx="1056090" cy="4149"/>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7" name="Oval 76">
            <a:extLst>
              <a:ext uri="{FF2B5EF4-FFF2-40B4-BE49-F238E27FC236}">
                <a16:creationId xmlns:a16="http://schemas.microsoft.com/office/drawing/2014/main" id="{8D39DCE0-0D5A-D409-7023-342C5EC32988}"/>
              </a:ext>
            </a:extLst>
          </p:cNvPr>
          <p:cNvSpPr/>
          <p:nvPr/>
        </p:nvSpPr>
        <p:spPr>
          <a:xfrm>
            <a:off x="6989060" y="5332560"/>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78" name="ZoneTexte 40">
            <a:extLst>
              <a:ext uri="{FF2B5EF4-FFF2-40B4-BE49-F238E27FC236}">
                <a16:creationId xmlns:a16="http://schemas.microsoft.com/office/drawing/2014/main" id="{222443CA-1877-2B2D-F2D6-0C3EB97DDB3D}"/>
              </a:ext>
            </a:extLst>
          </p:cNvPr>
          <p:cNvSpPr txBox="1"/>
          <p:nvPr/>
        </p:nvSpPr>
        <p:spPr>
          <a:xfrm>
            <a:off x="7313060" y="5329963"/>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Credit Note created</a:t>
            </a:r>
          </a:p>
        </p:txBody>
      </p:sp>
      <p:cxnSp>
        <p:nvCxnSpPr>
          <p:cNvPr id="79" name="Straight Connector 78">
            <a:extLst>
              <a:ext uri="{FF2B5EF4-FFF2-40B4-BE49-F238E27FC236}">
                <a16:creationId xmlns:a16="http://schemas.microsoft.com/office/drawing/2014/main" id="{71DDA509-C35A-2431-3DEE-AA87A79CDF4E}"/>
              </a:ext>
            </a:extLst>
          </p:cNvPr>
          <p:cNvCxnSpPr>
            <a:cxnSpLocks/>
            <a:stCxn id="77" idx="4"/>
          </p:cNvCxnSpPr>
          <p:nvPr/>
        </p:nvCxnSpPr>
        <p:spPr>
          <a:xfrm>
            <a:off x="7151060" y="5656560"/>
            <a:ext cx="4774" cy="340161"/>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A74C9616-F86A-D315-F323-B604D44024C7}"/>
              </a:ext>
            </a:extLst>
          </p:cNvPr>
          <p:cNvGrpSpPr/>
          <p:nvPr/>
        </p:nvGrpSpPr>
        <p:grpSpPr>
          <a:xfrm>
            <a:off x="7321462" y="3335554"/>
            <a:ext cx="316762" cy="316762"/>
            <a:chOff x="3904884" y="4179013"/>
            <a:chExt cx="720000" cy="720000"/>
          </a:xfrm>
        </p:grpSpPr>
        <p:sp>
          <p:nvSpPr>
            <p:cNvPr id="81" name="Oval 80">
              <a:extLst>
                <a:ext uri="{FF2B5EF4-FFF2-40B4-BE49-F238E27FC236}">
                  <a16:creationId xmlns:a16="http://schemas.microsoft.com/office/drawing/2014/main" id="{2A82483F-19C7-7E81-1FCC-A842EFC6D441}"/>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82" name="Picture 81">
              <a:extLst>
                <a:ext uri="{FF2B5EF4-FFF2-40B4-BE49-F238E27FC236}">
                  <a16:creationId xmlns:a16="http://schemas.microsoft.com/office/drawing/2014/main" id="{040B5218-DC5B-1147-FE49-8A4EE88ED9C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83" name="ZoneTexte 40">
            <a:extLst>
              <a:ext uri="{FF2B5EF4-FFF2-40B4-BE49-F238E27FC236}">
                <a16:creationId xmlns:a16="http://schemas.microsoft.com/office/drawing/2014/main" id="{567F352D-23EE-B9B0-8EDA-C5770422E1FB}"/>
              </a:ext>
            </a:extLst>
          </p:cNvPr>
          <p:cNvSpPr txBox="1"/>
          <p:nvPr/>
        </p:nvSpPr>
        <p:spPr>
          <a:xfrm>
            <a:off x="6812928" y="3638785"/>
            <a:ext cx="14005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Communicate to customer/Sales &amp; AR team</a:t>
            </a:r>
            <a:endParaRPr lang="en-GB" sz="675" noProof="0">
              <a:solidFill>
                <a:srgbClr val="FF304D"/>
              </a:solidFill>
              <a:latin typeface="Verdana"/>
            </a:endParaRPr>
          </a:p>
        </p:txBody>
      </p:sp>
      <p:cxnSp>
        <p:nvCxnSpPr>
          <p:cNvPr id="84" name="Straight Connector 83">
            <a:extLst>
              <a:ext uri="{FF2B5EF4-FFF2-40B4-BE49-F238E27FC236}">
                <a16:creationId xmlns:a16="http://schemas.microsoft.com/office/drawing/2014/main" id="{8BDF23C8-15EC-CF78-AC57-4373BBB96EE8}"/>
              </a:ext>
            </a:extLst>
          </p:cNvPr>
          <p:cNvCxnSpPr>
            <a:cxnSpLocks/>
            <a:stCxn id="45" idx="4"/>
          </p:cNvCxnSpPr>
          <p:nvPr/>
        </p:nvCxnSpPr>
        <p:spPr>
          <a:xfrm>
            <a:off x="7475060" y="3046591"/>
            <a:ext cx="4783" cy="28896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99F0C937-8E08-51B5-ADBC-8A760176D8A9}"/>
              </a:ext>
            </a:extLst>
          </p:cNvPr>
          <p:cNvSpPr/>
          <p:nvPr/>
        </p:nvSpPr>
        <p:spPr>
          <a:xfrm>
            <a:off x="5219321" y="1811711"/>
            <a:ext cx="126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Service Agreement</a:t>
            </a:r>
          </a:p>
        </p:txBody>
      </p:sp>
      <p:sp>
        <p:nvSpPr>
          <p:cNvPr id="86" name="Rectangle 85">
            <a:extLst>
              <a:ext uri="{FF2B5EF4-FFF2-40B4-BE49-F238E27FC236}">
                <a16:creationId xmlns:a16="http://schemas.microsoft.com/office/drawing/2014/main" id="{601D0E53-2E73-68BF-C3C8-75B39235E7EA}"/>
              </a:ext>
            </a:extLst>
          </p:cNvPr>
          <p:cNvSpPr/>
          <p:nvPr/>
        </p:nvSpPr>
        <p:spPr>
          <a:xfrm>
            <a:off x="5143320" y="4711788"/>
            <a:ext cx="108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Rebates Payout</a:t>
            </a:r>
          </a:p>
        </p:txBody>
      </p:sp>
      <p:sp>
        <p:nvSpPr>
          <p:cNvPr id="87" name="Rectangle 86">
            <a:extLst>
              <a:ext uri="{FF2B5EF4-FFF2-40B4-BE49-F238E27FC236}">
                <a16:creationId xmlns:a16="http://schemas.microsoft.com/office/drawing/2014/main" id="{43F10EE4-923E-9475-71EA-FC9B20F3546F}"/>
              </a:ext>
            </a:extLst>
          </p:cNvPr>
          <p:cNvSpPr/>
          <p:nvPr/>
        </p:nvSpPr>
        <p:spPr>
          <a:xfrm>
            <a:off x="2349408" y="264418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sp>
        <p:nvSpPr>
          <p:cNvPr id="88" name="Rectangle 87">
            <a:extLst>
              <a:ext uri="{FF2B5EF4-FFF2-40B4-BE49-F238E27FC236}">
                <a16:creationId xmlns:a16="http://schemas.microsoft.com/office/drawing/2014/main" id="{D46313C0-A85D-DC6E-F319-56C48A4140D8}"/>
              </a:ext>
            </a:extLst>
          </p:cNvPr>
          <p:cNvSpPr/>
          <p:nvPr/>
        </p:nvSpPr>
        <p:spPr>
          <a:xfrm>
            <a:off x="2349408" y="525403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grpSp>
        <p:nvGrpSpPr>
          <p:cNvPr id="89" name="Group 88">
            <a:extLst>
              <a:ext uri="{FF2B5EF4-FFF2-40B4-BE49-F238E27FC236}">
                <a16:creationId xmlns:a16="http://schemas.microsoft.com/office/drawing/2014/main" id="{3A92B29D-F2CC-8327-A275-C0AEDC7B5A59}"/>
              </a:ext>
            </a:extLst>
          </p:cNvPr>
          <p:cNvGrpSpPr/>
          <p:nvPr/>
        </p:nvGrpSpPr>
        <p:grpSpPr>
          <a:xfrm>
            <a:off x="3716524" y="3617042"/>
            <a:ext cx="316762" cy="316762"/>
            <a:chOff x="3904884" y="4179013"/>
            <a:chExt cx="720000" cy="720000"/>
          </a:xfrm>
        </p:grpSpPr>
        <p:sp>
          <p:nvSpPr>
            <p:cNvPr id="90" name="Oval 89">
              <a:extLst>
                <a:ext uri="{FF2B5EF4-FFF2-40B4-BE49-F238E27FC236}">
                  <a16:creationId xmlns:a16="http://schemas.microsoft.com/office/drawing/2014/main" id="{4C5D4F18-A045-3C51-9914-8EDB6A53C54E}"/>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91" name="Picture 90">
              <a:extLst>
                <a:ext uri="{FF2B5EF4-FFF2-40B4-BE49-F238E27FC236}">
                  <a16:creationId xmlns:a16="http://schemas.microsoft.com/office/drawing/2014/main" id="{32BBBF0D-851D-2C78-2185-065AE2F23695}"/>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92" name="ZoneTexte 40">
            <a:extLst>
              <a:ext uri="{FF2B5EF4-FFF2-40B4-BE49-F238E27FC236}">
                <a16:creationId xmlns:a16="http://schemas.microsoft.com/office/drawing/2014/main" id="{A753F950-5229-8F81-51AA-9DC0659A680C}"/>
              </a:ext>
            </a:extLst>
          </p:cNvPr>
          <p:cNvSpPr txBox="1"/>
          <p:nvPr/>
        </p:nvSpPr>
        <p:spPr>
          <a:xfrm>
            <a:off x="3558858" y="3304137"/>
            <a:ext cx="632094"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latin typeface="Verdana"/>
              </a:rPr>
              <a:t>Language Translation</a:t>
            </a:r>
          </a:p>
        </p:txBody>
      </p:sp>
      <p:cxnSp>
        <p:nvCxnSpPr>
          <p:cNvPr id="93" name="Straight Connector 92">
            <a:extLst>
              <a:ext uri="{FF2B5EF4-FFF2-40B4-BE49-F238E27FC236}">
                <a16:creationId xmlns:a16="http://schemas.microsoft.com/office/drawing/2014/main" id="{044E5005-0FCE-AE65-931F-D33B41F16304}"/>
              </a:ext>
            </a:extLst>
          </p:cNvPr>
          <p:cNvCxnSpPr>
            <a:cxnSpLocks/>
          </p:cNvCxnSpPr>
          <p:nvPr/>
        </p:nvCxnSpPr>
        <p:spPr>
          <a:xfrm>
            <a:off x="3872464" y="3073545"/>
            <a:ext cx="0" cy="23059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77EE914-04F0-3512-7947-036B87D41D99}"/>
              </a:ext>
            </a:extLst>
          </p:cNvPr>
          <p:cNvCxnSpPr>
            <a:cxnSpLocks/>
            <a:endCxn id="45" idx="2"/>
          </p:cNvCxnSpPr>
          <p:nvPr/>
        </p:nvCxnSpPr>
        <p:spPr>
          <a:xfrm flipV="1">
            <a:off x="6654620" y="2884591"/>
            <a:ext cx="658440" cy="169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95" name="Group 94">
            <a:extLst>
              <a:ext uri="{FF2B5EF4-FFF2-40B4-BE49-F238E27FC236}">
                <a16:creationId xmlns:a16="http://schemas.microsoft.com/office/drawing/2014/main" id="{87992CAB-2BA4-465C-71CB-8DF24EE397A1}"/>
              </a:ext>
            </a:extLst>
          </p:cNvPr>
          <p:cNvGrpSpPr/>
          <p:nvPr/>
        </p:nvGrpSpPr>
        <p:grpSpPr>
          <a:xfrm>
            <a:off x="5379290" y="2187851"/>
            <a:ext cx="316762" cy="316762"/>
            <a:chOff x="3904884" y="4179013"/>
            <a:chExt cx="720000" cy="720000"/>
          </a:xfrm>
        </p:grpSpPr>
        <p:sp>
          <p:nvSpPr>
            <p:cNvPr id="96" name="Oval 95">
              <a:extLst>
                <a:ext uri="{FF2B5EF4-FFF2-40B4-BE49-F238E27FC236}">
                  <a16:creationId xmlns:a16="http://schemas.microsoft.com/office/drawing/2014/main" id="{47AF41EA-6510-AD18-01E0-CEC61DE27CEA}"/>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97" name="Picture 96">
              <a:extLst>
                <a:ext uri="{FF2B5EF4-FFF2-40B4-BE49-F238E27FC236}">
                  <a16:creationId xmlns:a16="http://schemas.microsoft.com/office/drawing/2014/main" id="{005754FD-BC90-BD5F-DCC3-DC6B954F089F}"/>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98" name="ZoneTexte 40">
            <a:extLst>
              <a:ext uri="{FF2B5EF4-FFF2-40B4-BE49-F238E27FC236}">
                <a16:creationId xmlns:a16="http://schemas.microsoft.com/office/drawing/2014/main" id="{3D5DD285-8634-7F7B-004E-1364ABA3E71B}"/>
              </a:ext>
            </a:extLst>
          </p:cNvPr>
          <p:cNvSpPr txBox="1"/>
          <p:nvPr/>
        </p:nvSpPr>
        <p:spPr>
          <a:xfrm>
            <a:off x="5645382" y="2072565"/>
            <a:ext cx="8372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Gather approval if needed</a:t>
            </a:r>
          </a:p>
        </p:txBody>
      </p:sp>
      <p:cxnSp>
        <p:nvCxnSpPr>
          <p:cNvPr id="99" name="Straight Connector 98">
            <a:extLst>
              <a:ext uri="{FF2B5EF4-FFF2-40B4-BE49-F238E27FC236}">
                <a16:creationId xmlns:a16="http://schemas.microsoft.com/office/drawing/2014/main" id="{E1FBD5E6-9699-170C-05F5-60323F11BBD6}"/>
              </a:ext>
            </a:extLst>
          </p:cNvPr>
          <p:cNvCxnSpPr>
            <a:cxnSpLocks/>
          </p:cNvCxnSpPr>
          <p:nvPr/>
        </p:nvCxnSpPr>
        <p:spPr>
          <a:xfrm flipH="1" flipV="1">
            <a:off x="5537671" y="2504613"/>
            <a:ext cx="2857" cy="231814"/>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225C35B1-1CF2-FBD7-CC49-014C5577526F}"/>
              </a:ext>
            </a:extLst>
          </p:cNvPr>
          <p:cNvCxnSpPr>
            <a:cxnSpLocks/>
          </p:cNvCxnSpPr>
          <p:nvPr/>
        </p:nvCxnSpPr>
        <p:spPr>
          <a:xfrm flipH="1">
            <a:off x="4927168" y="2346232"/>
            <a:ext cx="452122"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01" name="Picture 100" descr="A person with short dark hair&#10;&#10;AI-generated content may be incorrect.">
            <a:extLst>
              <a:ext uri="{FF2B5EF4-FFF2-40B4-BE49-F238E27FC236}">
                <a16:creationId xmlns:a16="http://schemas.microsoft.com/office/drawing/2014/main" id="{0021D1A7-7E49-F90D-DB17-2DBDC5DF554F}"/>
              </a:ext>
            </a:extLst>
          </p:cNvPr>
          <p:cNvPicPr>
            <a:picLocks noChangeAspect="1"/>
          </p:cNvPicPr>
          <p:nvPr/>
        </p:nvPicPr>
        <p:blipFill>
          <a:blip r:embed="rId4"/>
          <a:stretch/>
        </p:blipFill>
        <p:spPr>
          <a:xfrm>
            <a:off x="3436651" y="1568644"/>
            <a:ext cx="621792" cy="621792"/>
          </a:xfrm>
          <a:prstGeom prst="roundRect">
            <a:avLst/>
          </a:prstGeom>
        </p:spPr>
      </p:pic>
      <p:sp>
        <p:nvSpPr>
          <p:cNvPr id="102" name="TextBox 101">
            <a:extLst>
              <a:ext uri="{FF2B5EF4-FFF2-40B4-BE49-F238E27FC236}">
                <a16:creationId xmlns:a16="http://schemas.microsoft.com/office/drawing/2014/main" id="{04C833AA-286C-8F8D-530E-86D5E9F45B3A}"/>
              </a:ext>
            </a:extLst>
          </p:cNvPr>
          <p:cNvSpPr txBox="1"/>
          <p:nvPr/>
        </p:nvSpPr>
        <p:spPr>
          <a:xfrm>
            <a:off x="2929202" y="5005736"/>
            <a:ext cx="604981" cy="2308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Agent2</a:t>
            </a:r>
            <a:endParaRPr lang="en-GB" sz="900" i="1" noProof="0"/>
          </a:p>
        </p:txBody>
      </p:sp>
      <p:pic>
        <p:nvPicPr>
          <p:cNvPr id="103" name="Picture 102">
            <a:extLst>
              <a:ext uri="{FF2B5EF4-FFF2-40B4-BE49-F238E27FC236}">
                <a16:creationId xmlns:a16="http://schemas.microsoft.com/office/drawing/2014/main" id="{0210CDC0-FCAD-FFE1-360A-6E107D5B729B}"/>
              </a:ext>
            </a:extLst>
          </p:cNvPr>
          <p:cNvPicPr>
            <a:picLocks noChangeAspect="1"/>
          </p:cNvPicPr>
          <p:nvPr/>
        </p:nvPicPr>
        <p:blipFill>
          <a:blip r:embed="rId5"/>
          <a:stretch/>
        </p:blipFill>
        <p:spPr>
          <a:xfrm>
            <a:off x="3165496" y="4397628"/>
            <a:ext cx="621792" cy="621792"/>
          </a:xfrm>
          <a:prstGeom prst="roundRect">
            <a:avLst/>
          </a:prstGeom>
        </p:spPr>
      </p:pic>
      <p:sp>
        <p:nvSpPr>
          <p:cNvPr id="104" name="TextBox 103">
            <a:extLst>
              <a:ext uri="{FF2B5EF4-FFF2-40B4-BE49-F238E27FC236}">
                <a16:creationId xmlns:a16="http://schemas.microsoft.com/office/drawing/2014/main" id="{ABD92D18-EE38-C703-7778-99C9A5EBACF4}"/>
              </a:ext>
            </a:extLst>
          </p:cNvPr>
          <p:cNvSpPr txBox="1"/>
          <p:nvPr/>
        </p:nvSpPr>
        <p:spPr>
          <a:xfrm>
            <a:off x="2942637" y="2355964"/>
            <a:ext cx="604981" cy="2308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Agent1</a:t>
            </a:r>
            <a:endParaRPr lang="en-GB" sz="900" i="1" noProof="0"/>
          </a:p>
        </p:txBody>
      </p:sp>
      <p:sp>
        <p:nvSpPr>
          <p:cNvPr id="105" name="Rectangle 104">
            <a:extLst>
              <a:ext uri="{FF2B5EF4-FFF2-40B4-BE49-F238E27FC236}">
                <a16:creationId xmlns:a16="http://schemas.microsoft.com/office/drawing/2014/main" id="{A1FA938B-5BAE-7333-8B7B-3798006B886E}"/>
              </a:ext>
            </a:extLst>
          </p:cNvPr>
          <p:cNvSpPr/>
          <p:nvPr/>
        </p:nvSpPr>
        <p:spPr>
          <a:xfrm>
            <a:off x="10077023" y="1866141"/>
            <a:ext cx="2182451" cy="3999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GB" sz="1050" noProof="0">
                <a:solidFill>
                  <a:schemeClr val="tx1"/>
                </a:solidFill>
              </a:rPr>
              <a:t>Interaction (customer, third- party or internal teams)</a:t>
            </a:r>
          </a:p>
        </p:txBody>
      </p:sp>
      <p:grpSp>
        <p:nvGrpSpPr>
          <p:cNvPr id="106" name="Group 105">
            <a:extLst>
              <a:ext uri="{FF2B5EF4-FFF2-40B4-BE49-F238E27FC236}">
                <a16:creationId xmlns:a16="http://schemas.microsoft.com/office/drawing/2014/main" id="{CBF2E396-343E-1ED9-B2A3-DE874CA8BDAF}"/>
              </a:ext>
            </a:extLst>
          </p:cNvPr>
          <p:cNvGrpSpPr/>
          <p:nvPr/>
        </p:nvGrpSpPr>
        <p:grpSpPr>
          <a:xfrm>
            <a:off x="9672078" y="1907730"/>
            <a:ext cx="316762" cy="316762"/>
            <a:chOff x="3904884" y="4179013"/>
            <a:chExt cx="720000" cy="720000"/>
          </a:xfrm>
        </p:grpSpPr>
        <p:sp>
          <p:nvSpPr>
            <p:cNvPr id="107" name="Oval 106">
              <a:extLst>
                <a:ext uri="{FF2B5EF4-FFF2-40B4-BE49-F238E27FC236}">
                  <a16:creationId xmlns:a16="http://schemas.microsoft.com/office/drawing/2014/main" id="{1BEA5A9F-0CE6-D268-1530-B2D99C9AA518}"/>
                </a:ext>
              </a:extLst>
            </p:cNvPr>
            <p:cNvSpPr/>
            <p:nvPr/>
          </p:nvSpPr>
          <p:spPr>
            <a:xfrm>
              <a:off x="3904884" y="4179013"/>
              <a:ext cx="720000" cy="720000"/>
            </a:xfrm>
            <a:prstGeom prst="ellipse">
              <a:avLst/>
            </a:prstGeom>
            <a:solidFill>
              <a:schemeClr val="bg1">
                <a:lumMod val="95000"/>
              </a:schemeClr>
            </a:solidFill>
            <a:ln w="19050" cap="flat" cmpd="sng" algn="ctr">
              <a:solidFill>
                <a:srgbClr val="FF8E1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endParaRPr>
            </a:p>
          </p:txBody>
        </p:sp>
        <p:pic>
          <p:nvPicPr>
            <p:cNvPr id="108" name="Picture 107">
              <a:extLst>
                <a:ext uri="{FF2B5EF4-FFF2-40B4-BE49-F238E27FC236}">
                  <a16:creationId xmlns:a16="http://schemas.microsoft.com/office/drawing/2014/main" id="{697E63A2-E1C1-F6F0-10ED-EB977399E93A}"/>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09" name="Rectangle 108">
            <a:extLst>
              <a:ext uri="{FF2B5EF4-FFF2-40B4-BE49-F238E27FC236}">
                <a16:creationId xmlns:a16="http://schemas.microsoft.com/office/drawing/2014/main" id="{548BFFA8-BE1A-9BB2-93BA-866F1A173C17}"/>
              </a:ext>
            </a:extLst>
          </p:cNvPr>
          <p:cNvSpPr/>
          <p:nvPr/>
        </p:nvSpPr>
        <p:spPr>
          <a:xfrm>
            <a:off x="10077023" y="2309934"/>
            <a:ext cx="2182451" cy="399941"/>
          </a:xfrm>
          <a:prstGeom prst="rect">
            <a:avLst/>
          </a:prstGeom>
          <a:noFill/>
          <a:ln w="9525" cap="flat" cmpd="sng" algn="ctr">
            <a:noFill/>
            <a:prstDash val="solid"/>
            <a:miter lim="800000"/>
          </a:ln>
          <a:effectLst/>
          <a:extLst>
            <a:ext uri="{909E8E84-426E-40DD-AFC4-6F175D3DCCD1}">
              <a14:hiddenFill xmlns:a14="http://schemas.microsoft.com/office/drawing/2010/main">
                <a:solidFill>
                  <a:schemeClr val="bg1">
                    <a:lumMod val="95000"/>
                  </a:schemeClr>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ea typeface="+mn-ea"/>
                <a:cs typeface="+mn-cs"/>
              </a:rPr>
              <a:t>Agent interacting only with systems not with humans</a:t>
            </a:r>
          </a:p>
        </p:txBody>
      </p:sp>
      <p:grpSp>
        <p:nvGrpSpPr>
          <p:cNvPr id="110" name="Group 109">
            <a:extLst>
              <a:ext uri="{FF2B5EF4-FFF2-40B4-BE49-F238E27FC236}">
                <a16:creationId xmlns:a16="http://schemas.microsoft.com/office/drawing/2014/main" id="{45462EB2-F75A-CF0C-9681-571A3825BD3A}"/>
              </a:ext>
            </a:extLst>
          </p:cNvPr>
          <p:cNvGrpSpPr/>
          <p:nvPr/>
        </p:nvGrpSpPr>
        <p:grpSpPr>
          <a:xfrm>
            <a:off x="9672078" y="2351523"/>
            <a:ext cx="316762" cy="316762"/>
            <a:chOff x="3904884" y="4179013"/>
            <a:chExt cx="720000" cy="720000"/>
          </a:xfrm>
        </p:grpSpPr>
        <p:sp>
          <p:nvSpPr>
            <p:cNvPr id="111" name="Oval 110">
              <a:extLst>
                <a:ext uri="{FF2B5EF4-FFF2-40B4-BE49-F238E27FC236}">
                  <a16:creationId xmlns:a16="http://schemas.microsoft.com/office/drawing/2014/main" id="{C98025B4-6950-AEA0-BEEA-2782FC2A016F}"/>
                </a:ext>
              </a:extLst>
            </p:cNvPr>
            <p:cNvSpPr/>
            <p:nvPr/>
          </p:nvSpPr>
          <p:spPr>
            <a:xfrm>
              <a:off x="3904884" y="4179013"/>
              <a:ext cx="720000" cy="720000"/>
            </a:xfrm>
            <a:prstGeom prst="ellipse">
              <a:avLst/>
            </a:prstGeom>
            <a:solidFill>
              <a:srgbClr val="FFFFFF">
                <a:lumMod val="95000"/>
              </a:srgbClr>
            </a:solidFill>
            <a:ln w="9525" cap="flat" cmpd="sng" algn="ctr">
              <a:solidFill>
                <a:srgbClr val="ECECEC">
                  <a:lumMod val="9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black"/>
                </a:solidFill>
                <a:effectLst/>
                <a:uLnTx/>
                <a:uFillTx/>
                <a:ea typeface="+mn-ea"/>
                <a:cs typeface="+mn-cs"/>
              </a:endParaRPr>
            </a:p>
          </p:txBody>
        </p:sp>
        <p:pic>
          <p:nvPicPr>
            <p:cNvPr id="112" name="Picture 111">
              <a:extLst>
                <a:ext uri="{FF2B5EF4-FFF2-40B4-BE49-F238E27FC236}">
                  <a16:creationId xmlns:a16="http://schemas.microsoft.com/office/drawing/2014/main" id="{DC413086-7DE6-DC1E-E5A6-D93D31E49890}"/>
                </a:ext>
              </a:extLst>
            </p:cNvPr>
            <p:cNvPicPr>
              <a:picLocks noChangeAspect="1"/>
            </p:cNvPicPr>
            <p:nvPr/>
          </p:nvPicPr>
          <p:blipFill>
            <a:blip r:embed="rId3"/>
            <a:stretch>
              <a:fillRect/>
            </a:stretch>
          </p:blipFill>
          <p:spPr>
            <a:xfrm>
              <a:off x="3954068" y="4189228"/>
              <a:ext cx="634621" cy="634621"/>
            </a:xfrm>
            <a:prstGeom prst="rect">
              <a:avLst/>
            </a:prstGeom>
          </p:spPr>
        </p:pic>
      </p:grpSp>
    </p:spTree>
    <p:extLst>
      <p:ext uri="{BB962C8B-B14F-4D97-AF65-F5344CB8AC3E}">
        <p14:creationId xmlns:p14="http://schemas.microsoft.com/office/powerpoint/2010/main" val="2946189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7D2478-0CE1-75B7-CBC4-12408C2B4FB8}"/>
              </a:ext>
            </a:extLst>
          </p:cNvPr>
          <p:cNvSpPr>
            <a:spLocks noGrp="1"/>
          </p:cNvSpPr>
          <p:nvPr>
            <p:ph type="sldNum" sz="quarter" idx="12"/>
          </p:nvPr>
        </p:nvSpPr>
        <p:spPr>
          <a:xfrm>
            <a:off x="11720758" y="6427316"/>
            <a:ext cx="232665" cy="123111"/>
          </a:xfrm>
        </p:spPr>
        <p:txBody>
          <a:bodyPr/>
          <a:lstStyle/>
          <a:p>
            <a:pPr algn="r"/>
            <a:fld id="{5D9A5160-6218-4E5A-B9E6-B93E3DAE377C}" type="slidenum">
              <a:rPr lang="en-US" smtClean="0"/>
              <a:pPr algn="r"/>
              <a:t>4</a:t>
            </a:fld>
            <a:endParaRPr lang="en-US"/>
          </a:p>
        </p:txBody>
      </p:sp>
      <p:sp>
        <p:nvSpPr>
          <p:cNvPr id="5" name="Title 4">
            <a:extLst>
              <a:ext uri="{FF2B5EF4-FFF2-40B4-BE49-F238E27FC236}">
                <a16:creationId xmlns:a16="http://schemas.microsoft.com/office/drawing/2014/main" id="{DFA8D951-D978-7E73-98AC-60005C9C2E14}"/>
              </a:ext>
            </a:extLst>
          </p:cNvPr>
          <p:cNvSpPr>
            <a:spLocks noGrp="1"/>
          </p:cNvSpPr>
          <p:nvPr>
            <p:ph type="title"/>
          </p:nvPr>
        </p:nvSpPr>
        <p:spPr/>
        <p:txBody>
          <a:bodyPr/>
          <a:lstStyle/>
          <a:p>
            <a:r>
              <a:rPr lang="en-US"/>
              <a:t>Technical Solution</a:t>
            </a:r>
          </a:p>
        </p:txBody>
      </p:sp>
      <p:sp>
        <p:nvSpPr>
          <p:cNvPr id="6" name="TextBox 5">
            <a:extLst>
              <a:ext uri="{FF2B5EF4-FFF2-40B4-BE49-F238E27FC236}">
                <a16:creationId xmlns:a16="http://schemas.microsoft.com/office/drawing/2014/main" id="{E6BB4061-8A1B-5EB2-94A6-FEEF050F190D}"/>
              </a:ext>
            </a:extLst>
          </p:cNvPr>
          <p:cNvSpPr txBox="1"/>
          <p:nvPr/>
        </p:nvSpPr>
        <p:spPr>
          <a:xfrm>
            <a:off x="451721" y="1315319"/>
            <a:ext cx="11145028" cy="309958"/>
          </a:xfrm>
          <a:prstGeom prst="rect">
            <a:avLst/>
          </a:prstGeom>
          <a:noFill/>
        </p:spPr>
        <p:txBody>
          <a:bodyPr vert="horz" wrap="square" lIns="90000" tIns="46800" rIns="90000" bIns="46800" rtlCol="0" anchor="ctr">
            <a:spAutoFit/>
          </a:bodyPr>
          <a:lstStyle/>
          <a:p>
            <a:pPr algn="l">
              <a:spcBef>
                <a:spcPct val="0"/>
              </a:spcBef>
            </a:pPr>
            <a:r>
              <a:rPr lang="en-US" sz="1400">
                <a:solidFill>
                  <a:schemeClr val="tx2"/>
                </a:solidFill>
                <a:highlight>
                  <a:srgbClr val="FFFF00"/>
                </a:highlight>
              </a:rPr>
              <a:t>Provide a Diagram with the Technical components of the solution and the key Microsoft components that will be used</a:t>
            </a:r>
          </a:p>
        </p:txBody>
      </p:sp>
      <p:sp>
        <p:nvSpPr>
          <p:cNvPr id="16" name="Rounded Rectangle 16">
            <a:extLst>
              <a:ext uri="{FF2B5EF4-FFF2-40B4-BE49-F238E27FC236}">
                <a16:creationId xmlns:a16="http://schemas.microsoft.com/office/drawing/2014/main" id="{ADE6283E-BF7C-6D70-85CE-C945269B8AA0}"/>
              </a:ext>
            </a:extLst>
          </p:cNvPr>
          <p:cNvSpPr/>
          <p:nvPr/>
        </p:nvSpPr>
        <p:spPr>
          <a:xfrm>
            <a:off x="10210800" y="1841770"/>
            <a:ext cx="1676400" cy="212063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7" name="Rectangle 16">
            <a:extLst>
              <a:ext uri="{FF2B5EF4-FFF2-40B4-BE49-F238E27FC236}">
                <a16:creationId xmlns:a16="http://schemas.microsoft.com/office/drawing/2014/main" id="{571FD420-8E7B-0CB8-E454-5D9587C40C40}"/>
              </a:ext>
            </a:extLst>
          </p:cNvPr>
          <p:cNvSpPr/>
          <p:nvPr/>
        </p:nvSpPr>
        <p:spPr>
          <a:xfrm>
            <a:off x="9324384" y="2086059"/>
            <a:ext cx="2562816" cy="242217"/>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 name="TextBox 17">
            <a:extLst>
              <a:ext uri="{FF2B5EF4-FFF2-40B4-BE49-F238E27FC236}">
                <a16:creationId xmlns:a16="http://schemas.microsoft.com/office/drawing/2014/main" id="{09D395F4-7C2A-1E15-3009-B1E322836C26}"/>
              </a:ext>
            </a:extLst>
          </p:cNvPr>
          <p:cNvSpPr txBox="1"/>
          <p:nvPr/>
        </p:nvSpPr>
        <p:spPr>
          <a:xfrm>
            <a:off x="9349124" y="2049853"/>
            <a:ext cx="100730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technologies</a:t>
            </a:r>
          </a:p>
        </p:txBody>
      </p:sp>
      <p:sp>
        <p:nvSpPr>
          <p:cNvPr id="21" name="TextBox 20">
            <a:extLst>
              <a:ext uri="{FF2B5EF4-FFF2-40B4-BE49-F238E27FC236}">
                <a16:creationId xmlns:a16="http://schemas.microsoft.com/office/drawing/2014/main" id="{5A916AD3-09F3-7D33-29F2-28FB8C3EFBF5}"/>
              </a:ext>
            </a:extLst>
          </p:cNvPr>
          <p:cNvSpPr txBox="1"/>
          <p:nvPr/>
        </p:nvSpPr>
        <p:spPr>
          <a:xfrm>
            <a:off x="9448800" y="2476448"/>
            <a:ext cx="2209800" cy="1358352"/>
          </a:xfrm>
          <a:prstGeom prst="rect">
            <a:avLst/>
          </a:prstGeom>
          <a:noFill/>
        </p:spPr>
        <p:txBody>
          <a:bodyPr vert="horz" wrap="square" lIns="90000" tIns="46800" rIns="90000" bIns="46800" rtlCol="0" anchor="t">
            <a:noAutofit/>
          </a:bodyPr>
          <a:lstStyle/>
          <a:p>
            <a:pPr marL="285750" indent="-285750" algn="l">
              <a:spcBef>
                <a:spcPct val="0"/>
              </a:spcBef>
              <a:buFont typeface="Arial" panose="020B0604020202020204" pitchFamily="34" charset="0"/>
              <a:buChar char="•"/>
            </a:pPr>
            <a:r>
              <a:rPr lang="en-US" sz="1400">
                <a:highlight>
                  <a:srgbClr val="FFFF00"/>
                </a:highlight>
              </a:rPr>
              <a:t>GitHub Copilot</a:t>
            </a:r>
          </a:p>
          <a:p>
            <a:pPr marL="285750" indent="-285750" algn="l">
              <a:spcBef>
                <a:spcPct val="0"/>
              </a:spcBef>
              <a:buFont typeface="Arial" panose="020B0604020202020204" pitchFamily="34" charset="0"/>
              <a:buChar char="•"/>
            </a:pPr>
            <a:r>
              <a:rPr lang="en-US" sz="1400">
                <a:highlight>
                  <a:srgbClr val="FFFF00"/>
                </a:highlight>
              </a:rPr>
              <a:t>Microsoft Foundry</a:t>
            </a:r>
          </a:p>
          <a:p>
            <a:pPr marL="285750" indent="-285750" algn="l">
              <a:spcBef>
                <a:spcPct val="0"/>
              </a:spcBef>
              <a:buFont typeface="Arial" panose="020B0604020202020204" pitchFamily="34" charset="0"/>
              <a:buChar char="•"/>
            </a:pPr>
            <a:r>
              <a:rPr lang="en-US" sz="1400">
                <a:highlight>
                  <a:srgbClr val="FFFF00"/>
                </a:highlight>
              </a:rPr>
              <a:t>Microsoft Fabric</a:t>
            </a:r>
          </a:p>
          <a:p>
            <a:pPr marL="285750" indent="-285750" algn="l">
              <a:spcBef>
                <a:spcPct val="0"/>
              </a:spcBef>
              <a:buFont typeface="Arial" panose="020B0604020202020204" pitchFamily="34" charset="0"/>
              <a:buChar char="•"/>
            </a:pPr>
            <a:r>
              <a:rPr lang="en-US" sz="1400">
                <a:highlight>
                  <a:srgbClr val="FFFF00"/>
                </a:highlight>
              </a:rPr>
              <a:t>M365 Copilot</a:t>
            </a:r>
          </a:p>
          <a:p>
            <a:pPr marL="285750" indent="-285750" algn="l">
              <a:spcBef>
                <a:spcPct val="0"/>
              </a:spcBef>
              <a:buFont typeface="Arial" panose="020B0604020202020204" pitchFamily="34" charset="0"/>
              <a:buChar char="•"/>
            </a:pPr>
            <a:r>
              <a:rPr lang="en-US" sz="1400">
                <a:highlight>
                  <a:srgbClr val="FFFF00"/>
                </a:highlight>
              </a:rPr>
              <a:t>Copilot Studio</a:t>
            </a:r>
          </a:p>
          <a:p>
            <a:pPr marL="285750" indent="-285750" algn="l">
              <a:spcBef>
                <a:spcPct val="0"/>
              </a:spcBef>
              <a:buFont typeface="Arial" panose="020B0604020202020204" pitchFamily="34" charset="0"/>
              <a:buChar char="•"/>
            </a:pPr>
            <a:r>
              <a:rPr lang="en-US" sz="1400">
                <a:highlight>
                  <a:srgbClr val="FFFF00"/>
                </a:highlight>
              </a:rPr>
              <a:t>D365 Copilot</a:t>
            </a:r>
          </a:p>
        </p:txBody>
      </p:sp>
      <p:pic>
        <p:nvPicPr>
          <p:cNvPr id="2" name="Picture 1" descr="A diagram of a service management process&#10;&#10;AI-generated content may be incorrect.">
            <a:extLst>
              <a:ext uri="{FF2B5EF4-FFF2-40B4-BE49-F238E27FC236}">
                <a16:creationId xmlns:a16="http://schemas.microsoft.com/office/drawing/2014/main" id="{58A5796B-1A3D-1D3E-C5D5-176BB95728C2}"/>
              </a:ext>
            </a:extLst>
          </p:cNvPr>
          <p:cNvPicPr>
            <a:picLocks noChangeAspect="1"/>
          </p:cNvPicPr>
          <p:nvPr/>
        </p:nvPicPr>
        <p:blipFill>
          <a:blip r:embed="rId2"/>
          <a:stretch>
            <a:fillRect/>
          </a:stretch>
        </p:blipFill>
        <p:spPr>
          <a:xfrm>
            <a:off x="0" y="1625277"/>
            <a:ext cx="8378949" cy="5141401"/>
          </a:xfrm>
          <a:prstGeom prst="rect">
            <a:avLst/>
          </a:prstGeom>
        </p:spPr>
      </p:pic>
    </p:spTree>
    <p:extLst>
      <p:ext uri="{BB962C8B-B14F-4D97-AF65-F5344CB8AC3E}">
        <p14:creationId xmlns:p14="http://schemas.microsoft.com/office/powerpoint/2010/main" val="3657648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417C8-9DC8-DC53-E1AB-36B713DAD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8180A-08A9-77BB-892B-EAD50ADCB617}"/>
              </a:ext>
            </a:extLst>
          </p:cNvPr>
          <p:cNvSpPr>
            <a:spLocks noGrp="1"/>
          </p:cNvSpPr>
          <p:nvPr>
            <p:ph type="title"/>
          </p:nvPr>
        </p:nvSpPr>
        <p:spPr>
          <a:xfrm>
            <a:off x="4057499" y="138501"/>
            <a:ext cx="7792161" cy="1090577"/>
          </a:xfrm>
        </p:spPr>
        <p:txBody>
          <a:bodyPr/>
          <a:lstStyle/>
          <a:p>
            <a:pPr fontAlgn="base"/>
            <a:br>
              <a:rPr lang="en-IN"/>
            </a:br>
            <a:br>
              <a:rPr lang="en-IN"/>
            </a:br>
            <a:r>
              <a:rPr lang="en-IN"/>
              <a:t>  Business Case Proposal – Medical AI      Assistant</a:t>
            </a:r>
            <a:endParaRPr lang="en-US"/>
          </a:p>
        </p:txBody>
      </p:sp>
      <p:sp>
        <p:nvSpPr>
          <p:cNvPr id="3" name="Rounded Rectangle 2">
            <a:extLst>
              <a:ext uri="{FF2B5EF4-FFF2-40B4-BE49-F238E27FC236}">
                <a16:creationId xmlns:a16="http://schemas.microsoft.com/office/drawing/2014/main" id="{AD302E24-8DBE-2AC7-27B4-80AF96401941}"/>
              </a:ext>
            </a:extLst>
          </p:cNvPr>
          <p:cNvSpPr/>
          <p:nvPr/>
        </p:nvSpPr>
        <p:spPr>
          <a:xfrm>
            <a:off x="3544770" y="1409701"/>
            <a:ext cx="8182720" cy="51816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4" name="Rectangle 3">
            <a:extLst>
              <a:ext uri="{FF2B5EF4-FFF2-40B4-BE49-F238E27FC236}">
                <a16:creationId xmlns:a16="http://schemas.microsoft.com/office/drawing/2014/main" id="{B0C83741-63CA-03D3-DB1F-178724DB93C2}"/>
              </a:ext>
            </a:extLst>
          </p:cNvPr>
          <p:cNvSpPr/>
          <p:nvPr/>
        </p:nvSpPr>
        <p:spPr>
          <a:xfrm>
            <a:off x="3700875" y="1539691"/>
            <a:ext cx="5852160" cy="219990"/>
          </a:xfrm>
          <a:prstGeom prst="rect">
            <a:avLst/>
          </a:prstGeom>
          <a:gradFill flip="none" rotWithShape="1">
            <a:gsLst>
              <a:gs pos="0">
                <a:schemeClr val="bg1">
                  <a:lumMod val="95000"/>
                </a:schemeClr>
              </a:gs>
              <a:gs pos="74000">
                <a:schemeClr val="accent1">
                  <a:lumMod val="45000"/>
                  <a:lumOff val="55000"/>
                </a:schemeClr>
              </a:gs>
              <a:gs pos="83000">
                <a:schemeClr val="accent1">
                  <a:lumMod val="60000"/>
                  <a:lumOff val="40000"/>
                </a:schemeClr>
              </a:gs>
              <a:gs pos="100000">
                <a:schemeClr val="tx2"/>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 name="TextBox 4">
            <a:extLst>
              <a:ext uri="{FF2B5EF4-FFF2-40B4-BE49-F238E27FC236}">
                <a16:creationId xmlns:a16="http://schemas.microsoft.com/office/drawing/2014/main" id="{933DF499-9FA7-4289-B993-3A3112127636}"/>
              </a:ext>
            </a:extLst>
          </p:cNvPr>
          <p:cNvSpPr txBox="1"/>
          <p:nvPr/>
        </p:nvSpPr>
        <p:spPr>
          <a:xfrm>
            <a:off x="3725208" y="1517790"/>
            <a:ext cx="1186841"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BUSINESS CASE</a:t>
            </a:r>
          </a:p>
        </p:txBody>
      </p:sp>
      <p:sp>
        <p:nvSpPr>
          <p:cNvPr id="7" name="Rounded Rectangle 6">
            <a:extLst>
              <a:ext uri="{FF2B5EF4-FFF2-40B4-BE49-F238E27FC236}">
                <a16:creationId xmlns:a16="http://schemas.microsoft.com/office/drawing/2014/main" id="{9B4DC1EB-B79B-E7B1-B561-512C16AF6DC3}"/>
              </a:ext>
            </a:extLst>
          </p:cNvPr>
          <p:cNvSpPr/>
          <p:nvPr/>
        </p:nvSpPr>
        <p:spPr>
          <a:xfrm>
            <a:off x="3800996" y="1817123"/>
            <a:ext cx="3742803"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1" name="TextBox 10">
            <a:extLst>
              <a:ext uri="{FF2B5EF4-FFF2-40B4-BE49-F238E27FC236}">
                <a16:creationId xmlns:a16="http://schemas.microsoft.com/office/drawing/2014/main" id="{5A4FA0AF-D0FA-476C-FB79-B5531644745E}"/>
              </a:ext>
            </a:extLst>
          </p:cNvPr>
          <p:cNvSpPr txBox="1"/>
          <p:nvPr/>
        </p:nvSpPr>
        <p:spPr>
          <a:xfrm>
            <a:off x="4057499" y="1793610"/>
            <a:ext cx="1061807" cy="263791"/>
          </a:xfrm>
          <a:prstGeom prst="rect">
            <a:avLst/>
          </a:prstGeom>
          <a:noFill/>
        </p:spPr>
        <p:txBody>
          <a:bodyPr vert="horz" wrap="none" lIns="90000" tIns="46800" rIns="90000" bIns="46800" rtlCol="0" anchor="ctr">
            <a:spAutoFit/>
          </a:bodyPr>
          <a:lstStyle/>
          <a:p>
            <a:pPr algn="l">
              <a:spcBef>
                <a:spcPct val="0"/>
              </a:spcBef>
            </a:pPr>
            <a:r>
              <a:rPr lang="en-US" sz="1100"/>
              <a:t>Current Costs</a:t>
            </a:r>
          </a:p>
        </p:txBody>
      </p:sp>
      <p:sp>
        <p:nvSpPr>
          <p:cNvPr id="13" name="TextBox 12">
            <a:extLst>
              <a:ext uri="{FF2B5EF4-FFF2-40B4-BE49-F238E27FC236}">
                <a16:creationId xmlns:a16="http://schemas.microsoft.com/office/drawing/2014/main" id="{5372F71A-9E26-9BCA-1983-79414CAC2982}"/>
              </a:ext>
            </a:extLst>
          </p:cNvPr>
          <p:cNvSpPr txBox="1"/>
          <p:nvPr/>
        </p:nvSpPr>
        <p:spPr>
          <a:xfrm>
            <a:off x="3800996" y="2121815"/>
            <a:ext cx="3671984" cy="640918"/>
          </a:xfrm>
          <a:prstGeom prst="rect">
            <a:avLst/>
          </a:prstGeom>
          <a:noFill/>
        </p:spPr>
        <p:txBody>
          <a:bodyPr vert="horz" wrap="square" lIns="90000" tIns="46800" rIns="90000" bIns="46800" rtlCol="0" anchor="t">
            <a:noAutofit/>
          </a:bodyPr>
          <a:lstStyle/>
          <a:p>
            <a:pPr marL="171450" indent="-171450">
              <a:spcBef>
                <a:spcPct val="0"/>
              </a:spcBef>
              <a:buFont typeface="Arial" panose="020B0604020202020204" pitchFamily="34" charset="0"/>
              <a:buChar char="•"/>
            </a:pPr>
            <a:r>
              <a:rPr lang="en-US" sz="900"/>
              <a:t>High operational workload due to extensive documentation and administrative tasks</a:t>
            </a:r>
          </a:p>
          <a:p>
            <a:pPr marL="171450" indent="-171450">
              <a:spcBef>
                <a:spcPct val="0"/>
              </a:spcBef>
              <a:buFont typeface="Arial" panose="020B0604020202020204" pitchFamily="34" charset="0"/>
              <a:buChar char="•"/>
            </a:pPr>
            <a:r>
              <a:rPr lang="en-US" sz="900"/>
              <a:t>Strong dependency on support staff (₹15–20 Lakhs/year)</a:t>
            </a:r>
          </a:p>
          <a:p>
            <a:pPr marL="171450" indent="-171450">
              <a:spcBef>
                <a:spcPct val="0"/>
              </a:spcBef>
              <a:buFont typeface="Arial" panose="020B0604020202020204" pitchFamily="34" charset="0"/>
              <a:buChar char="•"/>
            </a:pPr>
            <a:r>
              <a:rPr lang="en-US" sz="900"/>
              <a:t>Slow patient processing leading to delays and reduced efficiency</a:t>
            </a:r>
            <a:endParaRPr lang="en-US" sz="900" b="1"/>
          </a:p>
        </p:txBody>
      </p:sp>
      <p:sp>
        <p:nvSpPr>
          <p:cNvPr id="14" name="Rounded Rectangle 13">
            <a:extLst>
              <a:ext uri="{FF2B5EF4-FFF2-40B4-BE49-F238E27FC236}">
                <a16:creationId xmlns:a16="http://schemas.microsoft.com/office/drawing/2014/main" id="{7F309A65-3997-B8CD-81BD-84E1763E9A83}"/>
              </a:ext>
            </a:extLst>
          </p:cNvPr>
          <p:cNvSpPr/>
          <p:nvPr/>
        </p:nvSpPr>
        <p:spPr>
          <a:xfrm>
            <a:off x="7894320" y="1816792"/>
            <a:ext cx="36118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FD818BF-2FBD-1EF3-1EC9-5FCE1074DB8C}"/>
              </a:ext>
            </a:extLst>
          </p:cNvPr>
          <p:cNvSpPr txBox="1"/>
          <p:nvPr/>
        </p:nvSpPr>
        <p:spPr>
          <a:xfrm>
            <a:off x="8198046" y="1814901"/>
            <a:ext cx="1178826" cy="263791"/>
          </a:xfrm>
          <a:prstGeom prst="rect">
            <a:avLst/>
          </a:prstGeom>
          <a:noFill/>
        </p:spPr>
        <p:txBody>
          <a:bodyPr vert="horz" wrap="none" lIns="90000" tIns="46800" rIns="90000" bIns="46800" rtlCol="0" anchor="ctr">
            <a:spAutoFit/>
          </a:bodyPr>
          <a:lstStyle/>
          <a:p>
            <a:pPr algn="l">
              <a:spcBef>
                <a:spcPct val="0"/>
              </a:spcBef>
            </a:pPr>
            <a:r>
              <a:rPr lang="en-US" sz="1100"/>
              <a:t>Current Income</a:t>
            </a:r>
          </a:p>
        </p:txBody>
      </p:sp>
      <p:cxnSp>
        <p:nvCxnSpPr>
          <p:cNvPr id="17" name="Straight Connector 16">
            <a:extLst>
              <a:ext uri="{FF2B5EF4-FFF2-40B4-BE49-F238E27FC236}">
                <a16:creationId xmlns:a16="http://schemas.microsoft.com/office/drawing/2014/main" id="{55E94A6E-D470-5747-DF1A-8DDD1C661C37}"/>
              </a:ext>
            </a:extLst>
          </p:cNvPr>
          <p:cNvCxnSpPr>
            <a:cxnSpLocks/>
          </p:cNvCxnSpPr>
          <p:nvPr/>
        </p:nvCxnSpPr>
        <p:spPr>
          <a:xfrm flipH="1">
            <a:off x="7759265" y="2231236"/>
            <a:ext cx="13135" cy="333136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8250910B-988C-35EF-A589-E15DA6F2B02A}"/>
              </a:ext>
            </a:extLst>
          </p:cNvPr>
          <p:cNvSpPr/>
          <p:nvPr/>
        </p:nvSpPr>
        <p:spPr>
          <a:xfrm>
            <a:off x="283666" y="1295401"/>
            <a:ext cx="3170329" cy="54102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7" name="Rectangle 26">
            <a:extLst>
              <a:ext uri="{FF2B5EF4-FFF2-40B4-BE49-F238E27FC236}">
                <a16:creationId xmlns:a16="http://schemas.microsoft.com/office/drawing/2014/main" id="{7E8259DE-A4A0-F4FE-6089-19F3C0E53B2E}"/>
              </a:ext>
            </a:extLst>
          </p:cNvPr>
          <p:cNvSpPr/>
          <p:nvPr/>
        </p:nvSpPr>
        <p:spPr>
          <a:xfrm>
            <a:off x="283666" y="1539691"/>
            <a:ext cx="283464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8" name="TextBox 27">
            <a:extLst>
              <a:ext uri="{FF2B5EF4-FFF2-40B4-BE49-F238E27FC236}">
                <a16:creationId xmlns:a16="http://schemas.microsoft.com/office/drawing/2014/main" id="{E94BEA51-E831-F2BE-7F5D-7EA3C416EDC0}"/>
              </a:ext>
            </a:extLst>
          </p:cNvPr>
          <p:cNvSpPr txBox="1"/>
          <p:nvPr/>
        </p:nvSpPr>
        <p:spPr>
          <a:xfrm>
            <a:off x="308406" y="1503484"/>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30" name="Rounded Rectangle 29">
            <a:extLst>
              <a:ext uri="{FF2B5EF4-FFF2-40B4-BE49-F238E27FC236}">
                <a16:creationId xmlns:a16="http://schemas.microsoft.com/office/drawing/2014/main" id="{520498E2-FA23-DD99-257B-39C1340BE324}"/>
              </a:ext>
            </a:extLst>
          </p:cNvPr>
          <p:cNvSpPr/>
          <p:nvPr/>
        </p:nvSpPr>
        <p:spPr>
          <a:xfrm>
            <a:off x="402419" y="1804222"/>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09C96EC3-7B4F-79D0-3CBE-A54FEE7B6FC5}"/>
              </a:ext>
            </a:extLst>
          </p:cNvPr>
          <p:cNvSpPr txBox="1"/>
          <p:nvPr/>
        </p:nvSpPr>
        <p:spPr>
          <a:xfrm>
            <a:off x="649299" y="1789589"/>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6A3A188B-6A9C-A2F5-73AC-D1DE0C7C801A}"/>
              </a:ext>
            </a:extLst>
          </p:cNvPr>
          <p:cNvSpPr/>
          <p:nvPr/>
        </p:nvSpPr>
        <p:spPr>
          <a:xfrm>
            <a:off x="402419" y="3325038"/>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DB4F5145-CF7F-3122-30FA-42FD48CD7FFA}"/>
              </a:ext>
            </a:extLst>
          </p:cNvPr>
          <p:cNvSpPr txBox="1"/>
          <p:nvPr/>
        </p:nvSpPr>
        <p:spPr>
          <a:xfrm>
            <a:off x="649299" y="3310405"/>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6" name="TextBox 35">
            <a:extLst>
              <a:ext uri="{FF2B5EF4-FFF2-40B4-BE49-F238E27FC236}">
                <a16:creationId xmlns:a16="http://schemas.microsoft.com/office/drawing/2014/main" id="{59981193-D36F-B6C9-3844-14C3987E75C1}"/>
              </a:ext>
            </a:extLst>
          </p:cNvPr>
          <p:cNvSpPr txBox="1"/>
          <p:nvPr/>
        </p:nvSpPr>
        <p:spPr>
          <a:xfrm>
            <a:off x="411412" y="2082646"/>
            <a:ext cx="2494369" cy="1089575"/>
          </a:xfrm>
          <a:prstGeom prst="rect">
            <a:avLst/>
          </a:prstGeom>
          <a:noFill/>
        </p:spPr>
        <p:txBody>
          <a:bodyPr vert="horz" wrap="none" lIns="90000" tIns="46800" rIns="90000" bIns="46800" rtlCol="0" anchor="t">
            <a:noAutofit/>
          </a:bodyPr>
          <a:lstStyle/>
          <a:p>
            <a:pPr marL="171450" indent="-171450">
              <a:spcBef>
                <a:spcPct val="0"/>
              </a:spcBef>
              <a:buFont typeface="Arial" panose="020B0604020202020204" pitchFamily="34" charset="0"/>
              <a:buChar char="•"/>
            </a:pPr>
            <a:r>
              <a:rPr lang="en-US" sz="800"/>
              <a:t>70% faster research cycle time</a:t>
            </a:r>
          </a:p>
          <a:p>
            <a:pPr marL="171450" indent="-171450">
              <a:spcBef>
                <a:spcPct val="0"/>
              </a:spcBef>
              <a:buFont typeface="Arial" panose="020B0604020202020204" pitchFamily="34" charset="0"/>
              <a:buChar char="•"/>
            </a:pPr>
            <a:r>
              <a:rPr lang="en-US" sz="800"/>
              <a:t>20–35% increase in analyst &amp; architect productivity</a:t>
            </a:r>
          </a:p>
          <a:p>
            <a:pPr marL="171450" indent="-171450">
              <a:spcBef>
                <a:spcPct val="0"/>
              </a:spcBef>
              <a:buFont typeface="Arial" panose="020B0604020202020204" pitchFamily="34" charset="0"/>
              <a:buChar char="•"/>
            </a:pPr>
            <a:r>
              <a:rPr lang="en-US" sz="800"/>
              <a:t>25–40% reduction in duplicated internal initiatives</a:t>
            </a:r>
          </a:p>
          <a:p>
            <a:pPr marL="171450" indent="-171450">
              <a:spcBef>
                <a:spcPct val="0"/>
              </a:spcBef>
              <a:buFont typeface="Arial" panose="020B0604020202020204" pitchFamily="34" charset="0"/>
              <a:buChar char="•"/>
            </a:pPr>
            <a:r>
              <a:rPr lang="en-US" sz="800"/>
              <a:t>Higher confidence &amp; traceability in decision‑making</a:t>
            </a:r>
          </a:p>
        </p:txBody>
      </p:sp>
      <p:sp>
        <p:nvSpPr>
          <p:cNvPr id="37" name="TextBox 36">
            <a:extLst>
              <a:ext uri="{FF2B5EF4-FFF2-40B4-BE49-F238E27FC236}">
                <a16:creationId xmlns:a16="http://schemas.microsoft.com/office/drawing/2014/main" id="{EC0EDD4D-8E6B-9DE9-DEC9-92C5D04342C0}"/>
              </a:ext>
            </a:extLst>
          </p:cNvPr>
          <p:cNvSpPr txBox="1"/>
          <p:nvPr/>
        </p:nvSpPr>
        <p:spPr>
          <a:xfrm>
            <a:off x="464510" y="3574196"/>
            <a:ext cx="2755968" cy="2895604"/>
          </a:xfrm>
          <a:prstGeom prst="rect">
            <a:avLst/>
          </a:prstGeom>
          <a:noFill/>
        </p:spPr>
        <p:txBody>
          <a:bodyPr vert="horz" wrap="square" lIns="90000" tIns="46800" rIns="90000" bIns="46800" rtlCol="0" anchor="t">
            <a:noAutofit/>
          </a:bodyPr>
          <a:lstStyle/>
          <a:p>
            <a:pPr marL="171450" indent="-171450">
              <a:spcBef>
                <a:spcPct val="0"/>
              </a:spcBef>
              <a:buFont typeface="Wingdings" panose="05000000000000000000" pitchFamily="2" charset="2"/>
              <a:buChar char="§"/>
            </a:pPr>
            <a:r>
              <a:rPr lang="en-US" sz="1000"/>
              <a:t>Eliminates manual research effort across product, engineering &amp; strategy teams</a:t>
            </a:r>
          </a:p>
          <a:p>
            <a:pPr marL="171450" indent="-171450">
              <a:spcBef>
                <a:spcPct val="0"/>
              </a:spcBef>
              <a:buFont typeface="Wingdings" panose="05000000000000000000" pitchFamily="2" charset="2"/>
              <a:buChar char="§"/>
            </a:pPr>
            <a:r>
              <a:rPr lang="en-US" sz="1000"/>
              <a:t>Prevents rebuilding solutions that already exist internally or externally</a:t>
            </a:r>
          </a:p>
          <a:p>
            <a:pPr marL="171450" indent="-171450">
              <a:spcBef>
                <a:spcPct val="0"/>
              </a:spcBef>
              <a:buFont typeface="Wingdings" panose="05000000000000000000" pitchFamily="2" charset="2"/>
              <a:buChar char="§"/>
            </a:pPr>
            <a:r>
              <a:rPr lang="en-US" sz="1000"/>
              <a:t>Improves competitive intelligence using autonomous multi‑agent discovery</a:t>
            </a:r>
          </a:p>
          <a:p>
            <a:pPr marL="171450" indent="-171450">
              <a:spcBef>
                <a:spcPct val="0"/>
              </a:spcBef>
              <a:buFont typeface="Wingdings" panose="05000000000000000000" pitchFamily="2" charset="2"/>
              <a:buChar char="§"/>
            </a:pPr>
            <a:r>
              <a:rPr lang="en-US" sz="1000"/>
              <a:t>Enhances decision‑making with evidence‑backed insights</a:t>
            </a:r>
          </a:p>
          <a:p>
            <a:pPr marL="171450" indent="-171450">
              <a:spcBef>
                <a:spcPct val="0"/>
              </a:spcBef>
              <a:buFont typeface="Wingdings" panose="05000000000000000000" pitchFamily="2" charset="2"/>
              <a:buChar char="§"/>
            </a:pPr>
            <a:r>
              <a:rPr lang="en-US" sz="1000"/>
              <a:t>Reduces time-to-decision for Build vs Buy vs Partner</a:t>
            </a:r>
          </a:p>
          <a:p>
            <a:pPr marL="171450" indent="-171450">
              <a:spcBef>
                <a:spcPct val="0"/>
              </a:spcBef>
              <a:buFont typeface="Wingdings" panose="05000000000000000000" pitchFamily="2" charset="2"/>
              <a:buChar char="§"/>
            </a:pPr>
            <a:r>
              <a:rPr lang="en-US" sz="1000"/>
              <a:t>Ensures reliable, consistent, and credible information for leadership reviews</a:t>
            </a:r>
          </a:p>
        </p:txBody>
      </p:sp>
      <p:sp>
        <p:nvSpPr>
          <p:cNvPr id="38" name="Rounded Rectangle 37">
            <a:extLst>
              <a:ext uri="{FF2B5EF4-FFF2-40B4-BE49-F238E27FC236}">
                <a16:creationId xmlns:a16="http://schemas.microsoft.com/office/drawing/2014/main" id="{9D54CA7C-223C-1D2C-B8AA-225D3FB0FAC9}"/>
              </a:ext>
            </a:extLst>
          </p:cNvPr>
          <p:cNvSpPr/>
          <p:nvPr/>
        </p:nvSpPr>
        <p:spPr>
          <a:xfrm>
            <a:off x="3800996" y="2946319"/>
            <a:ext cx="3711389"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95DA12D6-43D2-57B2-2D8D-125EDF566114}"/>
              </a:ext>
            </a:extLst>
          </p:cNvPr>
          <p:cNvSpPr txBox="1"/>
          <p:nvPr/>
        </p:nvSpPr>
        <p:spPr>
          <a:xfrm>
            <a:off x="4057499" y="2922806"/>
            <a:ext cx="856623" cy="263791"/>
          </a:xfrm>
          <a:prstGeom prst="rect">
            <a:avLst/>
          </a:prstGeom>
          <a:noFill/>
        </p:spPr>
        <p:txBody>
          <a:bodyPr vert="horz" wrap="none" lIns="90000" tIns="46800" rIns="90000" bIns="46800" rtlCol="0" anchor="ctr">
            <a:spAutoFit/>
          </a:bodyPr>
          <a:lstStyle/>
          <a:p>
            <a:pPr algn="l">
              <a:spcBef>
                <a:spcPct val="0"/>
              </a:spcBef>
            </a:pPr>
            <a:r>
              <a:rPr lang="en-US" sz="1100"/>
              <a:t>New Costs</a:t>
            </a:r>
          </a:p>
        </p:txBody>
      </p:sp>
      <p:sp>
        <p:nvSpPr>
          <p:cNvPr id="41" name="Rounded Rectangle 40">
            <a:extLst>
              <a:ext uri="{FF2B5EF4-FFF2-40B4-BE49-F238E27FC236}">
                <a16:creationId xmlns:a16="http://schemas.microsoft.com/office/drawing/2014/main" id="{44256278-A8F0-F9B2-DF76-32CC841EFA79}"/>
              </a:ext>
            </a:extLst>
          </p:cNvPr>
          <p:cNvSpPr/>
          <p:nvPr/>
        </p:nvSpPr>
        <p:spPr>
          <a:xfrm>
            <a:off x="7894320" y="2945988"/>
            <a:ext cx="3533394"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2" name="TextBox 41">
            <a:extLst>
              <a:ext uri="{FF2B5EF4-FFF2-40B4-BE49-F238E27FC236}">
                <a16:creationId xmlns:a16="http://schemas.microsoft.com/office/drawing/2014/main" id="{8D042850-03A7-4AA7-0961-645011D8A038}"/>
              </a:ext>
            </a:extLst>
          </p:cNvPr>
          <p:cNvSpPr txBox="1"/>
          <p:nvPr/>
        </p:nvSpPr>
        <p:spPr>
          <a:xfrm>
            <a:off x="8198046" y="2944097"/>
            <a:ext cx="973641" cy="263791"/>
          </a:xfrm>
          <a:prstGeom prst="rect">
            <a:avLst/>
          </a:prstGeom>
          <a:noFill/>
        </p:spPr>
        <p:txBody>
          <a:bodyPr vert="horz" wrap="none" lIns="90000" tIns="46800" rIns="90000" bIns="46800" rtlCol="0" anchor="ctr">
            <a:spAutoFit/>
          </a:bodyPr>
          <a:lstStyle/>
          <a:p>
            <a:pPr algn="l">
              <a:spcBef>
                <a:spcPct val="0"/>
              </a:spcBef>
            </a:pPr>
            <a:r>
              <a:rPr lang="en-US" sz="1100"/>
              <a:t>New Income</a:t>
            </a:r>
          </a:p>
        </p:txBody>
      </p:sp>
      <p:sp>
        <p:nvSpPr>
          <p:cNvPr id="49" name="TextBox 48">
            <a:extLst>
              <a:ext uri="{FF2B5EF4-FFF2-40B4-BE49-F238E27FC236}">
                <a16:creationId xmlns:a16="http://schemas.microsoft.com/office/drawing/2014/main" id="{5010B932-93FF-0111-7279-156D13AAE372}"/>
              </a:ext>
            </a:extLst>
          </p:cNvPr>
          <p:cNvSpPr txBox="1"/>
          <p:nvPr/>
        </p:nvSpPr>
        <p:spPr>
          <a:xfrm>
            <a:off x="3739304" y="3298169"/>
            <a:ext cx="3124324" cy="759247"/>
          </a:xfrm>
          <a:prstGeom prst="rect">
            <a:avLst/>
          </a:prstGeom>
          <a:noFill/>
        </p:spPr>
        <p:txBody>
          <a:bodyPr vert="horz" wrap="square" lIns="90000" tIns="46800" rIns="90000" bIns="46800" rtlCol="0" anchor="t">
            <a:noAutofit/>
          </a:bodyPr>
          <a:lstStyle/>
          <a:p>
            <a:pPr>
              <a:spcBef>
                <a:spcPct val="0"/>
              </a:spcBef>
            </a:pPr>
            <a:r>
              <a:rPr lang="en-IN" sz="900"/>
              <a:t>Model development &amp; fine‑tuning: ₹8–10 Lakhs</a:t>
            </a:r>
          </a:p>
          <a:p>
            <a:pPr>
              <a:spcBef>
                <a:spcPct val="0"/>
              </a:spcBef>
            </a:pPr>
            <a:r>
              <a:rPr lang="en-IN" sz="900"/>
              <a:t>Azure infrastructure &amp; deployment: ₹5–7 Lakhs/year</a:t>
            </a:r>
          </a:p>
          <a:p>
            <a:pPr>
              <a:spcBef>
                <a:spcPct val="0"/>
              </a:spcBef>
            </a:pPr>
            <a:r>
              <a:rPr lang="en-IN" sz="900"/>
              <a:t>Maintenance &amp; updates: ₹3–5 Lakhs/year</a:t>
            </a:r>
          </a:p>
          <a:p>
            <a:pPr>
              <a:spcBef>
                <a:spcPct val="0"/>
              </a:spcBef>
            </a:pPr>
            <a:r>
              <a:rPr lang="en-IN" sz="900"/>
              <a:t>Total New Cost (Year 1): ₹15–20 Lakhs</a:t>
            </a:r>
            <a:endParaRPr lang="en-US" sz="900"/>
          </a:p>
        </p:txBody>
      </p:sp>
      <p:sp>
        <p:nvSpPr>
          <p:cNvPr id="50" name="TextBox 49">
            <a:extLst>
              <a:ext uri="{FF2B5EF4-FFF2-40B4-BE49-F238E27FC236}">
                <a16:creationId xmlns:a16="http://schemas.microsoft.com/office/drawing/2014/main" id="{60B391CE-B096-0695-F075-4735456DC2EF}"/>
              </a:ext>
            </a:extLst>
          </p:cNvPr>
          <p:cNvSpPr txBox="1"/>
          <p:nvPr/>
        </p:nvSpPr>
        <p:spPr>
          <a:xfrm>
            <a:off x="8000999" y="2178483"/>
            <a:ext cx="2703483" cy="444712"/>
          </a:xfrm>
          <a:prstGeom prst="rect">
            <a:avLst/>
          </a:prstGeom>
          <a:noFill/>
        </p:spPr>
        <p:txBody>
          <a:bodyPr vert="horz" wrap="square" lIns="90000" tIns="46800" rIns="90000" bIns="46800" rtlCol="0" anchor="t">
            <a:noAutofit/>
          </a:bodyPr>
          <a:lstStyle/>
          <a:p>
            <a:pPr marL="171450" indent="-171450">
              <a:spcBef>
                <a:spcPct val="0"/>
              </a:spcBef>
              <a:buFont typeface="Arial" panose="020B0604020202020204" pitchFamily="34" charset="0"/>
              <a:buChar char="•"/>
            </a:pPr>
            <a:r>
              <a:rPr lang="en-US" sz="900"/>
              <a:t>Revenue currently impacted by slow turnaround and inefficiencies</a:t>
            </a:r>
          </a:p>
          <a:p>
            <a:pPr marL="171450" indent="-171450">
              <a:spcBef>
                <a:spcPct val="0"/>
              </a:spcBef>
              <a:buFont typeface="Arial" panose="020B0604020202020204" pitchFamily="34" charset="0"/>
              <a:buChar char="•"/>
            </a:pPr>
            <a:r>
              <a:rPr lang="en-US" sz="900"/>
              <a:t>Estimated annual revenue: ₹1–2 Crores</a:t>
            </a:r>
          </a:p>
        </p:txBody>
      </p:sp>
      <p:sp>
        <p:nvSpPr>
          <p:cNvPr id="51" name="TextBox 50">
            <a:extLst>
              <a:ext uri="{FF2B5EF4-FFF2-40B4-BE49-F238E27FC236}">
                <a16:creationId xmlns:a16="http://schemas.microsoft.com/office/drawing/2014/main" id="{A1C58A5A-7DB6-9A3C-67D2-C148031904F4}"/>
              </a:ext>
            </a:extLst>
          </p:cNvPr>
          <p:cNvSpPr txBox="1"/>
          <p:nvPr/>
        </p:nvSpPr>
        <p:spPr>
          <a:xfrm>
            <a:off x="3860539" y="4485131"/>
            <a:ext cx="3398252" cy="925511"/>
          </a:xfrm>
          <a:prstGeom prst="rect">
            <a:avLst/>
          </a:prstGeom>
          <a:noFill/>
        </p:spPr>
        <p:txBody>
          <a:bodyPr vert="horz" wrap="square" lIns="90000" tIns="46800" rIns="90000" bIns="46800" rtlCol="0" anchor="ctr">
            <a:spAutoFit/>
          </a:bodyPr>
          <a:lstStyle/>
          <a:p>
            <a:pPr algn="ctr">
              <a:spcBef>
                <a:spcPct val="0"/>
              </a:spcBef>
            </a:pPr>
            <a:r>
              <a:rPr lang="en-US" sz="900" b="1"/>
              <a:t>BREAK EVEN:</a:t>
            </a:r>
            <a:r>
              <a:rPr lang="en-US" sz="900"/>
              <a:t> </a:t>
            </a:r>
          </a:p>
          <a:p>
            <a:pPr algn="ctr">
              <a:spcBef>
                <a:spcPct val="0"/>
              </a:spcBef>
            </a:pPr>
            <a:r>
              <a:rPr lang="en-US" sz="900"/>
              <a:t>Time to recover implementation cost: 12–18 months, driven by</a:t>
            </a:r>
          </a:p>
          <a:p>
            <a:pPr algn="ctr">
              <a:spcBef>
                <a:spcPct val="0"/>
              </a:spcBef>
            </a:pPr>
            <a:endParaRPr lang="en-US" sz="900"/>
          </a:p>
          <a:p>
            <a:pPr algn="ctr">
              <a:spcBef>
                <a:spcPct val="0"/>
              </a:spcBef>
            </a:pPr>
            <a:r>
              <a:rPr lang="en-US" sz="900"/>
              <a:t>Reduced admin staffing effort</a:t>
            </a:r>
          </a:p>
          <a:p>
            <a:pPr algn="ctr">
              <a:spcBef>
                <a:spcPct val="0"/>
              </a:spcBef>
            </a:pPr>
            <a:r>
              <a:rPr lang="en-US" sz="900"/>
              <a:t>Faster clinical workflows</a:t>
            </a:r>
          </a:p>
        </p:txBody>
      </p:sp>
      <p:sp>
        <p:nvSpPr>
          <p:cNvPr id="53" name="TextBox 52">
            <a:extLst>
              <a:ext uri="{FF2B5EF4-FFF2-40B4-BE49-F238E27FC236}">
                <a16:creationId xmlns:a16="http://schemas.microsoft.com/office/drawing/2014/main" id="{9A210A51-6CD0-F11A-79BE-CEC3C2CA53B3}"/>
              </a:ext>
            </a:extLst>
          </p:cNvPr>
          <p:cNvSpPr txBox="1"/>
          <p:nvPr/>
        </p:nvSpPr>
        <p:spPr>
          <a:xfrm>
            <a:off x="8006143" y="3287317"/>
            <a:ext cx="3071979" cy="1081521"/>
          </a:xfrm>
          <a:prstGeom prst="rect">
            <a:avLst/>
          </a:prstGeom>
          <a:noFill/>
        </p:spPr>
        <p:txBody>
          <a:bodyPr vert="horz" wrap="square" lIns="90000" tIns="46800" rIns="90000" bIns="46800" rtlCol="0" anchor="t">
            <a:noAutofit/>
          </a:bodyPr>
          <a:lstStyle/>
          <a:p>
            <a:pPr marL="171450" indent="-171450">
              <a:spcBef>
                <a:spcPct val="0"/>
              </a:spcBef>
              <a:buFont typeface="Arial" panose="020B0604020202020204" pitchFamily="34" charset="0"/>
              <a:buChar char="•"/>
            </a:pPr>
            <a:r>
              <a:rPr lang="en-US" sz="900"/>
              <a:t>Increased patient handling capacity</a:t>
            </a:r>
          </a:p>
          <a:p>
            <a:pPr marL="171450" indent="-171450">
              <a:spcBef>
                <a:spcPct val="0"/>
              </a:spcBef>
              <a:buFont typeface="Arial" panose="020B0604020202020204" pitchFamily="34" charset="0"/>
              <a:buChar char="•"/>
            </a:pPr>
            <a:r>
              <a:rPr lang="en-US" sz="900"/>
              <a:t>Faster consultations and improved service quality</a:t>
            </a:r>
          </a:p>
          <a:p>
            <a:pPr marL="171450" indent="-171450">
              <a:spcBef>
                <a:spcPct val="0"/>
              </a:spcBef>
              <a:buFont typeface="Arial" panose="020B0604020202020204" pitchFamily="34" charset="0"/>
              <a:buChar char="•"/>
            </a:pPr>
            <a:r>
              <a:rPr lang="en-US" sz="900"/>
              <a:t>Higher retention due to better experience</a:t>
            </a:r>
          </a:p>
          <a:p>
            <a:pPr marL="171450" indent="-171450">
              <a:spcBef>
                <a:spcPct val="0"/>
              </a:spcBef>
              <a:buFont typeface="Arial" panose="020B0604020202020204" pitchFamily="34" charset="0"/>
              <a:buChar char="•"/>
            </a:pPr>
            <a:r>
              <a:rPr lang="en-US" sz="900"/>
              <a:t>Expected annual revenue increase: +10–20% (₹20–40 Lakhs/year)</a:t>
            </a:r>
          </a:p>
        </p:txBody>
      </p:sp>
      <p:cxnSp>
        <p:nvCxnSpPr>
          <p:cNvPr id="59" name="Straight Connector 58">
            <a:extLst>
              <a:ext uri="{FF2B5EF4-FFF2-40B4-BE49-F238E27FC236}">
                <a16:creationId xmlns:a16="http://schemas.microsoft.com/office/drawing/2014/main" id="{F5FCC555-5619-6160-00C2-32F8DCC53516}"/>
              </a:ext>
            </a:extLst>
          </p:cNvPr>
          <p:cNvCxnSpPr>
            <a:cxnSpLocks/>
          </p:cNvCxnSpPr>
          <p:nvPr/>
        </p:nvCxnSpPr>
        <p:spPr>
          <a:xfrm>
            <a:off x="3825608" y="5715000"/>
            <a:ext cx="7680592"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5F28D58-EC0D-2841-83FE-19B96684F48D}"/>
              </a:ext>
            </a:extLst>
          </p:cNvPr>
          <p:cNvSpPr txBox="1"/>
          <p:nvPr/>
        </p:nvSpPr>
        <p:spPr>
          <a:xfrm>
            <a:off x="3791039" y="5803060"/>
            <a:ext cx="7936451" cy="784830"/>
          </a:xfrm>
          <a:prstGeom prst="rect">
            <a:avLst/>
          </a:prstGeom>
          <a:noFill/>
        </p:spPr>
        <p:txBody>
          <a:bodyPr wrap="square">
            <a:spAutoFit/>
          </a:bodyPr>
          <a:lstStyle/>
          <a:p>
            <a:pPr>
              <a:spcBef>
                <a:spcPct val="0"/>
              </a:spcBef>
              <a:defRPr/>
            </a:pPr>
            <a:r>
              <a:rPr lang="en-US" sz="900" b="1">
                <a:solidFill>
                  <a:srgbClr val="000000"/>
                </a:solidFill>
                <a:latin typeface="Ubuntu"/>
              </a:rPr>
              <a:t>BREAK EVEN: </a:t>
            </a:r>
            <a:r>
              <a:rPr lang="en-US" sz="900">
                <a:solidFill>
                  <a:srgbClr val="000000"/>
                </a:solidFill>
              </a:rPr>
              <a:t>Return on investment achieved within 8–12 months through</a:t>
            </a:r>
            <a:r>
              <a:rPr lang="en-US" sz="900" b="1">
                <a:solidFill>
                  <a:srgbClr val="000000"/>
                </a:solidFill>
              </a:rPr>
              <a:t>:</a:t>
            </a:r>
            <a:br>
              <a:rPr lang="en-US" sz="900"/>
            </a:br>
            <a:r>
              <a:rPr lang="en-US" sz="900"/>
              <a:t>+10–20% increase in patient handling capacity</a:t>
            </a:r>
          </a:p>
          <a:p>
            <a:pPr>
              <a:spcBef>
                <a:spcPct val="0"/>
              </a:spcBef>
              <a:defRPr/>
            </a:pPr>
            <a:r>
              <a:rPr lang="en-US" sz="900"/>
              <a:t>Reduced operating costs from automation</a:t>
            </a:r>
          </a:p>
          <a:p>
            <a:pPr>
              <a:spcBef>
                <a:spcPct val="0"/>
              </a:spcBef>
              <a:defRPr/>
            </a:pPr>
            <a:r>
              <a:rPr lang="en-US" sz="900"/>
              <a:t>Improved service quality leading to higher retention</a:t>
            </a:r>
          </a:p>
          <a:p>
            <a:pPr>
              <a:spcBef>
                <a:spcPct val="0"/>
              </a:spcBef>
              <a:defRPr/>
            </a:pPr>
            <a:r>
              <a:rPr lang="en-US" sz="900"/>
              <a:t>Lower documentation burden for clinicians.</a:t>
            </a:r>
            <a:endParaRPr kumimoji="0" lang="en-US" sz="900" i="0" u="none" strike="noStrike" kern="1200" cap="none" spc="0" normalizeH="0" baseline="0" noProof="0">
              <a:ln>
                <a:noFill/>
              </a:ln>
              <a:solidFill>
                <a:srgbClr val="000000"/>
              </a:solidFill>
              <a:effectLst/>
              <a:uLnTx/>
              <a:uFillTx/>
              <a:latin typeface="Ubuntu"/>
              <a:ea typeface="+mn-ea"/>
              <a:cs typeface="+mn-cs"/>
            </a:endParaRPr>
          </a:p>
        </p:txBody>
      </p:sp>
      <p:sp>
        <p:nvSpPr>
          <p:cNvPr id="119" name="TextBox 118">
            <a:extLst>
              <a:ext uri="{FF2B5EF4-FFF2-40B4-BE49-F238E27FC236}">
                <a16:creationId xmlns:a16="http://schemas.microsoft.com/office/drawing/2014/main" id="{DCB584E6-F3A5-A824-4068-1118526B3E64}"/>
              </a:ext>
            </a:extLst>
          </p:cNvPr>
          <p:cNvSpPr txBox="1"/>
          <p:nvPr/>
        </p:nvSpPr>
        <p:spPr>
          <a:xfrm>
            <a:off x="7972805" y="4559495"/>
            <a:ext cx="3533395" cy="787011"/>
          </a:xfrm>
          <a:prstGeom prst="rect">
            <a:avLst/>
          </a:prstGeom>
          <a:noFill/>
        </p:spPr>
        <p:txBody>
          <a:bodyPr vert="horz" wrap="square" lIns="90000" tIns="46800" rIns="90000" bIns="46800" rtlCol="0" anchor="ctr">
            <a:spAutoFit/>
          </a:bodyPr>
          <a:lstStyle/>
          <a:p>
            <a:pPr algn="ctr">
              <a:spcBef>
                <a:spcPct val="0"/>
              </a:spcBef>
            </a:pPr>
            <a:r>
              <a:rPr lang="en-US" sz="900" b="1"/>
              <a:t>BREAK EVEN:</a:t>
            </a:r>
            <a:br>
              <a:rPr lang="en-US" sz="900"/>
            </a:br>
            <a:r>
              <a:rPr lang="en-US" sz="900"/>
              <a:t>Time to recover via additional revenue: 8–12 months, driven by</a:t>
            </a:r>
          </a:p>
          <a:p>
            <a:pPr algn="ctr">
              <a:spcBef>
                <a:spcPct val="0"/>
              </a:spcBef>
            </a:pPr>
            <a:endParaRPr lang="en-US" sz="900"/>
          </a:p>
          <a:p>
            <a:pPr algn="ctr">
              <a:spcBef>
                <a:spcPct val="0"/>
              </a:spcBef>
            </a:pPr>
            <a:r>
              <a:rPr lang="en-US" sz="900"/>
              <a:t>Higher throughput</a:t>
            </a:r>
          </a:p>
          <a:p>
            <a:pPr algn="ctr">
              <a:spcBef>
                <a:spcPct val="0"/>
              </a:spcBef>
            </a:pPr>
            <a:r>
              <a:rPr lang="en-US" sz="900"/>
              <a:t>Improved service quality</a:t>
            </a:r>
          </a:p>
        </p:txBody>
      </p:sp>
    </p:spTree>
    <p:extLst>
      <p:ext uri="{BB962C8B-B14F-4D97-AF65-F5344CB8AC3E}">
        <p14:creationId xmlns:p14="http://schemas.microsoft.com/office/powerpoint/2010/main" val="175612282"/>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2.xml><?xml version="1.0" encoding="utf-8"?>
<ds:datastoreItem xmlns:ds="http://schemas.openxmlformats.org/officeDocument/2006/customXml" ds:itemID="{B0A0046D-0765-4685-8521-7D1E34B9A377}">
  <ds:schemaRefs>
    <ds:schemaRef ds:uri="289d593b-f9da-44ad-aeed-35e8c5022e75"/>
    <ds:schemaRef ds:uri="71ec4482-8a5f-419e-a3fb-f1ff39837bb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D607314-ACC5-4290-88D8-7E35E9460CB6}">
  <ds:schemaRefs>
    <ds:schemaRef ds:uri="289d593b-f9da-44ad-aeed-35e8c5022e75"/>
    <ds:schemaRef ds:uri="71ec4482-8a5f-419e-a3fb-f1ff39837b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TotalTime>0</TotalTime>
  <Application>Microsoft Office PowerPoint</Application>
  <PresentationFormat>Widescreen</PresentationFormat>
  <Slides>5</Slides>
  <Notes>1</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Capgemini_Bright_2025</vt:lpstr>
      <vt:lpstr>PowerPoint Presentation</vt:lpstr>
      <vt:lpstr>Use Case Scope in the Business Process</vt:lpstr>
      <vt:lpstr>Functional Solution + AI-Human Chemistry</vt:lpstr>
      <vt:lpstr>Technical Solution</vt:lpstr>
      <vt:lpstr>    Business Case Proposal – Medical AI      Assistant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revision>1</cp:revision>
  <dcterms:created xsi:type="dcterms:W3CDTF">2026-02-09T11:16:54Z</dcterms:created>
  <dcterms:modified xsi:type="dcterms:W3CDTF">2026-04-08T09:53:41Z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