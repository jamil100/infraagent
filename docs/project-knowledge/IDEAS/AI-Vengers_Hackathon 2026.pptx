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13"/>
  </p:notesMasterIdLst>
  <p:sldIdLst>
    <p:sldId id="2145706669" r:id="rId5"/>
    <p:sldId id="257" r:id="rId6"/>
    <p:sldId id="2145706676" r:id="rId7"/>
    <p:sldId id="263" r:id="rId8"/>
    <p:sldId id="2145706670" r:id="rId9"/>
    <p:sldId id="2145706672" r:id="rId10"/>
    <p:sldId id="2145706673" r:id="rId11"/>
    <p:sldId id="2145706671" r:id="rId12"/>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145706669"/>
            <p14:sldId id="257"/>
            <p14:sldId id="2145706676"/>
            <p14:sldId id="263"/>
            <p14:sldId id="2145706670"/>
            <p14:sldId id="2145706672"/>
            <p14:sldId id="2145706673"/>
            <p14:sldId id="2145706671"/>
          </p14:sldIdLst>
        </p14:section>
        <p14:section name="Untitled Section" id="{BF9A5F03-27B0-478D-9363-154BCB2578BD}">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C9604C-A4DE-4999-B156-E9B11E5C96F1}" v="2" dt="2026-03-31T05:19:28.5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Sourav" userId="S::sourav.h.kumar@capgemini.com::88d394c9-4539-4d7c-8b72-2c4fc509acd5" providerId="AD" clId="Web-{2945F970-3FA3-4D30-7170-998F36CB39A0}"/>
    <pc:docChg chg="modSld">
      <pc:chgData name="Kumar, Sourav" userId="S::sourav.h.kumar@capgemini.com::88d394c9-4539-4d7c-8b72-2c4fc509acd5" providerId="AD" clId="Web-{2945F970-3FA3-4D30-7170-998F36CB39A0}" dt="2026-04-01T09:32:01.543" v="0" actId="1076"/>
      <pc:docMkLst>
        <pc:docMk/>
      </pc:docMkLst>
      <pc:sldChg chg="modSp">
        <pc:chgData name="Kumar, Sourav" userId="S::sourav.h.kumar@capgemini.com::88d394c9-4539-4d7c-8b72-2c4fc509acd5" providerId="AD" clId="Web-{2945F970-3FA3-4D30-7170-998F36CB39A0}" dt="2026-04-01T09:32:01.543" v="0" actId="1076"/>
        <pc:sldMkLst>
          <pc:docMk/>
          <pc:sldMk cId="3826729619" sldId="2145706669"/>
        </pc:sldMkLst>
        <pc:graphicFrameChg chg="mod">
          <ac:chgData name="Kumar, Sourav" userId="S::sourav.h.kumar@capgemini.com::88d394c9-4539-4d7c-8b72-2c4fc509acd5" providerId="AD" clId="Web-{2945F970-3FA3-4D30-7170-998F36CB39A0}" dt="2026-04-01T09:32:01.543" v="0" actId="1076"/>
          <ac:graphicFrameMkLst>
            <pc:docMk/>
            <pc:sldMk cId="3826729619" sldId="2145706669"/>
            <ac:graphicFrameMk id="30" creationId="{1D7CC38F-E1BD-455E-7366-62DE0FBBAEC7}"/>
          </ac:graphicFrameMkLst>
        </pc:graphicFrameChg>
      </pc:sldChg>
    </pc:docChg>
  </pc:docChgLst>
  <pc:docChgLst>
    <pc:chgData name="., Manisha" userId="d5d19e6c-9d6e-407b-bed0-6373c94045d9" providerId="ADAL" clId="{C674C20F-D85F-49A7-820A-1E1FF419B8FF}"/>
    <pc:docChg chg="modSld">
      <pc:chgData name="., Manisha" userId="d5d19e6c-9d6e-407b-bed0-6373c94045d9" providerId="ADAL" clId="{C674C20F-D85F-49A7-820A-1E1FF419B8FF}" dt="2026-03-31T05:19:27.554" v="0"/>
      <pc:docMkLst>
        <pc:docMk/>
      </pc:docMkLst>
      <pc:sldChg chg="modSp">
        <pc:chgData name="., Manisha" userId="d5d19e6c-9d6e-407b-bed0-6373c94045d9" providerId="ADAL" clId="{C674C20F-D85F-49A7-820A-1E1FF419B8FF}" dt="2026-03-31T05:19:27.554" v="0"/>
        <pc:sldMkLst>
          <pc:docMk/>
          <pc:sldMk cId="3826729619" sldId="2145706669"/>
        </pc:sldMkLst>
        <pc:graphicFrameChg chg="mod">
          <ac:chgData name="., Manisha" userId="d5d19e6c-9d6e-407b-bed0-6373c94045d9" providerId="ADAL" clId="{C674C20F-D85F-49A7-820A-1E1FF419B8FF}" dt="2026-03-31T05:19:27.554" v="0"/>
          <ac:graphicFrameMkLst>
            <pc:docMk/>
            <pc:sldMk cId="3826729619" sldId="2145706669"/>
            <ac:graphicFrameMk id="30" creationId="{1D7CC38F-E1BD-455E-7366-62DE0FBBAEC7}"/>
          </ac:graphicFrameMkLst>
        </pc:graphicFrame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B3A940-34E7-4621-84F2-C4CA7502E256}" type="doc">
      <dgm:prSet loTypeId="urn:microsoft.com/office/officeart/2005/8/layout/default" loCatId="list" qsTypeId="urn:microsoft.com/office/officeart/2005/8/quickstyle/simple1" qsCatId="simple" csTypeId="urn:microsoft.com/office/officeart/2005/8/colors/accent1_2" csCatId="accent1" phldr="0"/>
      <dgm:spPr/>
      <dgm:t>
        <a:bodyPr/>
        <a:lstStyle/>
        <a:p>
          <a:endParaRPr lang="en-US"/>
        </a:p>
      </dgm:t>
    </dgm:pt>
    <dgm:pt modelId="{C97EAF90-492D-42A3-B162-F0ACCC7BEED1}">
      <dgm:prSet phldrT="[Text]" phldr="1"/>
      <dgm:spPr/>
      <dgm:t>
        <a:bodyPr/>
        <a:lstStyle/>
        <a:p>
          <a:endParaRPr lang="en-US"/>
        </a:p>
      </dgm:t>
    </dgm:pt>
    <dgm:pt modelId="{F828F779-1DD3-4AFC-8FC9-1F8BA388139A}" type="parTrans" cxnId="{77147DF3-2454-42C9-9FAE-BEBD9703A1A5}">
      <dgm:prSet/>
      <dgm:spPr/>
      <dgm:t>
        <a:bodyPr/>
        <a:lstStyle/>
        <a:p>
          <a:endParaRPr lang="en-US"/>
        </a:p>
      </dgm:t>
    </dgm:pt>
    <dgm:pt modelId="{FE717E21-1C46-4453-A912-8A49ED14ADE4}" type="sibTrans" cxnId="{77147DF3-2454-42C9-9FAE-BEBD9703A1A5}">
      <dgm:prSet/>
      <dgm:spPr/>
      <dgm:t>
        <a:bodyPr/>
        <a:lstStyle/>
        <a:p>
          <a:endParaRPr lang="en-US"/>
        </a:p>
      </dgm:t>
    </dgm:pt>
    <dgm:pt modelId="{416E625D-F3AD-4F42-8CC6-FA6F000F7680}">
      <dgm:prSet phldrT="[Text]" phldr="1"/>
      <dgm:spPr/>
      <dgm:t>
        <a:bodyPr/>
        <a:lstStyle/>
        <a:p>
          <a:endParaRPr lang="en-US"/>
        </a:p>
      </dgm:t>
    </dgm:pt>
    <dgm:pt modelId="{5D001D2E-9A1A-4007-A00C-110764426DCB}" type="parTrans" cxnId="{B02E88B7-B5AE-421C-AE93-7E965F7DB8C7}">
      <dgm:prSet/>
      <dgm:spPr/>
      <dgm:t>
        <a:bodyPr/>
        <a:lstStyle/>
        <a:p>
          <a:endParaRPr lang="en-US"/>
        </a:p>
      </dgm:t>
    </dgm:pt>
    <dgm:pt modelId="{8B9C5376-A5A5-4379-8709-502094E1A993}" type="sibTrans" cxnId="{B02E88B7-B5AE-421C-AE93-7E965F7DB8C7}">
      <dgm:prSet/>
      <dgm:spPr/>
      <dgm:t>
        <a:bodyPr/>
        <a:lstStyle/>
        <a:p>
          <a:endParaRPr lang="en-US"/>
        </a:p>
      </dgm:t>
    </dgm:pt>
    <dgm:pt modelId="{B0F573E1-41E0-471E-9F77-1201E5EA1ED5}">
      <dgm:prSet phldrT="[Text]" phldr="1"/>
      <dgm:spPr/>
      <dgm:t>
        <a:bodyPr/>
        <a:lstStyle/>
        <a:p>
          <a:endParaRPr lang="en-US"/>
        </a:p>
      </dgm:t>
    </dgm:pt>
    <dgm:pt modelId="{009E6704-EB0D-4CB0-A995-1EE021FA02D0}" type="parTrans" cxnId="{67DCDE8A-96B0-4698-98FE-B90EC6DC68C3}">
      <dgm:prSet/>
      <dgm:spPr/>
      <dgm:t>
        <a:bodyPr/>
        <a:lstStyle/>
        <a:p>
          <a:endParaRPr lang="en-US"/>
        </a:p>
      </dgm:t>
    </dgm:pt>
    <dgm:pt modelId="{75F77700-6CD7-44F6-A879-837DDCBA18DD}" type="sibTrans" cxnId="{67DCDE8A-96B0-4698-98FE-B90EC6DC68C3}">
      <dgm:prSet/>
      <dgm:spPr/>
      <dgm:t>
        <a:bodyPr/>
        <a:lstStyle/>
        <a:p>
          <a:endParaRPr lang="en-US"/>
        </a:p>
      </dgm:t>
    </dgm:pt>
    <dgm:pt modelId="{C560DE04-14CA-4CF2-9BC9-51E5D536C02C}">
      <dgm:prSet phldrT="[Text]" phldr="1"/>
      <dgm:spPr/>
      <dgm:t>
        <a:bodyPr/>
        <a:lstStyle/>
        <a:p>
          <a:endParaRPr lang="en-US"/>
        </a:p>
      </dgm:t>
    </dgm:pt>
    <dgm:pt modelId="{7C6AE16F-5A5C-49B6-B693-A50CA03C1822}" type="parTrans" cxnId="{708FAC72-E414-450A-883A-B6C05D5E3E1C}">
      <dgm:prSet/>
      <dgm:spPr/>
      <dgm:t>
        <a:bodyPr/>
        <a:lstStyle/>
        <a:p>
          <a:endParaRPr lang="en-US"/>
        </a:p>
      </dgm:t>
    </dgm:pt>
    <dgm:pt modelId="{41F692AC-991F-4DEB-B315-66DBF68D4032}" type="sibTrans" cxnId="{708FAC72-E414-450A-883A-B6C05D5E3E1C}">
      <dgm:prSet/>
      <dgm:spPr/>
      <dgm:t>
        <a:bodyPr/>
        <a:lstStyle/>
        <a:p>
          <a:endParaRPr lang="en-US"/>
        </a:p>
      </dgm:t>
    </dgm:pt>
    <dgm:pt modelId="{AE7738AB-A7F9-4F62-92DF-A1572CF038BB}">
      <dgm:prSet phldrT="[Text]" phldr="1"/>
      <dgm:spPr/>
      <dgm:t>
        <a:bodyPr/>
        <a:lstStyle/>
        <a:p>
          <a:endParaRPr lang="en-US"/>
        </a:p>
      </dgm:t>
    </dgm:pt>
    <dgm:pt modelId="{315522A0-B679-4763-B964-3FBA96E0D9BC}" type="parTrans" cxnId="{BD2BAFA9-99A6-4A14-87A9-1D3B3AA64588}">
      <dgm:prSet/>
      <dgm:spPr/>
      <dgm:t>
        <a:bodyPr/>
        <a:lstStyle/>
        <a:p>
          <a:endParaRPr lang="en-US"/>
        </a:p>
      </dgm:t>
    </dgm:pt>
    <dgm:pt modelId="{AA3168E4-0171-42B5-93B5-8DC8FED916E2}" type="sibTrans" cxnId="{BD2BAFA9-99A6-4A14-87A9-1D3B3AA64588}">
      <dgm:prSet/>
      <dgm:spPr/>
      <dgm:t>
        <a:bodyPr/>
        <a:lstStyle/>
        <a:p>
          <a:endParaRPr lang="en-US"/>
        </a:p>
      </dgm:t>
    </dgm:pt>
    <dgm:pt modelId="{460C01D0-68E5-4811-9D7E-ADE532D4BAED}" type="pres">
      <dgm:prSet presAssocID="{58B3A940-34E7-4621-84F2-C4CA7502E256}" presName="diagram" presStyleCnt="0">
        <dgm:presLayoutVars>
          <dgm:dir/>
          <dgm:resizeHandles val="exact"/>
        </dgm:presLayoutVars>
      </dgm:prSet>
      <dgm:spPr/>
    </dgm:pt>
    <dgm:pt modelId="{211F04F6-4307-4515-B241-63F232B0CB3E}" type="pres">
      <dgm:prSet presAssocID="{C97EAF90-492D-42A3-B162-F0ACCC7BEED1}" presName="node" presStyleLbl="node1" presStyleIdx="0" presStyleCnt="5">
        <dgm:presLayoutVars>
          <dgm:bulletEnabled val="1"/>
        </dgm:presLayoutVars>
      </dgm:prSet>
      <dgm:spPr/>
    </dgm:pt>
    <dgm:pt modelId="{D2CF0BF3-5F79-4F6C-AF7F-0C562E92433A}" type="pres">
      <dgm:prSet presAssocID="{FE717E21-1C46-4453-A912-8A49ED14ADE4}" presName="sibTrans" presStyleCnt="0"/>
      <dgm:spPr/>
    </dgm:pt>
    <dgm:pt modelId="{000EEE16-3412-4F4E-8CCD-F934C9D7F146}" type="pres">
      <dgm:prSet presAssocID="{416E625D-F3AD-4F42-8CC6-FA6F000F7680}" presName="node" presStyleLbl="node1" presStyleIdx="1" presStyleCnt="5">
        <dgm:presLayoutVars>
          <dgm:bulletEnabled val="1"/>
        </dgm:presLayoutVars>
      </dgm:prSet>
      <dgm:spPr/>
    </dgm:pt>
    <dgm:pt modelId="{27CB0101-2319-4D50-B0EA-A5D857A34B1C}" type="pres">
      <dgm:prSet presAssocID="{8B9C5376-A5A5-4379-8709-502094E1A993}" presName="sibTrans" presStyleCnt="0"/>
      <dgm:spPr/>
    </dgm:pt>
    <dgm:pt modelId="{0F814ED6-6C1A-40D1-BB68-EA1B4538DA04}" type="pres">
      <dgm:prSet presAssocID="{B0F573E1-41E0-471E-9F77-1201E5EA1ED5}" presName="node" presStyleLbl="node1" presStyleIdx="2" presStyleCnt="5">
        <dgm:presLayoutVars>
          <dgm:bulletEnabled val="1"/>
        </dgm:presLayoutVars>
      </dgm:prSet>
      <dgm:spPr/>
    </dgm:pt>
    <dgm:pt modelId="{9E28AF2E-C30A-4F7E-98EF-82FDB8FE4BB2}" type="pres">
      <dgm:prSet presAssocID="{75F77700-6CD7-44F6-A879-837DDCBA18DD}" presName="sibTrans" presStyleCnt="0"/>
      <dgm:spPr/>
    </dgm:pt>
    <dgm:pt modelId="{4C85A490-F7E0-4F11-B3BB-3626AC75A82E}" type="pres">
      <dgm:prSet presAssocID="{C560DE04-14CA-4CF2-9BC9-51E5D536C02C}" presName="node" presStyleLbl="node1" presStyleIdx="3" presStyleCnt="5">
        <dgm:presLayoutVars>
          <dgm:bulletEnabled val="1"/>
        </dgm:presLayoutVars>
      </dgm:prSet>
      <dgm:spPr/>
    </dgm:pt>
    <dgm:pt modelId="{E3887FD1-8BE0-4DE3-99F4-641EB1F54C95}" type="pres">
      <dgm:prSet presAssocID="{41F692AC-991F-4DEB-B315-66DBF68D4032}" presName="sibTrans" presStyleCnt="0"/>
      <dgm:spPr/>
    </dgm:pt>
    <dgm:pt modelId="{5FCE8B4B-B98C-498C-B13B-04028B8DF99F}" type="pres">
      <dgm:prSet presAssocID="{AE7738AB-A7F9-4F62-92DF-A1572CF038BB}" presName="node" presStyleLbl="node1" presStyleIdx="4" presStyleCnt="5">
        <dgm:presLayoutVars>
          <dgm:bulletEnabled val="1"/>
        </dgm:presLayoutVars>
      </dgm:prSet>
      <dgm:spPr/>
    </dgm:pt>
  </dgm:ptLst>
  <dgm:cxnLst>
    <dgm:cxn modelId="{1BA9D003-1583-4F9E-BDDF-BAC1AFFAA489}" type="presOf" srcId="{416E625D-F3AD-4F42-8CC6-FA6F000F7680}" destId="{000EEE16-3412-4F4E-8CCD-F934C9D7F146}" srcOrd="0" destOrd="0" presId="urn:microsoft.com/office/officeart/2005/8/layout/default"/>
    <dgm:cxn modelId="{39A21B19-2DFC-44CF-B953-7713FC634EFE}" type="presOf" srcId="{C97EAF90-492D-42A3-B162-F0ACCC7BEED1}" destId="{211F04F6-4307-4515-B241-63F232B0CB3E}" srcOrd="0" destOrd="0" presId="urn:microsoft.com/office/officeart/2005/8/layout/default"/>
    <dgm:cxn modelId="{6F909F45-EE07-4EEA-8CCF-E14CD11B11A8}" type="presOf" srcId="{B0F573E1-41E0-471E-9F77-1201E5EA1ED5}" destId="{0F814ED6-6C1A-40D1-BB68-EA1B4538DA04}" srcOrd="0" destOrd="0" presId="urn:microsoft.com/office/officeart/2005/8/layout/default"/>
    <dgm:cxn modelId="{BC713C52-EE75-4F93-93EC-F075B20AC62D}" type="presOf" srcId="{AE7738AB-A7F9-4F62-92DF-A1572CF038BB}" destId="{5FCE8B4B-B98C-498C-B13B-04028B8DF99F}" srcOrd="0" destOrd="0" presId="urn:microsoft.com/office/officeart/2005/8/layout/default"/>
    <dgm:cxn modelId="{708FAC72-E414-450A-883A-B6C05D5E3E1C}" srcId="{58B3A940-34E7-4621-84F2-C4CA7502E256}" destId="{C560DE04-14CA-4CF2-9BC9-51E5D536C02C}" srcOrd="3" destOrd="0" parTransId="{7C6AE16F-5A5C-49B6-B693-A50CA03C1822}" sibTransId="{41F692AC-991F-4DEB-B315-66DBF68D4032}"/>
    <dgm:cxn modelId="{67DCDE8A-96B0-4698-98FE-B90EC6DC68C3}" srcId="{58B3A940-34E7-4621-84F2-C4CA7502E256}" destId="{B0F573E1-41E0-471E-9F77-1201E5EA1ED5}" srcOrd="2" destOrd="0" parTransId="{009E6704-EB0D-4CB0-A995-1EE021FA02D0}" sibTransId="{75F77700-6CD7-44F6-A879-837DDCBA18DD}"/>
    <dgm:cxn modelId="{BD2BAFA9-99A6-4A14-87A9-1D3B3AA64588}" srcId="{58B3A940-34E7-4621-84F2-C4CA7502E256}" destId="{AE7738AB-A7F9-4F62-92DF-A1572CF038BB}" srcOrd="4" destOrd="0" parTransId="{315522A0-B679-4763-B964-3FBA96E0D9BC}" sibTransId="{AA3168E4-0171-42B5-93B5-8DC8FED916E2}"/>
    <dgm:cxn modelId="{B02E88B7-B5AE-421C-AE93-7E965F7DB8C7}" srcId="{58B3A940-34E7-4621-84F2-C4CA7502E256}" destId="{416E625D-F3AD-4F42-8CC6-FA6F000F7680}" srcOrd="1" destOrd="0" parTransId="{5D001D2E-9A1A-4007-A00C-110764426DCB}" sibTransId="{8B9C5376-A5A5-4379-8709-502094E1A993}"/>
    <dgm:cxn modelId="{76B597B8-7861-43D8-9283-2C2AFB54AA7D}" type="presOf" srcId="{C560DE04-14CA-4CF2-9BC9-51E5D536C02C}" destId="{4C85A490-F7E0-4F11-B3BB-3626AC75A82E}" srcOrd="0" destOrd="0" presId="urn:microsoft.com/office/officeart/2005/8/layout/default"/>
    <dgm:cxn modelId="{772B9ABD-5BBC-4453-BA73-A2CC9697D431}" type="presOf" srcId="{58B3A940-34E7-4621-84F2-C4CA7502E256}" destId="{460C01D0-68E5-4811-9D7E-ADE532D4BAED}" srcOrd="0" destOrd="0" presId="urn:microsoft.com/office/officeart/2005/8/layout/default"/>
    <dgm:cxn modelId="{77147DF3-2454-42C9-9FAE-BEBD9703A1A5}" srcId="{58B3A940-34E7-4621-84F2-C4CA7502E256}" destId="{C97EAF90-492D-42A3-B162-F0ACCC7BEED1}" srcOrd="0" destOrd="0" parTransId="{F828F779-1DD3-4AFC-8FC9-1F8BA388139A}" sibTransId="{FE717E21-1C46-4453-A912-8A49ED14ADE4}"/>
    <dgm:cxn modelId="{0F78AE0C-7595-456C-A952-BC959B1C69E8}" type="presParOf" srcId="{460C01D0-68E5-4811-9D7E-ADE532D4BAED}" destId="{211F04F6-4307-4515-B241-63F232B0CB3E}" srcOrd="0" destOrd="0" presId="urn:microsoft.com/office/officeart/2005/8/layout/default"/>
    <dgm:cxn modelId="{AB675BEC-8209-4B28-891E-643A50AF8E03}" type="presParOf" srcId="{460C01D0-68E5-4811-9D7E-ADE532D4BAED}" destId="{D2CF0BF3-5F79-4F6C-AF7F-0C562E92433A}" srcOrd="1" destOrd="0" presId="urn:microsoft.com/office/officeart/2005/8/layout/default"/>
    <dgm:cxn modelId="{02707845-DFD8-422E-BC78-F2D738E5083A}" type="presParOf" srcId="{460C01D0-68E5-4811-9D7E-ADE532D4BAED}" destId="{000EEE16-3412-4F4E-8CCD-F934C9D7F146}" srcOrd="2" destOrd="0" presId="urn:microsoft.com/office/officeart/2005/8/layout/default"/>
    <dgm:cxn modelId="{80BC21BA-B3D1-415A-8193-946CFF28B06F}" type="presParOf" srcId="{460C01D0-68E5-4811-9D7E-ADE532D4BAED}" destId="{27CB0101-2319-4D50-B0EA-A5D857A34B1C}" srcOrd="3" destOrd="0" presId="urn:microsoft.com/office/officeart/2005/8/layout/default"/>
    <dgm:cxn modelId="{5B60DA99-3B3D-44F0-BDEE-20055A90F2E8}" type="presParOf" srcId="{460C01D0-68E5-4811-9D7E-ADE532D4BAED}" destId="{0F814ED6-6C1A-40D1-BB68-EA1B4538DA04}" srcOrd="4" destOrd="0" presId="urn:microsoft.com/office/officeart/2005/8/layout/default"/>
    <dgm:cxn modelId="{8D34ECB0-43EC-4F50-88FB-31530971B884}" type="presParOf" srcId="{460C01D0-68E5-4811-9D7E-ADE532D4BAED}" destId="{9E28AF2E-C30A-4F7E-98EF-82FDB8FE4BB2}" srcOrd="5" destOrd="0" presId="urn:microsoft.com/office/officeart/2005/8/layout/default"/>
    <dgm:cxn modelId="{6CD56077-6581-4FAC-BAF3-380E9F131E25}" type="presParOf" srcId="{460C01D0-68E5-4811-9D7E-ADE532D4BAED}" destId="{4C85A490-F7E0-4F11-B3BB-3626AC75A82E}" srcOrd="6" destOrd="0" presId="urn:microsoft.com/office/officeart/2005/8/layout/default"/>
    <dgm:cxn modelId="{364BA4E4-62E3-45F8-AEFE-0597A658DF8E}" type="presParOf" srcId="{460C01D0-68E5-4811-9D7E-ADE532D4BAED}" destId="{E3887FD1-8BE0-4DE3-99F4-641EB1F54C95}" srcOrd="7" destOrd="0" presId="urn:microsoft.com/office/officeart/2005/8/layout/default"/>
    <dgm:cxn modelId="{886DE0DE-E974-4E06-9F80-AF9AE5BCA709}" type="presParOf" srcId="{460C01D0-68E5-4811-9D7E-ADE532D4BAED}" destId="{5FCE8B4B-B98C-498C-B13B-04028B8DF99F}"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651682-E79B-4F60-9D59-B106A9F4D62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639D769B-C078-4E3D-808B-B30ED49D4343}">
      <dgm:prSet/>
      <dgm:spPr/>
      <dgm:t>
        <a:bodyPr/>
        <a:lstStyle/>
        <a:p>
          <a:pPr>
            <a:lnSpc>
              <a:spcPct val="100000"/>
            </a:lnSpc>
          </a:pPr>
          <a:r>
            <a:rPr lang="en-US"/>
            <a:t>The purpose of this template is to provide a guidance of the key elements that need to be covered by the different teams who participate in the Microsoft Agentic Industry Hackathon 2026 initiative.</a:t>
          </a:r>
        </a:p>
      </dgm:t>
    </dgm:pt>
    <dgm:pt modelId="{FF4DB434-2A73-487E-A2C6-D4B056B8E37C}" type="parTrans" cxnId="{D0F0435F-768E-4F56-A2E3-F75EC15287A6}">
      <dgm:prSet/>
      <dgm:spPr/>
      <dgm:t>
        <a:bodyPr/>
        <a:lstStyle/>
        <a:p>
          <a:endParaRPr lang="en-US"/>
        </a:p>
      </dgm:t>
    </dgm:pt>
    <dgm:pt modelId="{4330486B-EBFC-43AC-8A15-5EB87324AFC4}" type="sibTrans" cxnId="{D0F0435F-768E-4F56-A2E3-F75EC15287A6}">
      <dgm:prSet/>
      <dgm:spPr/>
      <dgm:t>
        <a:bodyPr/>
        <a:lstStyle/>
        <a:p>
          <a:endParaRPr lang="en-US"/>
        </a:p>
      </dgm:t>
    </dgm:pt>
    <dgm:pt modelId="{BD249395-2277-4587-A68B-94A7AC7DE4F9}">
      <dgm:prSet/>
      <dgm:spPr/>
      <dgm:t>
        <a:bodyPr/>
        <a:lstStyle/>
        <a:p>
          <a:pPr>
            <a:lnSpc>
              <a:spcPct val="100000"/>
            </a:lnSpc>
          </a:pPr>
          <a:r>
            <a:rPr lang="en-US"/>
            <a:t>The whole initiative starts with an idea: How we can use AI Agents to improve the business. </a:t>
          </a:r>
        </a:p>
      </dgm:t>
    </dgm:pt>
    <dgm:pt modelId="{7C94E645-28DA-416B-9FF1-163FC5077D11}" type="parTrans" cxnId="{A47A7D6B-E15A-4C3D-A9F4-3B969B55C272}">
      <dgm:prSet/>
      <dgm:spPr/>
      <dgm:t>
        <a:bodyPr/>
        <a:lstStyle/>
        <a:p>
          <a:endParaRPr lang="en-US"/>
        </a:p>
      </dgm:t>
    </dgm:pt>
    <dgm:pt modelId="{5DF9B465-2C5B-4EC6-BDE9-241B94786482}" type="sibTrans" cxnId="{A47A7D6B-E15A-4C3D-A9F4-3B969B55C272}">
      <dgm:prSet/>
      <dgm:spPr/>
      <dgm:t>
        <a:bodyPr/>
        <a:lstStyle/>
        <a:p>
          <a:endParaRPr lang="en-US"/>
        </a:p>
      </dgm:t>
    </dgm:pt>
    <dgm:pt modelId="{EA99DCDB-7592-467D-B49E-30C50B0EC959}">
      <dgm:prSet/>
      <dgm:spPr/>
      <dgm:t>
        <a:bodyPr/>
        <a:lstStyle/>
        <a:p>
          <a:pPr>
            <a:lnSpc>
              <a:spcPct val="100000"/>
            </a:lnSpc>
          </a:pPr>
          <a:r>
            <a:rPr lang="en-US"/>
            <a:t>Once the idea is clear, use this template to define and design the Use Case around it so it can be evaluated by the Microsoft Agentic Industry Hackathon 2026 judging team who will decide which ones are the best ones to move to the implementation phase. To evaluate each idea, it must come with the elements described in this deck, so apples can be compared with apples.</a:t>
          </a:r>
        </a:p>
      </dgm:t>
    </dgm:pt>
    <dgm:pt modelId="{53B22150-776D-4337-803A-717DF3EA9FA9}" type="parTrans" cxnId="{0D7BE0E1-7377-4A39-9EE6-0E9CD2C901F8}">
      <dgm:prSet/>
      <dgm:spPr/>
      <dgm:t>
        <a:bodyPr/>
        <a:lstStyle/>
        <a:p>
          <a:endParaRPr lang="en-US"/>
        </a:p>
      </dgm:t>
    </dgm:pt>
    <dgm:pt modelId="{12EFA576-C016-40D5-AE2A-E98B3C50DF7F}" type="sibTrans" cxnId="{0D7BE0E1-7377-4A39-9EE6-0E9CD2C901F8}">
      <dgm:prSet/>
      <dgm:spPr/>
      <dgm:t>
        <a:bodyPr/>
        <a:lstStyle/>
        <a:p>
          <a:endParaRPr lang="en-US"/>
        </a:p>
      </dgm:t>
    </dgm:pt>
    <dgm:pt modelId="{A8233EF8-4562-4713-A72F-F698C8C42C64}">
      <dgm:prSet/>
      <dgm:spPr/>
      <dgm:t>
        <a:bodyPr/>
        <a:lstStyle/>
        <a:p>
          <a:pPr>
            <a:lnSpc>
              <a:spcPct val="100000"/>
            </a:lnSpc>
          </a:pPr>
          <a:r>
            <a:rPr lang="en-US"/>
            <a:t>There are 4 key elements to be described:</a:t>
          </a:r>
        </a:p>
      </dgm:t>
    </dgm:pt>
    <dgm:pt modelId="{EC089961-1201-4328-BB28-26A39C183A11}" type="parTrans" cxnId="{2C2602FE-6F9A-4075-9921-A4A49A0DE94C}">
      <dgm:prSet/>
      <dgm:spPr/>
      <dgm:t>
        <a:bodyPr/>
        <a:lstStyle/>
        <a:p>
          <a:endParaRPr lang="en-US"/>
        </a:p>
      </dgm:t>
    </dgm:pt>
    <dgm:pt modelId="{87E7B687-BBC1-417D-97D0-3703907C8047}" type="sibTrans" cxnId="{2C2602FE-6F9A-4075-9921-A4A49A0DE94C}">
      <dgm:prSet/>
      <dgm:spPr/>
      <dgm:t>
        <a:bodyPr/>
        <a:lstStyle/>
        <a:p>
          <a:endParaRPr lang="en-US"/>
        </a:p>
      </dgm:t>
    </dgm:pt>
    <dgm:pt modelId="{8094A723-E59D-4977-8F52-52B50A9EDD88}">
      <dgm:prSet/>
      <dgm:spPr/>
      <dgm:t>
        <a:bodyPr/>
        <a:lstStyle/>
        <a:p>
          <a:pPr>
            <a:lnSpc>
              <a:spcPct val="100000"/>
            </a:lnSpc>
          </a:pPr>
          <a:r>
            <a:rPr lang="en-US"/>
            <a:t>Use Case </a:t>
          </a:r>
          <a:r>
            <a:rPr lang="en-US" b="1"/>
            <a:t>description</a:t>
          </a:r>
          <a:r>
            <a:rPr lang="en-US"/>
            <a:t> from functional and business perspective:</a:t>
          </a:r>
        </a:p>
      </dgm:t>
    </dgm:pt>
    <dgm:pt modelId="{AA5BA9B0-73DC-4C80-8710-EF70B5664A7B}" type="parTrans" cxnId="{BA0FFAE0-8B9A-487A-84FD-1C875673246C}">
      <dgm:prSet/>
      <dgm:spPr/>
      <dgm:t>
        <a:bodyPr/>
        <a:lstStyle/>
        <a:p>
          <a:endParaRPr lang="en-US"/>
        </a:p>
      </dgm:t>
    </dgm:pt>
    <dgm:pt modelId="{5804E049-B08A-44CF-B4D2-25EE09C999BC}" type="sibTrans" cxnId="{BA0FFAE0-8B9A-487A-84FD-1C875673246C}">
      <dgm:prSet/>
      <dgm:spPr/>
      <dgm:t>
        <a:bodyPr/>
        <a:lstStyle/>
        <a:p>
          <a:endParaRPr lang="en-US"/>
        </a:p>
      </dgm:t>
    </dgm:pt>
    <dgm:pt modelId="{3E596880-1691-4074-A145-0DDE4DCD2863}">
      <dgm:prSet/>
      <dgm:spPr/>
      <dgm:t>
        <a:bodyPr/>
        <a:lstStyle/>
        <a:p>
          <a:pPr>
            <a:lnSpc>
              <a:spcPct val="100000"/>
            </a:lnSpc>
          </a:pPr>
          <a:r>
            <a:rPr lang="en-US"/>
            <a:t>Business </a:t>
          </a:r>
          <a:r>
            <a:rPr lang="en-US" b="1"/>
            <a:t>Process</a:t>
          </a:r>
          <a:r>
            <a:rPr lang="en-US"/>
            <a:t> of which the Use Case is part of and what part of the process is covered by the Use Case</a:t>
          </a:r>
        </a:p>
      </dgm:t>
    </dgm:pt>
    <dgm:pt modelId="{90907E50-602A-42A0-966D-3F3B7C5FE4CA}" type="parTrans" cxnId="{9F4611CD-62E3-440F-858F-188F90AF5F56}">
      <dgm:prSet/>
      <dgm:spPr/>
      <dgm:t>
        <a:bodyPr/>
        <a:lstStyle/>
        <a:p>
          <a:endParaRPr lang="en-US"/>
        </a:p>
      </dgm:t>
    </dgm:pt>
    <dgm:pt modelId="{378F83EB-1832-4F2D-93E8-27C6216FADDE}" type="sibTrans" cxnId="{9F4611CD-62E3-440F-858F-188F90AF5F56}">
      <dgm:prSet/>
      <dgm:spPr/>
      <dgm:t>
        <a:bodyPr/>
        <a:lstStyle/>
        <a:p>
          <a:endParaRPr lang="en-US"/>
        </a:p>
      </dgm:t>
    </dgm:pt>
    <dgm:pt modelId="{07FDBBD9-41F0-4FFF-A952-E8D0CA879B3D}">
      <dgm:prSet/>
      <dgm:spPr/>
      <dgm:t>
        <a:bodyPr/>
        <a:lstStyle/>
        <a:p>
          <a:pPr>
            <a:lnSpc>
              <a:spcPct val="100000"/>
            </a:lnSpc>
          </a:pPr>
          <a:r>
            <a:rPr lang="en-US"/>
            <a:t>Business </a:t>
          </a:r>
          <a:r>
            <a:rPr lang="en-US" b="1"/>
            <a:t>Case</a:t>
          </a:r>
          <a:r>
            <a:rPr lang="en-US"/>
            <a:t> to implement it.</a:t>
          </a:r>
        </a:p>
      </dgm:t>
    </dgm:pt>
    <dgm:pt modelId="{0EF3A12C-6B7E-4573-B40B-5D2D1C413985}" type="parTrans" cxnId="{0EB4CECC-A77C-496F-92D0-8EC14F1F3325}">
      <dgm:prSet/>
      <dgm:spPr/>
      <dgm:t>
        <a:bodyPr/>
        <a:lstStyle/>
        <a:p>
          <a:endParaRPr lang="en-US"/>
        </a:p>
      </dgm:t>
    </dgm:pt>
    <dgm:pt modelId="{D787D709-C1D2-4D20-A014-D956CD1C4C52}" type="sibTrans" cxnId="{0EB4CECC-A77C-496F-92D0-8EC14F1F3325}">
      <dgm:prSet/>
      <dgm:spPr/>
      <dgm:t>
        <a:bodyPr/>
        <a:lstStyle/>
        <a:p>
          <a:endParaRPr lang="en-US"/>
        </a:p>
      </dgm:t>
    </dgm:pt>
    <dgm:pt modelId="{787E7E1B-2F7F-4EDE-9D4E-AF09C21A10A6}">
      <dgm:prSet/>
      <dgm:spPr/>
      <dgm:t>
        <a:bodyPr/>
        <a:lstStyle/>
        <a:p>
          <a:pPr>
            <a:lnSpc>
              <a:spcPct val="100000"/>
            </a:lnSpc>
          </a:pPr>
          <a:r>
            <a:rPr lang="en-US"/>
            <a:t>High Level </a:t>
          </a:r>
          <a:r>
            <a:rPr lang="en-US" b="1"/>
            <a:t>Solution</a:t>
          </a:r>
          <a:r>
            <a:rPr lang="en-US"/>
            <a:t> from Functional and Technical perspective</a:t>
          </a:r>
        </a:p>
      </dgm:t>
    </dgm:pt>
    <dgm:pt modelId="{866A69E3-2D8A-4A17-9D44-D60328A9CA82}" type="parTrans" cxnId="{784AEA11-309F-42BA-A3F6-40E687800433}">
      <dgm:prSet/>
      <dgm:spPr/>
      <dgm:t>
        <a:bodyPr/>
        <a:lstStyle/>
        <a:p>
          <a:endParaRPr lang="en-US"/>
        </a:p>
      </dgm:t>
    </dgm:pt>
    <dgm:pt modelId="{E5DC01EA-D26B-4C3E-A64E-AB6ABF636412}" type="sibTrans" cxnId="{784AEA11-309F-42BA-A3F6-40E687800433}">
      <dgm:prSet/>
      <dgm:spPr/>
      <dgm:t>
        <a:bodyPr/>
        <a:lstStyle/>
        <a:p>
          <a:endParaRPr lang="en-US"/>
        </a:p>
      </dgm:t>
    </dgm:pt>
    <dgm:pt modelId="{0E34257D-19E4-40DD-9136-8DA0E81F3FD2}">
      <dgm:prSet/>
      <dgm:spPr/>
      <dgm:t>
        <a:bodyPr/>
        <a:lstStyle/>
        <a:p>
          <a:pPr>
            <a:lnSpc>
              <a:spcPct val="100000"/>
            </a:lnSpc>
          </a:pPr>
          <a:r>
            <a:rPr lang="en-US"/>
            <a:t>The following slides will allow you to provide the necessary content. All the content included is provided as an example. Please update the template master to include the name of the process and update the content accordingly.</a:t>
          </a:r>
        </a:p>
      </dgm:t>
    </dgm:pt>
    <dgm:pt modelId="{47A54B12-FC9F-4C14-AB52-3C1575F03D9C}" type="parTrans" cxnId="{17A0BE9E-BAC7-4CA0-AA6D-61DE05E3DF94}">
      <dgm:prSet/>
      <dgm:spPr/>
      <dgm:t>
        <a:bodyPr/>
        <a:lstStyle/>
        <a:p>
          <a:endParaRPr lang="en-US"/>
        </a:p>
      </dgm:t>
    </dgm:pt>
    <dgm:pt modelId="{C6F88378-EF81-42D7-B4E7-0915D7200DD6}" type="sibTrans" cxnId="{17A0BE9E-BAC7-4CA0-AA6D-61DE05E3DF94}">
      <dgm:prSet/>
      <dgm:spPr/>
      <dgm:t>
        <a:bodyPr/>
        <a:lstStyle/>
        <a:p>
          <a:endParaRPr lang="en-US"/>
        </a:p>
      </dgm:t>
    </dgm:pt>
    <dgm:pt modelId="{DFF19CF5-1DAB-47F2-881D-26E1E5EE6541}">
      <dgm:prSet/>
      <dgm:spPr/>
      <dgm:t>
        <a:bodyPr/>
        <a:lstStyle/>
        <a:p>
          <a:pPr>
            <a:lnSpc>
              <a:spcPct val="100000"/>
            </a:lnSpc>
          </a:pPr>
          <a:r>
            <a:rPr lang="en-US"/>
            <a:t>Good luck!</a:t>
          </a:r>
        </a:p>
      </dgm:t>
    </dgm:pt>
    <dgm:pt modelId="{1B109205-2D6C-4746-A9FB-A3659BD60D02}" type="parTrans" cxnId="{25F33F1D-BFA3-45E0-A08A-FF90FAF36297}">
      <dgm:prSet/>
      <dgm:spPr/>
      <dgm:t>
        <a:bodyPr/>
        <a:lstStyle/>
        <a:p>
          <a:endParaRPr lang="en-US"/>
        </a:p>
      </dgm:t>
    </dgm:pt>
    <dgm:pt modelId="{4B1989C8-14AC-4166-A3C8-7AD19C3B9770}" type="sibTrans" cxnId="{25F33F1D-BFA3-45E0-A08A-FF90FAF36297}">
      <dgm:prSet/>
      <dgm:spPr/>
      <dgm:t>
        <a:bodyPr/>
        <a:lstStyle/>
        <a:p>
          <a:endParaRPr lang="en-US"/>
        </a:p>
      </dgm:t>
    </dgm:pt>
    <dgm:pt modelId="{B6B39C73-79BF-4D77-BCC3-8CF12E85DE49}" type="pres">
      <dgm:prSet presAssocID="{68651682-E79B-4F60-9D59-B106A9F4D62E}" presName="root" presStyleCnt="0">
        <dgm:presLayoutVars>
          <dgm:dir/>
          <dgm:resizeHandles val="exact"/>
        </dgm:presLayoutVars>
      </dgm:prSet>
      <dgm:spPr/>
    </dgm:pt>
    <dgm:pt modelId="{A17083CE-4395-4CE9-8659-20DF747B0531}" type="pres">
      <dgm:prSet presAssocID="{639D769B-C078-4E3D-808B-B30ED49D4343}" presName="compNode" presStyleCnt="0"/>
      <dgm:spPr/>
    </dgm:pt>
    <dgm:pt modelId="{6565E1EB-882F-4F19-B5FA-6C6C85898520}" type="pres">
      <dgm:prSet presAssocID="{639D769B-C078-4E3D-808B-B30ED49D4343}" presName="bgRect" presStyleLbl="bgShp" presStyleIdx="0" presStyleCnt="6"/>
      <dgm:spPr/>
    </dgm:pt>
    <dgm:pt modelId="{DEC5452F-7A67-4EE2-8B60-61CBDF0441FA}" type="pres">
      <dgm:prSet presAssocID="{639D769B-C078-4E3D-808B-B30ED49D4343}"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s"/>
        </a:ext>
      </dgm:extLst>
    </dgm:pt>
    <dgm:pt modelId="{5863E20E-8C18-4819-B3AB-D0C0B05A3E6E}" type="pres">
      <dgm:prSet presAssocID="{639D769B-C078-4E3D-808B-B30ED49D4343}" presName="spaceRect" presStyleCnt="0"/>
      <dgm:spPr/>
    </dgm:pt>
    <dgm:pt modelId="{3AC968D8-0765-4134-9FC6-74D44B73FAE0}" type="pres">
      <dgm:prSet presAssocID="{639D769B-C078-4E3D-808B-B30ED49D4343}" presName="parTx" presStyleLbl="revTx" presStyleIdx="0" presStyleCnt="7">
        <dgm:presLayoutVars>
          <dgm:chMax val="0"/>
          <dgm:chPref val="0"/>
        </dgm:presLayoutVars>
      </dgm:prSet>
      <dgm:spPr/>
    </dgm:pt>
    <dgm:pt modelId="{94091454-DBA3-4514-9EA9-66278601AB36}" type="pres">
      <dgm:prSet presAssocID="{4330486B-EBFC-43AC-8A15-5EB87324AFC4}" presName="sibTrans" presStyleCnt="0"/>
      <dgm:spPr/>
    </dgm:pt>
    <dgm:pt modelId="{D1A11032-B227-4CD9-BFEC-A0F209A870E4}" type="pres">
      <dgm:prSet presAssocID="{BD249395-2277-4587-A68B-94A7AC7DE4F9}" presName="compNode" presStyleCnt="0"/>
      <dgm:spPr/>
    </dgm:pt>
    <dgm:pt modelId="{E0B7A530-D491-4EB8-B4E3-B2095C5D51BF}" type="pres">
      <dgm:prSet presAssocID="{BD249395-2277-4587-A68B-94A7AC7DE4F9}" presName="bgRect" presStyleLbl="bgShp" presStyleIdx="1" presStyleCnt="6"/>
      <dgm:spPr/>
    </dgm:pt>
    <dgm:pt modelId="{BA1BF274-6E7E-4625-B5AB-B1E213F33018}" type="pres">
      <dgm:prSet presAssocID="{BD249395-2277-4587-A68B-94A7AC7DE4F9}"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rson with Idea"/>
        </a:ext>
      </dgm:extLst>
    </dgm:pt>
    <dgm:pt modelId="{A4734B12-4144-4164-819C-DCCE89C22B61}" type="pres">
      <dgm:prSet presAssocID="{BD249395-2277-4587-A68B-94A7AC7DE4F9}" presName="spaceRect" presStyleCnt="0"/>
      <dgm:spPr/>
    </dgm:pt>
    <dgm:pt modelId="{64735737-253B-4848-9689-85D71DAC8BFF}" type="pres">
      <dgm:prSet presAssocID="{BD249395-2277-4587-A68B-94A7AC7DE4F9}" presName="parTx" presStyleLbl="revTx" presStyleIdx="1" presStyleCnt="7">
        <dgm:presLayoutVars>
          <dgm:chMax val="0"/>
          <dgm:chPref val="0"/>
        </dgm:presLayoutVars>
      </dgm:prSet>
      <dgm:spPr/>
    </dgm:pt>
    <dgm:pt modelId="{C7AA5A06-0DF0-483B-A63C-1FDB361C2B58}" type="pres">
      <dgm:prSet presAssocID="{5DF9B465-2C5B-4EC6-BDE9-241B94786482}" presName="sibTrans" presStyleCnt="0"/>
      <dgm:spPr/>
    </dgm:pt>
    <dgm:pt modelId="{07E529F4-7D5B-4DD1-833F-13A6C200A9D4}" type="pres">
      <dgm:prSet presAssocID="{EA99DCDB-7592-467D-B49E-30C50B0EC959}" presName="compNode" presStyleCnt="0"/>
      <dgm:spPr/>
    </dgm:pt>
    <dgm:pt modelId="{89B35039-C09C-466F-875B-BE23ADF8A597}" type="pres">
      <dgm:prSet presAssocID="{EA99DCDB-7592-467D-B49E-30C50B0EC959}" presName="bgRect" presStyleLbl="bgShp" presStyleIdx="2" presStyleCnt="6"/>
      <dgm:spPr/>
    </dgm:pt>
    <dgm:pt modelId="{ADBF51B8-A9EC-4D8A-966A-9CEC3DCBE348}" type="pres">
      <dgm:prSet presAssocID="{EA99DCDB-7592-467D-B49E-30C50B0EC959}"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ightbulb"/>
        </a:ext>
      </dgm:extLst>
    </dgm:pt>
    <dgm:pt modelId="{6D283E96-8B4B-4F6F-9A36-34FD9124EF24}" type="pres">
      <dgm:prSet presAssocID="{EA99DCDB-7592-467D-B49E-30C50B0EC959}" presName="spaceRect" presStyleCnt="0"/>
      <dgm:spPr/>
    </dgm:pt>
    <dgm:pt modelId="{EAB3206B-FA3D-4DBA-8076-B6A51C11955F}" type="pres">
      <dgm:prSet presAssocID="{EA99DCDB-7592-467D-B49E-30C50B0EC959}" presName="parTx" presStyleLbl="revTx" presStyleIdx="2" presStyleCnt="7">
        <dgm:presLayoutVars>
          <dgm:chMax val="0"/>
          <dgm:chPref val="0"/>
        </dgm:presLayoutVars>
      </dgm:prSet>
      <dgm:spPr/>
    </dgm:pt>
    <dgm:pt modelId="{0D675D9E-5D54-4C74-9AE2-2176383D5B24}" type="pres">
      <dgm:prSet presAssocID="{12EFA576-C016-40D5-AE2A-E98B3C50DF7F}" presName="sibTrans" presStyleCnt="0"/>
      <dgm:spPr/>
    </dgm:pt>
    <dgm:pt modelId="{75136DCB-E7FD-4207-A4EA-EB8EDED74EF1}" type="pres">
      <dgm:prSet presAssocID="{A8233EF8-4562-4713-A72F-F698C8C42C64}" presName="compNode" presStyleCnt="0"/>
      <dgm:spPr/>
    </dgm:pt>
    <dgm:pt modelId="{9D594C38-FD9A-4CAA-ABD8-93F797ADF645}" type="pres">
      <dgm:prSet presAssocID="{A8233EF8-4562-4713-A72F-F698C8C42C64}" presName="bgRect" presStyleLbl="bgShp" presStyleIdx="3" presStyleCnt="6"/>
      <dgm:spPr/>
    </dgm:pt>
    <dgm:pt modelId="{28412A3B-EF1E-4741-812C-A4749A3568C8}" type="pres">
      <dgm:prSet presAssocID="{A8233EF8-4562-4713-A72F-F698C8C42C64}"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F6EC4BDC-1249-425B-9407-EC30BF658FE6}" type="pres">
      <dgm:prSet presAssocID="{A8233EF8-4562-4713-A72F-F698C8C42C64}" presName="spaceRect" presStyleCnt="0"/>
      <dgm:spPr/>
    </dgm:pt>
    <dgm:pt modelId="{2B17FE46-3C99-4C46-96ED-C975A6AC8916}" type="pres">
      <dgm:prSet presAssocID="{A8233EF8-4562-4713-A72F-F698C8C42C64}" presName="parTx" presStyleLbl="revTx" presStyleIdx="3" presStyleCnt="7">
        <dgm:presLayoutVars>
          <dgm:chMax val="0"/>
          <dgm:chPref val="0"/>
        </dgm:presLayoutVars>
      </dgm:prSet>
      <dgm:spPr/>
    </dgm:pt>
    <dgm:pt modelId="{8FC9CE45-2A01-4FC8-9AC7-9998FC0AA68D}" type="pres">
      <dgm:prSet presAssocID="{A8233EF8-4562-4713-A72F-F698C8C42C64}" presName="desTx" presStyleLbl="revTx" presStyleIdx="4" presStyleCnt="7">
        <dgm:presLayoutVars/>
      </dgm:prSet>
      <dgm:spPr/>
    </dgm:pt>
    <dgm:pt modelId="{E3F57FB1-006B-4D51-8DCA-2E471059E8D3}" type="pres">
      <dgm:prSet presAssocID="{87E7B687-BBC1-417D-97D0-3703907C8047}" presName="sibTrans" presStyleCnt="0"/>
      <dgm:spPr/>
    </dgm:pt>
    <dgm:pt modelId="{2A7B4432-F2CF-423A-8682-90E3CFA560EB}" type="pres">
      <dgm:prSet presAssocID="{0E34257D-19E4-40DD-9136-8DA0E81F3FD2}" presName="compNode" presStyleCnt="0"/>
      <dgm:spPr/>
    </dgm:pt>
    <dgm:pt modelId="{9B869973-147C-4232-A98F-CF2C30C4A5A2}" type="pres">
      <dgm:prSet presAssocID="{0E34257D-19E4-40DD-9136-8DA0E81F3FD2}" presName="bgRect" presStyleLbl="bgShp" presStyleIdx="4" presStyleCnt="6"/>
      <dgm:spPr/>
    </dgm:pt>
    <dgm:pt modelId="{B775BF5D-946A-4D7B-8E33-2B91C24F46E0}" type="pres">
      <dgm:prSet presAssocID="{0E34257D-19E4-40DD-9136-8DA0E81F3FD2}"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ocument"/>
        </a:ext>
      </dgm:extLst>
    </dgm:pt>
    <dgm:pt modelId="{8B25AF82-32E6-4158-B503-683CD602163D}" type="pres">
      <dgm:prSet presAssocID="{0E34257D-19E4-40DD-9136-8DA0E81F3FD2}" presName="spaceRect" presStyleCnt="0"/>
      <dgm:spPr/>
    </dgm:pt>
    <dgm:pt modelId="{6F204213-7C99-44F2-88C8-CCF8506ECFCD}" type="pres">
      <dgm:prSet presAssocID="{0E34257D-19E4-40DD-9136-8DA0E81F3FD2}" presName="parTx" presStyleLbl="revTx" presStyleIdx="5" presStyleCnt="7">
        <dgm:presLayoutVars>
          <dgm:chMax val="0"/>
          <dgm:chPref val="0"/>
        </dgm:presLayoutVars>
      </dgm:prSet>
      <dgm:spPr/>
    </dgm:pt>
    <dgm:pt modelId="{820852DF-B7DA-4752-8D7F-10FDFDDBC565}" type="pres">
      <dgm:prSet presAssocID="{C6F88378-EF81-42D7-B4E7-0915D7200DD6}" presName="sibTrans" presStyleCnt="0"/>
      <dgm:spPr/>
    </dgm:pt>
    <dgm:pt modelId="{FD31A1E8-2393-4DE5-8AA2-CB0702A1BC48}" type="pres">
      <dgm:prSet presAssocID="{DFF19CF5-1DAB-47F2-881D-26E1E5EE6541}" presName="compNode" presStyleCnt="0"/>
      <dgm:spPr/>
    </dgm:pt>
    <dgm:pt modelId="{50C6CF35-73AA-4F7D-887C-EBC8FD51E56E}" type="pres">
      <dgm:prSet presAssocID="{DFF19CF5-1DAB-47F2-881D-26E1E5EE6541}" presName="bgRect" presStyleLbl="bgShp" presStyleIdx="5" presStyleCnt="6"/>
      <dgm:spPr/>
    </dgm:pt>
    <dgm:pt modelId="{74AD7D73-A8F5-4039-8F87-AA7FA5B50731}" type="pres">
      <dgm:prSet presAssocID="{DFF19CF5-1DAB-47F2-881D-26E1E5EE6541}"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mrock"/>
        </a:ext>
      </dgm:extLst>
    </dgm:pt>
    <dgm:pt modelId="{94D234A7-400C-43F3-A894-9E63EA2E7D1E}" type="pres">
      <dgm:prSet presAssocID="{DFF19CF5-1DAB-47F2-881D-26E1E5EE6541}" presName="spaceRect" presStyleCnt="0"/>
      <dgm:spPr/>
    </dgm:pt>
    <dgm:pt modelId="{3509E073-4A82-4B0F-9601-91B51AF3D12A}" type="pres">
      <dgm:prSet presAssocID="{DFF19CF5-1DAB-47F2-881D-26E1E5EE6541}" presName="parTx" presStyleLbl="revTx" presStyleIdx="6" presStyleCnt="7">
        <dgm:presLayoutVars>
          <dgm:chMax val="0"/>
          <dgm:chPref val="0"/>
        </dgm:presLayoutVars>
      </dgm:prSet>
      <dgm:spPr/>
    </dgm:pt>
  </dgm:ptLst>
  <dgm:cxnLst>
    <dgm:cxn modelId="{AE535804-0382-41FF-B0F9-44619C30BE22}" type="presOf" srcId="{3E596880-1691-4074-A145-0DDE4DCD2863}" destId="{8FC9CE45-2A01-4FC8-9AC7-9998FC0AA68D}" srcOrd="0" destOrd="1" presId="urn:microsoft.com/office/officeart/2018/2/layout/IconVerticalSolidList"/>
    <dgm:cxn modelId="{92026E0E-4A7A-4C5C-9E14-1659A4D7914C}" type="presOf" srcId="{8094A723-E59D-4977-8F52-52B50A9EDD88}" destId="{8FC9CE45-2A01-4FC8-9AC7-9998FC0AA68D}" srcOrd="0" destOrd="0" presId="urn:microsoft.com/office/officeart/2018/2/layout/IconVerticalSolidList"/>
    <dgm:cxn modelId="{784AEA11-309F-42BA-A3F6-40E687800433}" srcId="{A8233EF8-4562-4713-A72F-F698C8C42C64}" destId="{787E7E1B-2F7F-4EDE-9D4E-AF09C21A10A6}" srcOrd="3" destOrd="0" parTransId="{866A69E3-2D8A-4A17-9D44-D60328A9CA82}" sibTransId="{E5DC01EA-D26B-4C3E-A64E-AB6ABF636412}"/>
    <dgm:cxn modelId="{25F33F1D-BFA3-45E0-A08A-FF90FAF36297}" srcId="{68651682-E79B-4F60-9D59-B106A9F4D62E}" destId="{DFF19CF5-1DAB-47F2-881D-26E1E5EE6541}" srcOrd="5" destOrd="0" parTransId="{1B109205-2D6C-4746-A9FB-A3659BD60D02}" sibTransId="{4B1989C8-14AC-4166-A3C8-7AD19C3B9770}"/>
    <dgm:cxn modelId="{084D0A22-2060-408D-B400-0813D9EDD2F9}" type="presOf" srcId="{787E7E1B-2F7F-4EDE-9D4E-AF09C21A10A6}" destId="{8FC9CE45-2A01-4FC8-9AC7-9998FC0AA68D}" srcOrd="0" destOrd="3" presId="urn:microsoft.com/office/officeart/2018/2/layout/IconVerticalSolidList"/>
    <dgm:cxn modelId="{D0F0435F-768E-4F56-A2E3-F75EC15287A6}" srcId="{68651682-E79B-4F60-9D59-B106A9F4D62E}" destId="{639D769B-C078-4E3D-808B-B30ED49D4343}" srcOrd="0" destOrd="0" parTransId="{FF4DB434-2A73-487E-A2C6-D4B056B8E37C}" sibTransId="{4330486B-EBFC-43AC-8A15-5EB87324AFC4}"/>
    <dgm:cxn modelId="{F4F39747-5E92-4E93-BD51-835E620C22A2}" type="presOf" srcId="{EA99DCDB-7592-467D-B49E-30C50B0EC959}" destId="{EAB3206B-FA3D-4DBA-8076-B6A51C11955F}" srcOrd="0" destOrd="0" presId="urn:microsoft.com/office/officeart/2018/2/layout/IconVerticalSolidList"/>
    <dgm:cxn modelId="{A47A7D6B-E15A-4C3D-A9F4-3B969B55C272}" srcId="{68651682-E79B-4F60-9D59-B106A9F4D62E}" destId="{BD249395-2277-4587-A68B-94A7AC7DE4F9}" srcOrd="1" destOrd="0" parTransId="{7C94E645-28DA-416B-9FF1-163FC5077D11}" sibTransId="{5DF9B465-2C5B-4EC6-BDE9-241B94786482}"/>
    <dgm:cxn modelId="{0CCC734C-0CD5-4ACC-8CD0-FF56EBCC7825}" type="presOf" srcId="{A8233EF8-4562-4713-A72F-F698C8C42C64}" destId="{2B17FE46-3C99-4C46-96ED-C975A6AC8916}" srcOrd="0" destOrd="0" presId="urn:microsoft.com/office/officeart/2018/2/layout/IconVerticalSolidList"/>
    <dgm:cxn modelId="{DA945E51-6D02-4FBA-B540-3C9FEFE0794D}" type="presOf" srcId="{BD249395-2277-4587-A68B-94A7AC7DE4F9}" destId="{64735737-253B-4848-9689-85D71DAC8BFF}" srcOrd="0" destOrd="0" presId="urn:microsoft.com/office/officeart/2018/2/layout/IconVerticalSolidList"/>
    <dgm:cxn modelId="{38A5538D-6AC8-4885-81D6-D080B94527CC}" type="presOf" srcId="{639D769B-C078-4E3D-808B-B30ED49D4343}" destId="{3AC968D8-0765-4134-9FC6-74D44B73FAE0}" srcOrd="0" destOrd="0" presId="urn:microsoft.com/office/officeart/2018/2/layout/IconVerticalSolidList"/>
    <dgm:cxn modelId="{17A0BE9E-BAC7-4CA0-AA6D-61DE05E3DF94}" srcId="{68651682-E79B-4F60-9D59-B106A9F4D62E}" destId="{0E34257D-19E4-40DD-9136-8DA0E81F3FD2}" srcOrd="4" destOrd="0" parTransId="{47A54B12-FC9F-4C14-AB52-3C1575F03D9C}" sibTransId="{C6F88378-EF81-42D7-B4E7-0915D7200DD6}"/>
    <dgm:cxn modelId="{0E0855B2-6AA2-4E52-B6AF-E4B852777B2A}" type="presOf" srcId="{0E34257D-19E4-40DD-9136-8DA0E81F3FD2}" destId="{6F204213-7C99-44F2-88C8-CCF8506ECFCD}" srcOrd="0" destOrd="0" presId="urn:microsoft.com/office/officeart/2018/2/layout/IconVerticalSolidList"/>
    <dgm:cxn modelId="{0EB4CECC-A77C-496F-92D0-8EC14F1F3325}" srcId="{A8233EF8-4562-4713-A72F-F698C8C42C64}" destId="{07FDBBD9-41F0-4FFF-A952-E8D0CA879B3D}" srcOrd="2" destOrd="0" parTransId="{0EF3A12C-6B7E-4573-B40B-5D2D1C413985}" sibTransId="{D787D709-C1D2-4D20-A014-D956CD1C4C52}"/>
    <dgm:cxn modelId="{9F4611CD-62E3-440F-858F-188F90AF5F56}" srcId="{A8233EF8-4562-4713-A72F-F698C8C42C64}" destId="{3E596880-1691-4074-A145-0DDE4DCD2863}" srcOrd="1" destOrd="0" parTransId="{90907E50-602A-42A0-966D-3F3B7C5FE4CA}" sibTransId="{378F83EB-1832-4F2D-93E8-27C6216FADDE}"/>
    <dgm:cxn modelId="{BA0FFAE0-8B9A-487A-84FD-1C875673246C}" srcId="{A8233EF8-4562-4713-A72F-F698C8C42C64}" destId="{8094A723-E59D-4977-8F52-52B50A9EDD88}" srcOrd="0" destOrd="0" parTransId="{AA5BA9B0-73DC-4C80-8710-EF70B5664A7B}" sibTransId="{5804E049-B08A-44CF-B4D2-25EE09C999BC}"/>
    <dgm:cxn modelId="{0D7BE0E1-7377-4A39-9EE6-0E9CD2C901F8}" srcId="{68651682-E79B-4F60-9D59-B106A9F4D62E}" destId="{EA99DCDB-7592-467D-B49E-30C50B0EC959}" srcOrd="2" destOrd="0" parTransId="{53B22150-776D-4337-803A-717DF3EA9FA9}" sibTransId="{12EFA576-C016-40D5-AE2A-E98B3C50DF7F}"/>
    <dgm:cxn modelId="{9837F3E3-6AD5-4D86-9BFA-E8570209324F}" type="presOf" srcId="{DFF19CF5-1DAB-47F2-881D-26E1E5EE6541}" destId="{3509E073-4A82-4B0F-9601-91B51AF3D12A}" srcOrd="0" destOrd="0" presId="urn:microsoft.com/office/officeart/2018/2/layout/IconVerticalSolidList"/>
    <dgm:cxn modelId="{80E2D6EB-0314-4F27-BC1B-8DF5EB0EE682}" type="presOf" srcId="{68651682-E79B-4F60-9D59-B106A9F4D62E}" destId="{B6B39C73-79BF-4D77-BCC3-8CF12E85DE49}" srcOrd="0" destOrd="0" presId="urn:microsoft.com/office/officeart/2018/2/layout/IconVerticalSolidList"/>
    <dgm:cxn modelId="{21A9B9F1-85FF-47CF-910E-C46CF8F0C9BF}" type="presOf" srcId="{07FDBBD9-41F0-4FFF-A952-E8D0CA879B3D}" destId="{8FC9CE45-2A01-4FC8-9AC7-9998FC0AA68D}" srcOrd="0" destOrd="2" presId="urn:microsoft.com/office/officeart/2018/2/layout/IconVerticalSolidList"/>
    <dgm:cxn modelId="{2C2602FE-6F9A-4075-9921-A4A49A0DE94C}" srcId="{68651682-E79B-4F60-9D59-B106A9F4D62E}" destId="{A8233EF8-4562-4713-A72F-F698C8C42C64}" srcOrd="3" destOrd="0" parTransId="{EC089961-1201-4328-BB28-26A39C183A11}" sibTransId="{87E7B687-BBC1-417D-97D0-3703907C8047}"/>
    <dgm:cxn modelId="{8BEA4E9D-3D86-4A19-872E-6B0E15100D23}" type="presParOf" srcId="{B6B39C73-79BF-4D77-BCC3-8CF12E85DE49}" destId="{A17083CE-4395-4CE9-8659-20DF747B0531}" srcOrd="0" destOrd="0" presId="urn:microsoft.com/office/officeart/2018/2/layout/IconVerticalSolidList"/>
    <dgm:cxn modelId="{D623AD12-FCBA-49DC-B17E-850563B7838F}" type="presParOf" srcId="{A17083CE-4395-4CE9-8659-20DF747B0531}" destId="{6565E1EB-882F-4F19-B5FA-6C6C85898520}" srcOrd="0" destOrd="0" presId="urn:microsoft.com/office/officeart/2018/2/layout/IconVerticalSolidList"/>
    <dgm:cxn modelId="{21C598BE-EDE8-4C64-8E79-E21A0763D2A7}" type="presParOf" srcId="{A17083CE-4395-4CE9-8659-20DF747B0531}" destId="{DEC5452F-7A67-4EE2-8B60-61CBDF0441FA}" srcOrd="1" destOrd="0" presId="urn:microsoft.com/office/officeart/2018/2/layout/IconVerticalSolidList"/>
    <dgm:cxn modelId="{1B495A0E-2878-4EF2-A016-BA23A2B0B223}" type="presParOf" srcId="{A17083CE-4395-4CE9-8659-20DF747B0531}" destId="{5863E20E-8C18-4819-B3AB-D0C0B05A3E6E}" srcOrd="2" destOrd="0" presId="urn:microsoft.com/office/officeart/2018/2/layout/IconVerticalSolidList"/>
    <dgm:cxn modelId="{89DD91B3-986E-423A-9274-F0EE2C4FF0B4}" type="presParOf" srcId="{A17083CE-4395-4CE9-8659-20DF747B0531}" destId="{3AC968D8-0765-4134-9FC6-74D44B73FAE0}" srcOrd="3" destOrd="0" presId="urn:microsoft.com/office/officeart/2018/2/layout/IconVerticalSolidList"/>
    <dgm:cxn modelId="{74D7677D-A10E-406E-A968-9E8198B309E2}" type="presParOf" srcId="{B6B39C73-79BF-4D77-BCC3-8CF12E85DE49}" destId="{94091454-DBA3-4514-9EA9-66278601AB36}" srcOrd="1" destOrd="0" presId="urn:microsoft.com/office/officeart/2018/2/layout/IconVerticalSolidList"/>
    <dgm:cxn modelId="{AB8C3672-46A5-4634-8641-7DF80DA5C2D9}" type="presParOf" srcId="{B6B39C73-79BF-4D77-BCC3-8CF12E85DE49}" destId="{D1A11032-B227-4CD9-BFEC-A0F209A870E4}" srcOrd="2" destOrd="0" presId="urn:microsoft.com/office/officeart/2018/2/layout/IconVerticalSolidList"/>
    <dgm:cxn modelId="{3986C13D-81D0-48DB-BAAE-AB188EDFB876}" type="presParOf" srcId="{D1A11032-B227-4CD9-BFEC-A0F209A870E4}" destId="{E0B7A530-D491-4EB8-B4E3-B2095C5D51BF}" srcOrd="0" destOrd="0" presId="urn:microsoft.com/office/officeart/2018/2/layout/IconVerticalSolidList"/>
    <dgm:cxn modelId="{ED4351EE-3F8D-4324-BC5F-4D48DD0DEB72}" type="presParOf" srcId="{D1A11032-B227-4CD9-BFEC-A0F209A870E4}" destId="{BA1BF274-6E7E-4625-B5AB-B1E213F33018}" srcOrd="1" destOrd="0" presId="urn:microsoft.com/office/officeart/2018/2/layout/IconVerticalSolidList"/>
    <dgm:cxn modelId="{18BE3428-F7AB-4083-A2CD-5481D9598B76}" type="presParOf" srcId="{D1A11032-B227-4CD9-BFEC-A0F209A870E4}" destId="{A4734B12-4144-4164-819C-DCCE89C22B61}" srcOrd="2" destOrd="0" presId="urn:microsoft.com/office/officeart/2018/2/layout/IconVerticalSolidList"/>
    <dgm:cxn modelId="{572C8C9E-187D-4E11-B89F-1809AFD1AF75}" type="presParOf" srcId="{D1A11032-B227-4CD9-BFEC-A0F209A870E4}" destId="{64735737-253B-4848-9689-85D71DAC8BFF}" srcOrd="3" destOrd="0" presId="urn:microsoft.com/office/officeart/2018/2/layout/IconVerticalSolidList"/>
    <dgm:cxn modelId="{7FFDEB1C-D03C-4C5C-84B8-699387A1BBA3}" type="presParOf" srcId="{B6B39C73-79BF-4D77-BCC3-8CF12E85DE49}" destId="{C7AA5A06-0DF0-483B-A63C-1FDB361C2B58}" srcOrd="3" destOrd="0" presId="urn:microsoft.com/office/officeart/2018/2/layout/IconVerticalSolidList"/>
    <dgm:cxn modelId="{EFEC33BC-45D5-4680-B0EC-9878C9968309}" type="presParOf" srcId="{B6B39C73-79BF-4D77-BCC3-8CF12E85DE49}" destId="{07E529F4-7D5B-4DD1-833F-13A6C200A9D4}" srcOrd="4" destOrd="0" presId="urn:microsoft.com/office/officeart/2018/2/layout/IconVerticalSolidList"/>
    <dgm:cxn modelId="{BBA28FEF-27B1-425E-A21F-F8CC9E775C7F}" type="presParOf" srcId="{07E529F4-7D5B-4DD1-833F-13A6C200A9D4}" destId="{89B35039-C09C-466F-875B-BE23ADF8A597}" srcOrd="0" destOrd="0" presId="urn:microsoft.com/office/officeart/2018/2/layout/IconVerticalSolidList"/>
    <dgm:cxn modelId="{AD916E47-78DA-499B-B6D9-7F5B4B79673B}" type="presParOf" srcId="{07E529F4-7D5B-4DD1-833F-13A6C200A9D4}" destId="{ADBF51B8-A9EC-4D8A-966A-9CEC3DCBE348}" srcOrd="1" destOrd="0" presId="urn:microsoft.com/office/officeart/2018/2/layout/IconVerticalSolidList"/>
    <dgm:cxn modelId="{DA920357-A81D-4698-A25C-0988ECD60DF5}" type="presParOf" srcId="{07E529F4-7D5B-4DD1-833F-13A6C200A9D4}" destId="{6D283E96-8B4B-4F6F-9A36-34FD9124EF24}" srcOrd="2" destOrd="0" presId="urn:microsoft.com/office/officeart/2018/2/layout/IconVerticalSolidList"/>
    <dgm:cxn modelId="{E9711083-BF61-4E65-BA39-FF66B51AF0C4}" type="presParOf" srcId="{07E529F4-7D5B-4DD1-833F-13A6C200A9D4}" destId="{EAB3206B-FA3D-4DBA-8076-B6A51C11955F}" srcOrd="3" destOrd="0" presId="urn:microsoft.com/office/officeart/2018/2/layout/IconVerticalSolidList"/>
    <dgm:cxn modelId="{96041754-67B4-4389-B6AC-AAC08EF409D8}" type="presParOf" srcId="{B6B39C73-79BF-4D77-BCC3-8CF12E85DE49}" destId="{0D675D9E-5D54-4C74-9AE2-2176383D5B24}" srcOrd="5" destOrd="0" presId="urn:microsoft.com/office/officeart/2018/2/layout/IconVerticalSolidList"/>
    <dgm:cxn modelId="{EEB2CD57-521F-4ACA-A619-0F131968D841}" type="presParOf" srcId="{B6B39C73-79BF-4D77-BCC3-8CF12E85DE49}" destId="{75136DCB-E7FD-4207-A4EA-EB8EDED74EF1}" srcOrd="6" destOrd="0" presId="urn:microsoft.com/office/officeart/2018/2/layout/IconVerticalSolidList"/>
    <dgm:cxn modelId="{23A26077-A4FB-4FDA-BAC6-DDB3B07CB9C2}" type="presParOf" srcId="{75136DCB-E7FD-4207-A4EA-EB8EDED74EF1}" destId="{9D594C38-FD9A-4CAA-ABD8-93F797ADF645}" srcOrd="0" destOrd="0" presId="urn:microsoft.com/office/officeart/2018/2/layout/IconVerticalSolidList"/>
    <dgm:cxn modelId="{CDD723B4-AB64-4AA8-AA6C-8D6B746F3BC6}" type="presParOf" srcId="{75136DCB-E7FD-4207-A4EA-EB8EDED74EF1}" destId="{28412A3B-EF1E-4741-812C-A4749A3568C8}" srcOrd="1" destOrd="0" presId="urn:microsoft.com/office/officeart/2018/2/layout/IconVerticalSolidList"/>
    <dgm:cxn modelId="{55E6A541-613F-4E3F-A042-996042C8B047}" type="presParOf" srcId="{75136DCB-E7FD-4207-A4EA-EB8EDED74EF1}" destId="{F6EC4BDC-1249-425B-9407-EC30BF658FE6}" srcOrd="2" destOrd="0" presId="urn:microsoft.com/office/officeart/2018/2/layout/IconVerticalSolidList"/>
    <dgm:cxn modelId="{DF646B3C-2623-4BE8-86C8-4889A0183FC5}" type="presParOf" srcId="{75136DCB-E7FD-4207-A4EA-EB8EDED74EF1}" destId="{2B17FE46-3C99-4C46-96ED-C975A6AC8916}" srcOrd="3" destOrd="0" presId="urn:microsoft.com/office/officeart/2018/2/layout/IconVerticalSolidList"/>
    <dgm:cxn modelId="{5EF98614-9C49-4DBC-B60B-F4A06CC57D49}" type="presParOf" srcId="{75136DCB-E7FD-4207-A4EA-EB8EDED74EF1}" destId="{8FC9CE45-2A01-4FC8-9AC7-9998FC0AA68D}" srcOrd="4" destOrd="0" presId="urn:microsoft.com/office/officeart/2018/2/layout/IconVerticalSolidList"/>
    <dgm:cxn modelId="{A6BEC086-E2A0-41A2-95B3-0E19BC8F58B3}" type="presParOf" srcId="{B6B39C73-79BF-4D77-BCC3-8CF12E85DE49}" destId="{E3F57FB1-006B-4D51-8DCA-2E471059E8D3}" srcOrd="7" destOrd="0" presId="urn:microsoft.com/office/officeart/2018/2/layout/IconVerticalSolidList"/>
    <dgm:cxn modelId="{B230C9F7-04FD-4FDF-BC4C-2BE1BD9E8C46}" type="presParOf" srcId="{B6B39C73-79BF-4D77-BCC3-8CF12E85DE49}" destId="{2A7B4432-F2CF-423A-8682-90E3CFA560EB}" srcOrd="8" destOrd="0" presId="urn:microsoft.com/office/officeart/2018/2/layout/IconVerticalSolidList"/>
    <dgm:cxn modelId="{776206B9-198F-4A46-8D00-FB127E2D1DEF}" type="presParOf" srcId="{2A7B4432-F2CF-423A-8682-90E3CFA560EB}" destId="{9B869973-147C-4232-A98F-CF2C30C4A5A2}" srcOrd="0" destOrd="0" presId="urn:microsoft.com/office/officeart/2018/2/layout/IconVerticalSolidList"/>
    <dgm:cxn modelId="{D04FE338-4FDC-4934-8DA1-E224F748CD7C}" type="presParOf" srcId="{2A7B4432-F2CF-423A-8682-90E3CFA560EB}" destId="{B775BF5D-946A-4D7B-8E33-2B91C24F46E0}" srcOrd="1" destOrd="0" presId="urn:microsoft.com/office/officeart/2018/2/layout/IconVerticalSolidList"/>
    <dgm:cxn modelId="{AD9B12C7-AB7A-41DF-9037-4595A0F08130}" type="presParOf" srcId="{2A7B4432-F2CF-423A-8682-90E3CFA560EB}" destId="{8B25AF82-32E6-4158-B503-683CD602163D}" srcOrd="2" destOrd="0" presId="urn:microsoft.com/office/officeart/2018/2/layout/IconVerticalSolidList"/>
    <dgm:cxn modelId="{B64588F1-8229-4993-BC43-BD351516ECDD}" type="presParOf" srcId="{2A7B4432-F2CF-423A-8682-90E3CFA560EB}" destId="{6F204213-7C99-44F2-88C8-CCF8506ECFCD}" srcOrd="3" destOrd="0" presId="urn:microsoft.com/office/officeart/2018/2/layout/IconVerticalSolidList"/>
    <dgm:cxn modelId="{1F6299EC-0E24-4D6C-969B-E316D7E51BD8}" type="presParOf" srcId="{B6B39C73-79BF-4D77-BCC3-8CF12E85DE49}" destId="{820852DF-B7DA-4752-8D7F-10FDFDDBC565}" srcOrd="9" destOrd="0" presId="urn:microsoft.com/office/officeart/2018/2/layout/IconVerticalSolidList"/>
    <dgm:cxn modelId="{B5147FF6-20E8-4D85-8F10-73B84E34E238}" type="presParOf" srcId="{B6B39C73-79BF-4D77-BCC3-8CF12E85DE49}" destId="{FD31A1E8-2393-4DE5-8AA2-CB0702A1BC48}" srcOrd="10" destOrd="0" presId="urn:microsoft.com/office/officeart/2018/2/layout/IconVerticalSolidList"/>
    <dgm:cxn modelId="{F98F9C3B-636D-4018-8BB8-66903057D171}" type="presParOf" srcId="{FD31A1E8-2393-4DE5-8AA2-CB0702A1BC48}" destId="{50C6CF35-73AA-4F7D-887C-EBC8FD51E56E}" srcOrd="0" destOrd="0" presId="urn:microsoft.com/office/officeart/2018/2/layout/IconVerticalSolidList"/>
    <dgm:cxn modelId="{F450D1EB-4185-4B54-81DD-4C39ECB2B527}" type="presParOf" srcId="{FD31A1E8-2393-4DE5-8AA2-CB0702A1BC48}" destId="{74AD7D73-A8F5-4039-8F87-AA7FA5B50731}" srcOrd="1" destOrd="0" presId="urn:microsoft.com/office/officeart/2018/2/layout/IconVerticalSolidList"/>
    <dgm:cxn modelId="{4621C429-9268-4B05-A93D-4446A32CDDE5}" type="presParOf" srcId="{FD31A1E8-2393-4DE5-8AA2-CB0702A1BC48}" destId="{94D234A7-400C-43F3-A894-9E63EA2E7D1E}" srcOrd="2" destOrd="0" presId="urn:microsoft.com/office/officeart/2018/2/layout/IconVerticalSolidList"/>
    <dgm:cxn modelId="{F5A8BD90-C2D6-4AD1-81E7-372882CC176B}" type="presParOf" srcId="{FD31A1E8-2393-4DE5-8AA2-CB0702A1BC48}" destId="{3509E073-4A82-4B0F-9601-91B51AF3D12A}" srcOrd="3" destOrd="0" presId="urn:microsoft.com/office/officeart/2018/2/layout/IconVerticalSoli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F04F6-4307-4515-B241-63F232B0CB3E}">
      <dsp:nvSpPr>
        <dsp:cNvPr id="0" name=""/>
        <dsp:cNvSpPr/>
      </dsp:nvSpPr>
      <dsp:spPr>
        <a:xfrm>
          <a:off x="569753" y="570"/>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570"/>
        <a:ext cx="1236980" cy="742188"/>
      </dsp:txXfrm>
    </dsp:sp>
    <dsp:sp modelId="{000EEE16-3412-4F4E-8CCD-F934C9D7F146}">
      <dsp:nvSpPr>
        <dsp:cNvPr id="0" name=""/>
        <dsp:cNvSpPr/>
      </dsp:nvSpPr>
      <dsp:spPr>
        <a:xfrm>
          <a:off x="569753" y="866456"/>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866456"/>
        <a:ext cx="1236980" cy="742188"/>
      </dsp:txXfrm>
    </dsp:sp>
    <dsp:sp modelId="{0F814ED6-6C1A-40D1-BB68-EA1B4538DA04}">
      <dsp:nvSpPr>
        <dsp:cNvPr id="0" name=""/>
        <dsp:cNvSpPr/>
      </dsp:nvSpPr>
      <dsp:spPr>
        <a:xfrm>
          <a:off x="569753" y="1732343"/>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1732343"/>
        <a:ext cx="1236980" cy="742188"/>
      </dsp:txXfrm>
    </dsp:sp>
    <dsp:sp modelId="{4C85A490-F7E0-4F11-B3BB-3626AC75A82E}">
      <dsp:nvSpPr>
        <dsp:cNvPr id="0" name=""/>
        <dsp:cNvSpPr/>
      </dsp:nvSpPr>
      <dsp:spPr>
        <a:xfrm>
          <a:off x="569753" y="2598229"/>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2598229"/>
        <a:ext cx="1236980" cy="742188"/>
      </dsp:txXfrm>
    </dsp:sp>
    <dsp:sp modelId="{5FCE8B4B-B98C-498C-B13B-04028B8DF99F}">
      <dsp:nvSpPr>
        <dsp:cNvPr id="0" name=""/>
        <dsp:cNvSpPr/>
      </dsp:nvSpPr>
      <dsp:spPr>
        <a:xfrm>
          <a:off x="569753" y="3464116"/>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3464116"/>
        <a:ext cx="1236980" cy="7421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65E1EB-882F-4F19-B5FA-6C6C85898520}">
      <dsp:nvSpPr>
        <dsp:cNvPr id="0" name=""/>
        <dsp:cNvSpPr/>
      </dsp:nvSpPr>
      <dsp:spPr>
        <a:xfrm>
          <a:off x="0" y="4049"/>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C5452F-7A67-4EE2-8B60-61CBDF0441FA}">
      <dsp:nvSpPr>
        <dsp:cNvPr id="0" name=""/>
        <dsp:cNvSpPr/>
      </dsp:nvSpPr>
      <dsp:spPr>
        <a:xfrm>
          <a:off x="176000" y="134959"/>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C968D8-0765-4134-9FC6-74D44B73FAE0}">
      <dsp:nvSpPr>
        <dsp:cNvPr id="0" name=""/>
        <dsp:cNvSpPr/>
      </dsp:nvSpPr>
      <dsp:spPr>
        <a:xfrm>
          <a:off x="672313" y="4049"/>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The purpose of this template is to provide a guidance of the key elements that need to be covered by the different teams who participate in the Microsoft Agentic Industry Hackathon 2026 initiative.</a:t>
          </a:r>
        </a:p>
      </dsp:txBody>
      <dsp:txXfrm>
        <a:off x="672313" y="4049"/>
        <a:ext cx="7158880" cy="582387"/>
      </dsp:txXfrm>
    </dsp:sp>
    <dsp:sp modelId="{E0B7A530-D491-4EB8-B4E3-B2095C5D51BF}">
      <dsp:nvSpPr>
        <dsp:cNvPr id="0" name=""/>
        <dsp:cNvSpPr/>
      </dsp:nvSpPr>
      <dsp:spPr>
        <a:xfrm>
          <a:off x="0" y="727622"/>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1BF274-6E7E-4625-B5AB-B1E213F33018}">
      <dsp:nvSpPr>
        <dsp:cNvPr id="0" name=""/>
        <dsp:cNvSpPr/>
      </dsp:nvSpPr>
      <dsp:spPr>
        <a:xfrm>
          <a:off x="176000" y="858531"/>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735737-253B-4848-9689-85D71DAC8BFF}">
      <dsp:nvSpPr>
        <dsp:cNvPr id="0" name=""/>
        <dsp:cNvSpPr/>
      </dsp:nvSpPr>
      <dsp:spPr>
        <a:xfrm>
          <a:off x="672313" y="727622"/>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The whole initiative starts with an idea: How we can use AI Agents to improve the business. </a:t>
          </a:r>
        </a:p>
      </dsp:txBody>
      <dsp:txXfrm>
        <a:off x="672313" y="727622"/>
        <a:ext cx="7158880" cy="582387"/>
      </dsp:txXfrm>
    </dsp:sp>
    <dsp:sp modelId="{89B35039-C09C-466F-875B-BE23ADF8A597}">
      <dsp:nvSpPr>
        <dsp:cNvPr id="0" name=""/>
        <dsp:cNvSpPr/>
      </dsp:nvSpPr>
      <dsp:spPr>
        <a:xfrm>
          <a:off x="0" y="1451194"/>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BF51B8-A9EC-4D8A-966A-9CEC3DCBE348}">
      <dsp:nvSpPr>
        <dsp:cNvPr id="0" name=""/>
        <dsp:cNvSpPr/>
      </dsp:nvSpPr>
      <dsp:spPr>
        <a:xfrm>
          <a:off x="176000" y="1582103"/>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B3206B-FA3D-4DBA-8076-B6A51C11955F}">
      <dsp:nvSpPr>
        <dsp:cNvPr id="0" name=""/>
        <dsp:cNvSpPr/>
      </dsp:nvSpPr>
      <dsp:spPr>
        <a:xfrm>
          <a:off x="672313" y="1451194"/>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Once the idea is clear, use this template to define and design the Use Case around it so it can be evaluated by the Microsoft Agentic Industry Hackathon 2026 judging team who will decide which ones are the best ones to move to the implementation phase. To evaluate each idea, it must come with the elements described in this deck, so apples can be compared with apples.</a:t>
          </a:r>
        </a:p>
      </dsp:txBody>
      <dsp:txXfrm>
        <a:off x="672313" y="1451194"/>
        <a:ext cx="7158880" cy="582387"/>
      </dsp:txXfrm>
    </dsp:sp>
    <dsp:sp modelId="{9D594C38-FD9A-4CAA-ABD8-93F797ADF645}">
      <dsp:nvSpPr>
        <dsp:cNvPr id="0" name=""/>
        <dsp:cNvSpPr/>
      </dsp:nvSpPr>
      <dsp:spPr>
        <a:xfrm>
          <a:off x="0" y="2174766"/>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412A3B-EF1E-4741-812C-A4749A3568C8}">
      <dsp:nvSpPr>
        <dsp:cNvPr id="0" name=""/>
        <dsp:cNvSpPr/>
      </dsp:nvSpPr>
      <dsp:spPr>
        <a:xfrm>
          <a:off x="176000" y="2305675"/>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17FE46-3C99-4C46-96ED-C975A6AC8916}">
      <dsp:nvSpPr>
        <dsp:cNvPr id="0" name=""/>
        <dsp:cNvSpPr/>
      </dsp:nvSpPr>
      <dsp:spPr>
        <a:xfrm>
          <a:off x="672313" y="2174766"/>
          <a:ext cx="370244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There are 4 key elements to be described:</a:t>
          </a:r>
        </a:p>
      </dsp:txBody>
      <dsp:txXfrm>
        <a:off x="672313" y="2174766"/>
        <a:ext cx="3702440" cy="582387"/>
      </dsp:txXfrm>
    </dsp:sp>
    <dsp:sp modelId="{8FC9CE45-2A01-4FC8-9AC7-9998FC0AA68D}">
      <dsp:nvSpPr>
        <dsp:cNvPr id="0" name=""/>
        <dsp:cNvSpPr/>
      </dsp:nvSpPr>
      <dsp:spPr>
        <a:xfrm>
          <a:off x="4374753" y="2174766"/>
          <a:ext cx="3456439"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488950">
            <a:lnSpc>
              <a:spcPct val="100000"/>
            </a:lnSpc>
            <a:spcBef>
              <a:spcPct val="0"/>
            </a:spcBef>
            <a:spcAft>
              <a:spcPct val="35000"/>
            </a:spcAft>
            <a:buNone/>
          </a:pPr>
          <a:r>
            <a:rPr lang="en-US" sz="1100" kern="1200"/>
            <a:t>Use Case </a:t>
          </a:r>
          <a:r>
            <a:rPr lang="en-US" sz="1100" b="1" kern="1200"/>
            <a:t>description</a:t>
          </a:r>
          <a:r>
            <a:rPr lang="en-US" sz="1100" kern="1200"/>
            <a:t> from functional and business perspective:</a:t>
          </a:r>
        </a:p>
        <a:p>
          <a:pPr marL="0" lvl="0" indent="0" algn="l" defTabSz="488950">
            <a:lnSpc>
              <a:spcPct val="100000"/>
            </a:lnSpc>
            <a:spcBef>
              <a:spcPct val="0"/>
            </a:spcBef>
            <a:spcAft>
              <a:spcPct val="35000"/>
            </a:spcAft>
            <a:buNone/>
          </a:pPr>
          <a:r>
            <a:rPr lang="en-US" sz="1100" kern="1200"/>
            <a:t>Business </a:t>
          </a:r>
          <a:r>
            <a:rPr lang="en-US" sz="1100" b="1" kern="1200"/>
            <a:t>Process</a:t>
          </a:r>
          <a:r>
            <a:rPr lang="en-US" sz="1100" kern="1200"/>
            <a:t> of which the Use Case is part of and what part of the process is covered by the Use Case</a:t>
          </a:r>
        </a:p>
        <a:p>
          <a:pPr marL="0" lvl="0" indent="0" algn="l" defTabSz="488950">
            <a:lnSpc>
              <a:spcPct val="100000"/>
            </a:lnSpc>
            <a:spcBef>
              <a:spcPct val="0"/>
            </a:spcBef>
            <a:spcAft>
              <a:spcPct val="35000"/>
            </a:spcAft>
            <a:buNone/>
          </a:pPr>
          <a:r>
            <a:rPr lang="en-US" sz="1100" kern="1200"/>
            <a:t>Business </a:t>
          </a:r>
          <a:r>
            <a:rPr lang="en-US" sz="1100" b="1" kern="1200"/>
            <a:t>Case</a:t>
          </a:r>
          <a:r>
            <a:rPr lang="en-US" sz="1100" kern="1200"/>
            <a:t> to implement it.</a:t>
          </a:r>
        </a:p>
        <a:p>
          <a:pPr marL="0" lvl="0" indent="0" algn="l" defTabSz="488950">
            <a:lnSpc>
              <a:spcPct val="100000"/>
            </a:lnSpc>
            <a:spcBef>
              <a:spcPct val="0"/>
            </a:spcBef>
            <a:spcAft>
              <a:spcPct val="35000"/>
            </a:spcAft>
            <a:buNone/>
          </a:pPr>
          <a:r>
            <a:rPr lang="en-US" sz="1100" kern="1200"/>
            <a:t>High Level </a:t>
          </a:r>
          <a:r>
            <a:rPr lang="en-US" sz="1100" b="1" kern="1200"/>
            <a:t>Solution</a:t>
          </a:r>
          <a:r>
            <a:rPr lang="en-US" sz="1100" kern="1200"/>
            <a:t> from Functional and Technical perspective</a:t>
          </a:r>
        </a:p>
      </dsp:txBody>
      <dsp:txXfrm>
        <a:off x="4374753" y="2174766"/>
        <a:ext cx="3456439" cy="582387"/>
      </dsp:txXfrm>
    </dsp:sp>
    <dsp:sp modelId="{9B869973-147C-4232-A98F-CF2C30C4A5A2}">
      <dsp:nvSpPr>
        <dsp:cNvPr id="0" name=""/>
        <dsp:cNvSpPr/>
      </dsp:nvSpPr>
      <dsp:spPr>
        <a:xfrm>
          <a:off x="0" y="2898338"/>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75BF5D-946A-4D7B-8E33-2B91C24F46E0}">
      <dsp:nvSpPr>
        <dsp:cNvPr id="0" name=""/>
        <dsp:cNvSpPr/>
      </dsp:nvSpPr>
      <dsp:spPr>
        <a:xfrm>
          <a:off x="176000" y="3029247"/>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204213-7C99-44F2-88C8-CCF8506ECFCD}">
      <dsp:nvSpPr>
        <dsp:cNvPr id="0" name=""/>
        <dsp:cNvSpPr/>
      </dsp:nvSpPr>
      <dsp:spPr>
        <a:xfrm>
          <a:off x="672313" y="2898338"/>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The following slides will allow you to provide the necessary content. All the content included is provided as an example. Please update the template master to include the name of the process and update the content accordingly.</a:t>
          </a:r>
        </a:p>
      </dsp:txBody>
      <dsp:txXfrm>
        <a:off x="672313" y="2898338"/>
        <a:ext cx="7158880" cy="582387"/>
      </dsp:txXfrm>
    </dsp:sp>
    <dsp:sp modelId="{50C6CF35-73AA-4F7D-887C-EBC8FD51E56E}">
      <dsp:nvSpPr>
        <dsp:cNvPr id="0" name=""/>
        <dsp:cNvSpPr/>
      </dsp:nvSpPr>
      <dsp:spPr>
        <a:xfrm>
          <a:off x="0" y="3621910"/>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AD7D73-A8F5-4039-8F87-AA7FA5B50731}">
      <dsp:nvSpPr>
        <dsp:cNvPr id="0" name=""/>
        <dsp:cNvSpPr/>
      </dsp:nvSpPr>
      <dsp:spPr>
        <a:xfrm>
          <a:off x="176000" y="3752819"/>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09E073-4A82-4B0F-9601-91B51AF3D12A}">
      <dsp:nvSpPr>
        <dsp:cNvPr id="0" name=""/>
        <dsp:cNvSpPr/>
      </dsp:nvSpPr>
      <dsp:spPr>
        <a:xfrm>
          <a:off x="672313" y="3621910"/>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Good luck!</a:t>
          </a:r>
        </a:p>
      </dsp:txBody>
      <dsp:txXfrm>
        <a:off x="672313" y="3621910"/>
        <a:ext cx="7158880" cy="58238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04/01/2026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4</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69390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svg"/><Relationship Id="rId1" Type="http://schemas.openxmlformats.org/officeDocument/2006/relationships/slideLayout" Target="../slideLayouts/slideLayout3.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9.jpeg"/><Relationship Id="rId4" Type="http://schemas.openxmlformats.org/officeDocument/2006/relationships/image" Target="../media/image28.jpeg"/></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660EB-AA96-A36A-AB26-C98A5EF19DED}"/>
            </a:ext>
          </a:extLst>
        </p:cNvPr>
        <p:cNvGrpSpPr/>
        <p:nvPr/>
      </p:nvGrpSpPr>
      <p:grpSpPr>
        <a:xfrm>
          <a:off x="0" y="0"/>
          <a:ext cx="0" cy="0"/>
          <a:chOff x="0" y="0"/>
          <a:chExt cx="0" cy="0"/>
        </a:xfrm>
      </p:grpSpPr>
      <p:sp>
        <p:nvSpPr>
          <p:cNvPr id="26" name="Date Placeholder 25">
            <a:extLst>
              <a:ext uri="{FF2B5EF4-FFF2-40B4-BE49-F238E27FC236}">
                <a16:creationId xmlns:a16="http://schemas.microsoft.com/office/drawing/2014/main" id="{1F3761F2-0080-803D-4A06-0737A50C57EE}"/>
              </a:ext>
            </a:extLst>
          </p:cNvPr>
          <p:cNvSpPr>
            <a:spLocks noGrp="1"/>
          </p:cNvSpPr>
          <p:nvPr>
            <p:ph type="dt" sz="half" idx="24"/>
          </p:nvPr>
        </p:nvSpPr>
        <p:spPr>
          <a:xfrm>
            <a:off x="9809927" y="6650661"/>
            <a:ext cx="1831210" cy="123111"/>
          </a:xfrm>
        </p:spPr>
        <p:txBody>
          <a:bodyPr wrap="none" lIns="0" tIns="0" rIns="0" bIns="0" anchor="ctr" anchorCtr="0">
            <a:normAutofit/>
          </a:bodyPr>
          <a:lstStyle/>
          <a:p>
            <a:pPr>
              <a:spcBef>
                <a:spcPts val="1000"/>
              </a:spcBef>
            </a:pPr>
            <a:r>
              <a:rPr lang="en-US" kern="1200">
                <a:latin typeface="+mn-lt"/>
                <a:ea typeface="+mn-ea"/>
                <a:cs typeface="+mn-cs"/>
              </a:rPr>
              <a:t>Company Confidential © Capgemini 2026. All rights reserved.</a:t>
            </a:r>
          </a:p>
        </p:txBody>
      </p:sp>
      <p:sp>
        <p:nvSpPr>
          <p:cNvPr id="27" name="Footer Placeholder 26">
            <a:extLst>
              <a:ext uri="{FF2B5EF4-FFF2-40B4-BE49-F238E27FC236}">
                <a16:creationId xmlns:a16="http://schemas.microsoft.com/office/drawing/2014/main" id="{3E56202C-5B2D-99F6-7B01-54C59BE2F566}"/>
              </a:ext>
            </a:extLst>
          </p:cNvPr>
          <p:cNvSpPr>
            <a:spLocks noGrp="1"/>
          </p:cNvSpPr>
          <p:nvPr>
            <p:ph type="ftr" sz="quarter" idx="25"/>
          </p:nvPr>
        </p:nvSpPr>
        <p:spPr>
          <a:xfrm>
            <a:off x="550863" y="6650661"/>
            <a:ext cx="4716524" cy="123111"/>
          </a:xfrm>
        </p:spPr>
        <p:txBody>
          <a:bodyPr wrap="none" lIns="0" tIns="0" rIns="0" bIns="0" anchor="ctr" anchorCtr="0">
            <a:normAutofit/>
          </a:bodyPr>
          <a:lstStyle/>
          <a:p>
            <a:pPr>
              <a:spcBef>
                <a:spcPts val="1000"/>
              </a:spcBef>
            </a:pPr>
            <a:r>
              <a:rPr lang="en-US" kern="1200">
                <a:latin typeface="+mn-lt"/>
                <a:ea typeface="+mn-ea"/>
                <a:cs typeface="+mn-cs"/>
              </a:rPr>
              <a:t>Presentation Title | Author | Date</a:t>
            </a:r>
          </a:p>
        </p:txBody>
      </p:sp>
      <p:sp>
        <p:nvSpPr>
          <p:cNvPr id="28" name="Slide Number Placeholder 27">
            <a:extLst>
              <a:ext uri="{FF2B5EF4-FFF2-40B4-BE49-F238E27FC236}">
                <a16:creationId xmlns:a16="http://schemas.microsoft.com/office/drawing/2014/main" id="{E5A23704-84CD-0E2E-A325-BD929F3CBCC3}"/>
              </a:ext>
            </a:extLst>
          </p:cNvPr>
          <p:cNvSpPr>
            <a:spLocks noGrp="1"/>
          </p:cNvSpPr>
          <p:nvPr>
            <p:ph type="sldNum" sz="quarter" idx="26"/>
          </p:nvPr>
        </p:nvSpPr>
        <p:spPr>
          <a:xfrm>
            <a:off x="11778341" y="6650661"/>
            <a:ext cx="232665" cy="123111"/>
          </a:xfrm>
        </p:spPr>
        <p:txBody>
          <a:bodyPr wrap="square" lIns="0" tIns="0" rIns="0" bIns="0" anchor="ctr" anchorCtr="0">
            <a:normAutofit/>
          </a:bodyPr>
          <a:lstStyle/>
          <a:p>
            <a:pPr algn="r">
              <a:spcAft>
                <a:spcPts val="600"/>
              </a:spcAft>
            </a:pPr>
            <a:fld id="{5D9A5160-6218-4E5A-B9E6-B93E3DAE377C}" type="slidenum">
              <a:rPr lang="en-US" smtClean="0"/>
              <a:pPr algn="r">
                <a:spcAft>
                  <a:spcPts val="600"/>
                </a:spcAft>
              </a:pPr>
              <a:t>1</a:t>
            </a:fld>
            <a:endParaRPr lang="en-US"/>
          </a:p>
        </p:txBody>
      </p:sp>
      <p:sp>
        <p:nvSpPr>
          <p:cNvPr id="14" name="Text Placeholder 13">
            <a:extLst>
              <a:ext uri="{FF2B5EF4-FFF2-40B4-BE49-F238E27FC236}">
                <a16:creationId xmlns:a16="http://schemas.microsoft.com/office/drawing/2014/main" id="{1857440B-E53D-171E-E3CD-DC2F79BF3055}"/>
              </a:ext>
            </a:extLst>
          </p:cNvPr>
          <p:cNvSpPr>
            <a:spLocks noGrp="1"/>
          </p:cNvSpPr>
          <p:nvPr>
            <p:ph type="body" sz="quarter" idx="22"/>
          </p:nvPr>
        </p:nvSpPr>
        <p:spPr>
          <a:xfrm>
            <a:off x="550200" y="1634286"/>
            <a:ext cx="7920880" cy="307777"/>
          </a:xfrm>
        </p:spPr>
        <p:txBody>
          <a:bodyPr vert="horz" wrap="square" lIns="0" tIns="0" rIns="0" bIns="0" rtlCol="0">
            <a:normAutofit/>
          </a:bodyPr>
          <a:lstStyle/>
          <a:p>
            <a:r>
              <a:rPr lang="en-GB" b="1" kern="1200">
                <a:latin typeface="+mn-lt"/>
                <a:ea typeface="+mn-ea"/>
                <a:cs typeface="+mn-cs"/>
              </a:rPr>
              <a:t>How to use this template</a:t>
            </a:r>
          </a:p>
        </p:txBody>
      </p:sp>
      <p:sp>
        <p:nvSpPr>
          <p:cNvPr id="8" name="Title 7">
            <a:extLst>
              <a:ext uri="{FF2B5EF4-FFF2-40B4-BE49-F238E27FC236}">
                <a16:creationId xmlns:a16="http://schemas.microsoft.com/office/drawing/2014/main" id="{0F633997-1553-8599-836B-AFA29F1FCD4D}"/>
              </a:ext>
            </a:extLst>
          </p:cNvPr>
          <p:cNvSpPr>
            <a:spLocks noGrp="1"/>
          </p:cNvSpPr>
          <p:nvPr>
            <p:ph type="title"/>
          </p:nvPr>
        </p:nvSpPr>
        <p:spPr>
          <a:xfrm>
            <a:off x="551384" y="549274"/>
            <a:ext cx="7920880" cy="930372"/>
          </a:xfrm>
        </p:spPr>
        <p:txBody>
          <a:bodyPr vert="horz" lIns="0" tIns="0" rIns="0" bIns="126000" rtlCol="0" anchor="b" anchorCtr="0">
            <a:normAutofit/>
          </a:bodyPr>
          <a:lstStyle/>
          <a:p>
            <a:r>
              <a:rPr kumimoji="0" lang="en-US" b="0" i="0" u="none" strike="noStrike" kern="1200" cap="none" spc="0" normalizeH="0" baseline="0" noProof="0">
                <a:ln>
                  <a:noFill/>
                </a:ln>
                <a:effectLst/>
                <a:uLnTx/>
                <a:uFillTx/>
                <a:latin typeface="+mj-lt"/>
                <a:ea typeface="+mj-ea"/>
                <a:cs typeface="+mj-cs"/>
              </a:rPr>
              <a:t>INSTRUCTIONS</a:t>
            </a:r>
          </a:p>
        </p:txBody>
      </p:sp>
      <p:graphicFrame>
        <p:nvGraphicFramePr>
          <p:cNvPr id="51" name="Content Placeholder 50">
            <a:extLst>
              <a:ext uri="{FF2B5EF4-FFF2-40B4-BE49-F238E27FC236}">
                <a16:creationId xmlns:a16="http://schemas.microsoft.com/office/drawing/2014/main" id="{E270F0B6-66EA-2F5F-93C8-B623288BAD86}"/>
              </a:ext>
            </a:extLst>
          </p:cNvPr>
          <p:cNvGraphicFramePr>
            <a:graphicFrameLocks noGrp="1"/>
          </p:cNvGraphicFramePr>
          <p:nvPr>
            <p:ph sz="quarter" idx="28"/>
          </p:nvPr>
        </p:nvGraphicFramePr>
        <p:xfrm>
          <a:off x="9264650" y="2133600"/>
          <a:ext cx="2376488" cy="42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6" name="Text Placeholder 8">
            <a:extLst>
              <a:ext uri="{FF2B5EF4-FFF2-40B4-BE49-F238E27FC236}">
                <a16:creationId xmlns:a16="http://schemas.microsoft.com/office/drawing/2014/main" id="{048D0ECF-2A3A-E881-E32E-ADAD1BAC861E}"/>
              </a:ext>
            </a:extLst>
          </p:cNvPr>
          <p:cNvSpPr>
            <a:spLocks noGrp="1"/>
          </p:cNvSpPr>
          <p:nvPr>
            <p:ph type="body" sz="quarter" idx="13"/>
          </p:nvPr>
        </p:nvSpPr>
        <p:spPr>
          <a:xfrm>
            <a:off x="550862" y="266219"/>
            <a:ext cx="7919853" cy="151263"/>
          </a:xfrm>
        </p:spPr>
        <p:txBody>
          <a:bodyPr/>
          <a:lstStyle/>
          <a:p>
            <a:endParaRPr lang="en-US"/>
          </a:p>
        </p:txBody>
      </p:sp>
      <p:graphicFrame>
        <p:nvGraphicFramePr>
          <p:cNvPr id="30" name="Content Placeholder 9">
            <a:extLst>
              <a:ext uri="{FF2B5EF4-FFF2-40B4-BE49-F238E27FC236}">
                <a16:creationId xmlns:a16="http://schemas.microsoft.com/office/drawing/2014/main" id="{1D7CC38F-E1BD-455E-7366-62DE0FBBAEC7}"/>
              </a:ext>
            </a:extLst>
          </p:cNvPr>
          <p:cNvGraphicFramePr>
            <a:graphicFrameLocks noGrp="1"/>
          </p:cNvGraphicFramePr>
          <p:nvPr>
            <p:ph sz="quarter" idx="31"/>
            <p:extLst>
              <p:ext uri="{D42A27DB-BD31-4B8C-83A1-F6EECF244321}">
                <p14:modId xmlns:p14="http://schemas.microsoft.com/office/powerpoint/2010/main" val="1349139714"/>
              </p:ext>
            </p:extLst>
          </p:nvPr>
        </p:nvGraphicFramePr>
        <p:xfrm>
          <a:off x="124374" y="2128992"/>
          <a:ext cx="8227646" cy="42083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2DDC3D0B-C295-71B1-3222-9536F1C55424}"/>
              </a:ext>
            </a:extLst>
          </p:cNvPr>
          <p:cNvSpPr txBox="1"/>
          <p:nvPr/>
        </p:nvSpPr>
        <p:spPr>
          <a:xfrm>
            <a:off x="9264351" y="1634285"/>
            <a:ext cx="2376787" cy="307777"/>
          </a:xfrm>
          <a:prstGeom prst="rect">
            <a:avLst/>
          </a:prstGeom>
        </p:spPr>
        <p:txBody>
          <a:bodyPr vert="horz" wrap="square" lIns="0" tIns="0" rIns="0" bIns="0" rtlCol="0">
            <a:normAutofit/>
          </a:bodyPr>
          <a:lstStyle/>
          <a:p>
            <a:pPr>
              <a:lnSpc>
                <a:spcPct val="90000"/>
              </a:lnSpc>
              <a:spcBef>
                <a:spcPts val="1800"/>
              </a:spcBef>
            </a:pPr>
            <a:r>
              <a:rPr lang="en-US" sz="1100" b="1" kern="1200">
                <a:solidFill>
                  <a:schemeClr val="bg1"/>
                </a:solidFill>
                <a:latin typeface="+mn-lt"/>
                <a:ea typeface="+mn-ea"/>
                <a:cs typeface="+mn-cs"/>
              </a:rPr>
              <a:t>SLIDE TO BE REMOVED ONCE COMPLETED</a:t>
            </a:r>
          </a:p>
        </p:txBody>
      </p:sp>
    </p:spTree>
    <p:extLst>
      <p:ext uri="{BB962C8B-B14F-4D97-AF65-F5344CB8AC3E}">
        <p14:creationId xmlns:p14="http://schemas.microsoft.com/office/powerpoint/2010/main" val="3826729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71EC-83FC-FE86-9488-62B1C7605BC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F0B0CC9-543D-DA3F-A8A3-91F21E54086E}"/>
              </a:ext>
            </a:extLst>
          </p:cNvPr>
          <p:cNvSpPr>
            <a:spLocks noGrp="1"/>
          </p:cNvSpPr>
          <p:nvPr>
            <p:ph type="title"/>
          </p:nvPr>
        </p:nvSpPr>
        <p:spPr>
          <a:xfrm>
            <a:off x="551384" y="549274"/>
            <a:ext cx="11090938" cy="930372"/>
          </a:xfrm>
        </p:spPr>
        <p:txBody>
          <a:bodyPr/>
          <a:lstStyle/>
          <a:p>
            <a:r>
              <a:rPr lang="en-US"/>
              <a:t>USE CASE AND ARCHITECTURE TIPS </a:t>
            </a:r>
            <a:br>
              <a:rPr lang="en-US"/>
            </a:br>
            <a:endParaRPr lang="en-US"/>
          </a:p>
        </p:txBody>
      </p:sp>
      <p:sp>
        <p:nvSpPr>
          <p:cNvPr id="26" name="Text Placeholder 3">
            <a:extLst>
              <a:ext uri="{FF2B5EF4-FFF2-40B4-BE49-F238E27FC236}">
                <a16:creationId xmlns:a16="http://schemas.microsoft.com/office/drawing/2014/main" id="{1115F03B-35CA-58E0-CDBD-CCA458F648B0}"/>
              </a:ext>
            </a:extLst>
          </p:cNvPr>
          <p:cNvSpPr txBox="1">
            <a:spLocks/>
          </p:cNvSpPr>
          <p:nvPr/>
        </p:nvSpPr>
        <p:spPr>
          <a:xfrm>
            <a:off x="6095712" y="1596987"/>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3"/>
                </a:solidFill>
                <a:effectLst/>
                <a:uLnTx/>
                <a:uFillTx/>
                <a:latin typeface="Ubuntu Medium"/>
                <a:ea typeface="+mn-ea"/>
                <a:cs typeface="+mn-cs"/>
              </a:rPr>
              <a:t>Architecture</a:t>
            </a:r>
          </a:p>
        </p:txBody>
      </p:sp>
      <p:sp>
        <p:nvSpPr>
          <p:cNvPr id="27" name="Content Placeholder 5">
            <a:extLst>
              <a:ext uri="{FF2B5EF4-FFF2-40B4-BE49-F238E27FC236}">
                <a16:creationId xmlns:a16="http://schemas.microsoft.com/office/drawing/2014/main" id="{C05F34D7-5322-37EE-A24C-3FA42C47D4B2}"/>
              </a:ext>
            </a:extLst>
          </p:cNvPr>
          <p:cNvSpPr txBox="1">
            <a:spLocks/>
          </p:cNvSpPr>
          <p:nvPr/>
        </p:nvSpPr>
        <p:spPr>
          <a:xfrm>
            <a:off x="5991852" y="3969137"/>
            <a:ext cx="5787486" cy="2515748"/>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ts val="600"/>
              </a:lnSpc>
              <a:buClrTx/>
              <a:buFont typeface="+mj-lt"/>
              <a:buAutoNum type="arabicPeriod"/>
              <a:defRPr/>
            </a:pPr>
            <a:r>
              <a:rPr lang="en-US">
                <a:solidFill>
                  <a:srgbClr val="000000"/>
                </a:solidFill>
                <a:latin typeface="Ubuntu"/>
              </a:rPr>
              <a:t>Clear Architecture Flow – Is the end‑to‑end design simple and clear?</a:t>
            </a:r>
          </a:p>
          <a:p>
            <a:pPr marL="342900" lvl="1" indent="-342900">
              <a:lnSpc>
                <a:spcPts val="600"/>
              </a:lnSpc>
              <a:buClrTx/>
              <a:buFont typeface="+mj-lt"/>
              <a:buAutoNum type="arabicPeriod"/>
              <a:defRPr/>
            </a:pPr>
            <a:r>
              <a:rPr lang="en-US">
                <a:solidFill>
                  <a:srgbClr val="000000"/>
                </a:solidFill>
                <a:latin typeface="Ubuntu"/>
              </a:rPr>
              <a:t>Platform Fit – Are the platforms used appropriately?</a:t>
            </a:r>
          </a:p>
          <a:p>
            <a:pPr marL="342900" lvl="1" indent="-342900">
              <a:lnSpc>
                <a:spcPts val="600"/>
              </a:lnSpc>
              <a:buClrTx/>
              <a:buFont typeface="+mj-lt"/>
              <a:buAutoNum type="arabicPeriod"/>
              <a:defRPr/>
            </a:pPr>
            <a:r>
              <a:rPr lang="en-US">
                <a:solidFill>
                  <a:srgbClr val="000000"/>
                </a:solidFill>
                <a:latin typeface="Ubuntu"/>
              </a:rPr>
              <a:t>Data &amp; Governance – Is data storage and access well‑defined?</a:t>
            </a:r>
          </a:p>
          <a:p>
            <a:pPr marL="342900" lvl="1" indent="-342900">
              <a:lnSpc>
                <a:spcPts val="600"/>
              </a:lnSpc>
              <a:buClrTx/>
              <a:buFont typeface="+mj-lt"/>
              <a:buAutoNum type="arabicPeriod"/>
              <a:defRPr/>
            </a:pPr>
            <a:r>
              <a:rPr lang="en-US">
                <a:solidFill>
                  <a:srgbClr val="000000"/>
                </a:solidFill>
                <a:latin typeface="Ubuntu"/>
              </a:rPr>
              <a:t>Security – Are identity, access, and protection measures in place?</a:t>
            </a:r>
          </a:p>
          <a:p>
            <a:pPr marL="342900" lvl="1" indent="-342900">
              <a:lnSpc>
                <a:spcPts val="600"/>
              </a:lnSpc>
              <a:buClrTx/>
              <a:buFont typeface="+mj-lt"/>
              <a:buAutoNum type="arabicPeriod"/>
              <a:defRPr/>
            </a:pPr>
            <a:r>
              <a:rPr lang="en-US">
                <a:solidFill>
                  <a:srgbClr val="000000"/>
                </a:solidFill>
                <a:latin typeface="Ubuntu"/>
              </a:rPr>
              <a:t>Reliability – Does the design handle failures and recovery?</a:t>
            </a:r>
          </a:p>
          <a:p>
            <a:pPr marL="342900" lvl="1" indent="-342900">
              <a:lnSpc>
                <a:spcPts val="600"/>
              </a:lnSpc>
              <a:buClrTx/>
              <a:buFont typeface="+mj-lt"/>
              <a:buAutoNum type="arabicPeriod"/>
              <a:defRPr/>
            </a:pPr>
            <a:r>
              <a:rPr lang="en-US">
                <a:solidFill>
                  <a:srgbClr val="000000"/>
                </a:solidFill>
                <a:latin typeface="Ubuntu"/>
              </a:rPr>
              <a:t>Performance – Is the solution optimized for speed and efficiency?</a:t>
            </a:r>
          </a:p>
          <a:p>
            <a:pPr marL="342900" lvl="1" indent="-342900">
              <a:lnSpc>
                <a:spcPts val="600"/>
              </a:lnSpc>
              <a:buClrTx/>
              <a:buFont typeface="+mj-lt"/>
              <a:buAutoNum type="arabicPeriod"/>
              <a:defRPr/>
            </a:pPr>
            <a:r>
              <a:rPr lang="en-US">
                <a:solidFill>
                  <a:srgbClr val="000000"/>
                </a:solidFill>
                <a:latin typeface="Ubuntu"/>
              </a:rPr>
              <a:t>Cost Awareness – Are compute and AI resource costs considered?</a:t>
            </a:r>
          </a:p>
          <a:p>
            <a:pPr marL="342900" lvl="1" indent="-342900">
              <a:lnSpc>
                <a:spcPts val="600"/>
              </a:lnSpc>
              <a:buClrTx/>
              <a:buFont typeface="+mj-lt"/>
              <a:buAutoNum type="arabicPeriod"/>
              <a:defRPr/>
            </a:pPr>
            <a:r>
              <a:rPr lang="en-US">
                <a:solidFill>
                  <a:srgbClr val="000000"/>
                </a:solidFill>
                <a:latin typeface="Ubuntu"/>
              </a:rPr>
              <a:t>Scalability – Can the solution grow without redesign?</a:t>
            </a:r>
          </a:p>
          <a:p>
            <a:pPr marL="342900" lvl="1" indent="-342900">
              <a:lnSpc>
                <a:spcPts val="600"/>
              </a:lnSpc>
              <a:buClrTx/>
              <a:buFont typeface="+mj-lt"/>
              <a:buAutoNum type="arabicPeriod"/>
              <a:defRPr/>
            </a:pPr>
            <a:r>
              <a:rPr lang="en-US">
                <a:solidFill>
                  <a:srgbClr val="000000"/>
                </a:solidFill>
                <a:latin typeface="Ubuntu"/>
              </a:rPr>
              <a:t>Integration – Are connections between components defined?</a:t>
            </a:r>
          </a:p>
          <a:p>
            <a:pPr marL="342900" lvl="1" indent="-342900">
              <a:lnSpc>
                <a:spcPts val="600"/>
              </a:lnSpc>
              <a:buClrTx/>
              <a:buFont typeface="+mj-lt"/>
              <a:buAutoNum type="arabicPeriod"/>
              <a:defRPr/>
            </a:pPr>
            <a:r>
              <a:rPr lang="en-US">
                <a:solidFill>
                  <a:srgbClr val="000000"/>
                </a:solidFill>
                <a:latin typeface="Ubuntu"/>
              </a:rPr>
              <a:t>Provisioning Readiness – Does the design list all</a:t>
            </a:r>
            <a:endParaRPr kumimoji="0" lang="en-US" sz="1050" b="0" i="0" u="none" strike="noStrike" kern="1200" cap="none" spc="0" normalizeH="0" baseline="0" noProof="0">
              <a:ln>
                <a:noFill/>
              </a:ln>
              <a:solidFill>
                <a:srgbClr val="000000"/>
              </a:solidFill>
              <a:effectLst/>
              <a:uLnTx/>
              <a:uFillTx/>
              <a:latin typeface="Ubuntu"/>
              <a:ea typeface="+mn-ea"/>
              <a:cs typeface="+mn-cs"/>
            </a:endParaRPr>
          </a:p>
        </p:txBody>
      </p:sp>
      <p:sp>
        <p:nvSpPr>
          <p:cNvPr id="28" name="Text Placeholder 6">
            <a:extLst>
              <a:ext uri="{FF2B5EF4-FFF2-40B4-BE49-F238E27FC236}">
                <a16:creationId xmlns:a16="http://schemas.microsoft.com/office/drawing/2014/main" id="{F181260B-53E0-47B9-D77A-30295DB98D61}"/>
              </a:ext>
            </a:extLst>
          </p:cNvPr>
          <p:cNvSpPr txBox="1">
            <a:spLocks/>
          </p:cNvSpPr>
          <p:nvPr/>
        </p:nvSpPr>
        <p:spPr>
          <a:xfrm>
            <a:off x="551150" y="1596987"/>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2"/>
                </a:solidFill>
                <a:effectLst/>
                <a:uLnTx/>
                <a:uFillTx/>
                <a:latin typeface="Ubuntu Medium"/>
                <a:ea typeface="+mn-ea"/>
                <a:cs typeface="+mn-cs"/>
              </a:rPr>
              <a:t>Use Case</a:t>
            </a:r>
          </a:p>
        </p:txBody>
      </p:sp>
      <p:sp>
        <p:nvSpPr>
          <p:cNvPr id="29" name="Content Placeholder 7">
            <a:extLst>
              <a:ext uri="{FF2B5EF4-FFF2-40B4-BE49-F238E27FC236}">
                <a16:creationId xmlns:a16="http://schemas.microsoft.com/office/drawing/2014/main" id="{CF751F03-A94B-7B97-F201-BE0AC07FB6FC}"/>
              </a:ext>
            </a:extLst>
          </p:cNvPr>
          <p:cNvSpPr txBox="1">
            <a:spLocks/>
          </p:cNvSpPr>
          <p:nvPr/>
        </p:nvSpPr>
        <p:spPr>
          <a:xfrm>
            <a:off x="680227" y="3969136"/>
            <a:ext cx="5108294" cy="2646650"/>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Problem Significance – Is this an important problem?</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User Impact – Who benefits and how much?</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Innovation – What’s new or creative here?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AI Fit – Is AI the right tool for the job?</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User Experience – Is it simple and intuitive?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Responsible Design – Are safety and ethics addressed?</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Feasibility – Can it realistically be built now?</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Scalability &amp; Security – Can it scale securely?</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Reusability (MCP) – What parts can be reused elsewhere?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KPI Impact – What measurable value will it deliver?</a:t>
            </a:r>
          </a:p>
          <a:p>
            <a:pPr marL="342900" marR="0" lvl="0" indent="-342900" algn="l" defTabSz="914400" rtl="0" eaLnBrk="1" fontAlgn="auto" latinLnBrk="0" hangingPunct="1">
              <a:lnSpc>
                <a:spcPts val="600"/>
              </a:lnSpc>
              <a:spcBef>
                <a:spcPts val="1200"/>
              </a:spcBef>
              <a:spcAft>
                <a:spcPts val="0"/>
              </a:spcAft>
              <a:buClrTx/>
              <a:buSzTx/>
              <a:buFont typeface="+mj-lt"/>
              <a:buAutoNum type="arabicPeriod"/>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cxnSp>
        <p:nvCxnSpPr>
          <p:cNvPr id="30" name="Straight Connector 29">
            <a:extLst>
              <a:ext uri="{FF2B5EF4-FFF2-40B4-BE49-F238E27FC236}">
                <a16:creationId xmlns:a16="http://schemas.microsoft.com/office/drawing/2014/main" id="{970E9ABA-D452-680D-85BE-6581F3B3DD8A}"/>
              </a:ext>
              <a:ext uri="{C183D7F6-B498-43B3-948B-1728B52AA6E4}">
                <adec:decorative xmlns:adec="http://schemas.microsoft.com/office/drawing/2017/decorative" val="1"/>
              </a:ext>
            </a:extLst>
          </p:cNvPr>
          <p:cNvCxnSpPr>
            <a:cxnSpLocks/>
          </p:cNvCxnSpPr>
          <p:nvPr/>
        </p:nvCxnSpPr>
        <p:spPr>
          <a:xfrm>
            <a:off x="6096001" y="3794732"/>
            <a:ext cx="5545189"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E57B980-1310-775B-D24C-60558C0D2944}"/>
              </a:ext>
              <a:ext uri="{C183D7F6-B498-43B3-948B-1728B52AA6E4}">
                <adec:decorative xmlns:adec="http://schemas.microsoft.com/office/drawing/2017/decorative" val="1"/>
              </a:ext>
            </a:extLst>
          </p:cNvPr>
          <p:cNvCxnSpPr>
            <a:cxnSpLocks/>
          </p:cNvCxnSpPr>
          <p:nvPr/>
        </p:nvCxnSpPr>
        <p:spPr>
          <a:xfrm>
            <a:off x="551438" y="3794732"/>
            <a:ext cx="510829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002AEED7-BBB1-1E4A-6628-749034E074A7}"/>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2025. All rights reserved.</a:t>
            </a:r>
          </a:p>
        </p:txBody>
      </p:sp>
      <p:sp>
        <p:nvSpPr>
          <p:cNvPr id="17" name="Footer Placeholder 16">
            <a:extLst>
              <a:ext uri="{FF2B5EF4-FFF2-40B4-BE49-F238E27FC236}">
                <a16:creationId xmlns:a16="http://schemas.microsoft.com/office/drawing/2014/main" id="{C565B944-1985-B316-58F5-844AF9C39C8B}"/>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D402AF30-6364-2F54-A6F9-F0611636EFFF}"/>
              </a:ext>
            </a:extLst>
          </p:cNvPr>
          <p:cNvSpPr>
            <a:spLocks noGrp="1"/>
          </p:cNvSpPr>
          <p:nvPr>
            <p:ph type="sldNum" sz="quarter" idx="12"/>
          </p:nvPr>
        </p:nvSpPr>
        <p:spPr/>
        <p:txBody>
          <a:bodyPr/>
          <a:lstStyle/>
          <a:p>
            <a:pPr algn="r"/>
            <a:fld id="{5D9A5160-6218-4E5A-B9E6-B93E3DAE377C}" type="slidenum">
              <a:rPr lang="en-US" smtClean="0"/>
              <a:pPr algn="r"/>
              <a:t>2</a:t>
            </a:fld>
            <a:endParaRPr lang="en-US"/>
          </a:p>
        </p:txBody>
      </p:sp>
      <p:sp>
        <p:nvSpPr>
          <p:cNvPr id="12" name="TextBox 11">
            <a:extLst>
              <a:ext uri="{FF2B5EF4-FFF2-40B4-BE49-F238E27FC236}">
                <a16:creationId xmlns:a16="http://schemas.microsoft.com/office/drawing/2014/main" id="{16D49C09-B70F-92E3-1B81-68D6400AAEBD}"/>
              </a:ext>
            </a:extLst>
          </p:cNvPr>
          <p:cNvSpPr txBox="1"/>
          <p:nvPr/>
        </p:nvSpPr>
        <p:spPr>
          <a:xfrm>
            <a:off x="423657" y="1997757"/>
            <a:ext cx="5363856" cy="1600438"/>
          </a:xfrm>
          <a:prstGeom prst="rect">
            <a:avLst/>
          </a:prstGeom>
          <a:noFill/>
        </p:spPr>
        <p:txBody>
          <a:bodyPr wrap="square" lIns="91440" tIns="45720" rIns="91440" bIns="45720" anchor="t">
            <a:spAutoFit/>
          </a:bodyPr>
          <a:lstStyle/>
          <a:p>
            <a:r>
              <a:rPr lang="en-US" sz="1400"/>
              <a:t>To ensure every hackathon project delivers meaningful impact, teams must have a use case across several key dimensions that drive business value and responsible innovation.</a:t>
            </a:r>
          </a:p>
          <a:p>
            <a:endParaRPr lang="en-US" sz="1400"/>
          </a:p>
          <a:p>
            <a:r>
              <a:rPr lang="en-US" sz="1400"/>
              <a:t>This framework helps assess whether a proposed AI solution is not only creative but also feasible, scalable, and aligned with real user needs. </a:t>
            </a:r>
          </a:p>
        </p:txBody>
      </p:sp>
      <p:sp>
        <p:nvSpPr>
          <p:cNvPr id="10" name="TextBox 9">
            <a:extLst>
              <a:ext uri="{FF2B5EF4-FFF2-40B4-BE49-F238E27FC236}">
                <a16:creationId xmlns:a16="http://schemas.microsoft.com/office/drawing/2014/main" id="{9682EE0A-7D88-3DD8-4AD4-A46861DE868A}"/>
              </a:ext>
            </a:extLst>
          </p:cNvPr>
          <p:cNvSpPr txBox="1"/>
          <p:nvPr/>
        </p:nvSpPr>
        <p:spPr>
          <a:xfrm>
            <a:off x="5968219" y="1966028"/>
            <a:ext cx="5363856" cy="1815882"/>
          </a:xfrm>
          <a:prstGeom prst="rect">
            <a:avLst/>
          </a:prstGeom>
          <a:noFill/>
        </p:spPr>
        <p:txBody>
          <a:bodyPr wrap="square" lIns="91440" tIns="45720" rIns="91440" bIns="45720" anchor="t">
            <a:spAutoFit/>
          </a:bodyPr>
          <a:lstStyle/>
          <a:p>
            <a:r>
              <a:rPr lang="en-US" sz="1400"/>
              <a:t>This validation highlights whether the proposed design uses the right capabilities of Azure, Microsoft Fabric, Microsoft Foundry, GitHub Copilot, M365 Copilot Studio, and Dynamics Copilot and aligned with the Well‑Architected Framework. </a:t>
            </a:r>
          </a:p>
          <a:p>
            <a:endParaRPr lang="en-US" sz="1400"/>
          </a:p>
          <a:p>
            <a:r>
              <a:rPr lang="en-US" sz="1400"/>
              <a:t>The architecture will directly feed into provisioning the team’s hackathon environment, ensuring all required components are correctly configured from the start.</a:t>
            </a:r>
          </a:p>
        </p:txBody>
      </p:sp>
      <p:sp>
        <p:nvSpPr>
          <p:cNvPr id="13" name="TextBox 12">
            <a:extLst>
              <a:ext uri="{FF2B5EF4-FFF2-40B4-BE49-F238E27FC236}">
                <a16:creationId xmlns:a16="http://schemas.microsoft.com/office/drawing/2014/main" id="{662062D0-5847-5A11-84AD-EB1CA079EB9D}"/>
              </a:ext>
            </a:extLst>
          </p:cNvPr>
          <p:cNvSpPr txBox="1"/>
          <p:nvPr/>
        </p:nvSpPr>
        <p:spPr>
          <a:xfrm>
            <a:off x="514010" y="1014460"/>
            <a:ext cx="11379914" cy="307777"/>
          </a:xfrm>
          <a:prstGeom prst="rect">
            <a:avLst/>
          </a:prstGeom>
          <a:solidFill>
            <a:srgbClr val="00B050"/>
          </a:solidFill>
        </p:spPr>
        <p:txBody>
          <a:bodyPr wrap="square">
            <a:spAutoFit/>
          </a:bodyPr>
          <a:lstStyle/>
          <a:p>
            <a:r>
              <a:rPr lang="en-US" sz="1400">
                <a:solidFill>
                  <a:schemeClr val="bg1"/>
                </a:solidFill>
              </a:rPr>
              <a:t>There will continuous office hours and support from Capgemini industry experts and Microsoft Partner Solution Architects</a:t>
            </a:r>
          </a:p>
        </p:txBody>
      </p:sp>
      <p:sp>
        <p:nvSpPr>
          <p:cNvPr id="3" name="TextBox 2">
            <a:extLst>
              <a:ext uri="{FF2B5EF4-FFF2-40B4-BE49-F238E27FC236}">
                <a16:creationId xmlns:a16="http://schemas.microsoft.com/office/drawing/2014/main" id="{7517F047-377C-2F7D-4AF4-DD0B3E811875}"/>
              </a:ext>
            </a:extLst>
          </p:cNvPr>
          <p:cNvSpPr txBox="1"/>
          <p:nvPr/>
        </p:nvSpPr>
        <p:spPr>
          <a:xfrm>
            <a:off x="5993082" y="0"/>
            <a:ext cx="6198918" cy="463846"/>
          </a:xfrm>
          <a:prstGeom prst="rect">
            <a:avLst/>
          </a:prstGeom>
          <a:solidFill>
            <a:srgbClr val="FF0000"/>
          </a:solidFill>
        </p:spPr>
        <p:txBody>
          <a:bodyPr vert="horz" wrap="none" lIns="90000" tIns="46800" rIns="90000" bIns="46800" rtlCol="0" anchor="ctr">
            <a:spAutoFit/>
          </a:bodyPr>
          <a:lstStyle/>
          <a:p>
            <a:pPr algn="l">
              <a:spcBef>
                <a:spcPct val="0"/>
              </a:spcBef>
            </a:pPr>
            <a:r>
              <a:rPr lang="en-US" sz="2400">
                <a:solidFill>
                  <a:schemeClr val="bg1"/>
                </a:solidFill>
              </a:rPr>
              <a:t>SLIDE TO BE REMOVED ONCE COMPLETED</a:t>
            </a:r>
          </a:p>
        </p:txBody>
      </p:sp>
    </p:spTree>
    <p:extLst>
      <p:ext uri="{BB962C8B-B14F-4D97-AF65-F5344CB8AC3E}">
        <p14:creationId xmlns:p14="http://schemas.microsoft.com/office/powerpoint/2010/main" val="631914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9DF4-615C-3913-03D9-0C66337DC4D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7764D5-4FFD-D383-808C-EA70EEFA1399}"/>
              </a:ext>
            </a:extLst>
          </p:cNvPr>
          <p:cNvSpPr>
            <a:spLocks noGrp="1"/>
          </p:cNvSpPr>
          <p:nvPr>
            <p:ph type="title"/>
          </p:nvPr>
        </p:nvSpPr>
        <p:spPr>
          <a:xfrm>
            <a:off x="551384" y="549274"/>
            <a:ext cx="11090938" cy="930372"/>
          </a:xfrm>
        </p:spPr>
        <p:txBody>
          <a:bodyPr/>
          <a:lstStyle/>
          <a:p>
            <a:r>
              <a:rPr lang="en-US"/>
              <a:t>Half Finals check Criteria </a:t>
            </a:r>
            <a:br>
              <a:rPr lang="en-US"/>
            </a:br>
            <a:endParaRPr lang="en-US"/>
          </a:p>
        </p:txBody>
      </p:sp>
      <p:sp>
        <p:nvSpPr>
          <p:cNvPr id="26" name="Text Placeholder 3">
            <a:extLst>
              <a:ext uri="{FF2B5EF4-FFF2-40B4-BE49-F238E27FC236}">
                <a16:creationId xmlns:a16="http://schemas.microsoft.com/office/drawing/2014/main" id="{506E1D8F-2CC6-E6B6-FAAA-68BE5F7C7363}"/>
              </a:ext>
            </a:extLst>
          </p:cNvPr>
          <p:cNvSpPr txBox="1">
            <a:spLocks/>
          </p:cNvSpPr>
          <p:nvPr/>
        </p:nvSpPr>
        <p:spPr>
          <a:xfrm>
            <a:off x="147769" y="839845"/>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3"/>
                </a:solidFill>
                <a:effectLst/>
                <a:uLnTx/>
                <a:uFillTx/>
                <a:latin typeface="Ubuntu Medium"/>
                <a:ea typeface="+mn-ea"/>
                <a:cs typeface="+mn-cs"/>
              </a:rPr>
              <a:t>Use Case and Architecture validation</a:t>
            </a:r>
          </a:p>
        </p:txBody>
      </p:sp>
      <p:sp>
        <p:nvSpPr>
          <p:cNvPr id="12" name="TextBox 11">
            <a:extLst>
              <a:ext uri="{FF2B5EF4-FFF2-40B4-BE49-F238E27FC236}">
                <a16:creationId xmlns:a16="http://schemas.microsoft.com/office/drawing/2014/main" id="{30CE6C6D-95AE-CCDF-04CB-37E5CCDCC0C5}"/>
              </a:ext>
            </a:extLst>
          </p:cNvPr>
          <p:cNvSpPr txBox="1"/>
          <p:nvPr/>
        </p:nvSpPr>
        <p:spPr>
          <a:xfrm>
            <a:off x="411656" y="1168059"/>
            <a:ext cx="11449272" cy="307777"/>
          </a:xfrm>
          <a:prstGeom prst="rect">
            <a:avLst/>
          </a:prstGeom>
          <a:noFill/>
        </p:spPr>
        <p:txBody>
          <a:bodyPr wrap="square">
            <a:spAutoFit/>
          </a:bodyPr>
          <a:lstStyle/>
          <a:p>
            <a:r>
              <a:rPr lang="en-US" sz="1400" i="1"/>
              <a:t>Teams will be evaluated on </a:t>
            </a:r>
            <a:r>
              <a:rPr lang="en-US" sz="1400" i="1">
                <a:highlight>
                  <a:srgbClr val="FFFF00"/>
                </a:highlight>
              </a:rPr>
              <a:t>the use case and on the proposed architecture, impact and completeness</a:t>
            </a:r>
            <a:endParaRPr lang="en-US" sz="1400" i="1"/>
          </a:p>
        </p:txBody>
      </p:sp>
      <p:sp>
        <p:nvSpPr>
          <p:cNvPr id="8" name="TextBox 7">
            <a:extLst>
              <a:ext uri="{FF2B5EF4-FFF2-40B4-BE49-F238E27FC236}">
                <a16:creationId xmlns:a16="http://schemas.microsoft.com/office/drawing/2014/main" id="{F1B72ACC-F8F4-9A18-9DC3-8BB69AE48DBD}"/>
              </a:ext>
            </a:extLst>
          </p:cNvPr>
          <p:cNvSpPr txBox="1"/>
          <p:nvPr/>
        </p:nvSpPr>
        <p:spPr>
          <a:xfrm>
            <a:off x="411655" y="1725489"/>
            <a:ext cx="11607067" cy="4124206"/>
          </a:xfrm>
          <a:prstGeom prst="rect">
            <a:avLst/>
          </a:prstGeom>
          <a:noFill/>
        </p:spPr>
        <p:txBody>
          <a:bodyPr wrap="square" lIns="91440" tIns="45720" rIns="91440" bIns="45720" anchor="t">
            <a:spAutoFit/>
          </a:bodyPr>
          <a:lstStyle/>
          <a:p>
            <a:r>
              <a:rPr lang="en-US" sz="2000">
                <a:solidFill>
                  <a:schemeClr val="accent3"/>
                </a:solidFill>
                <a:latin typeface="Ubuntu Medium"/>
              </a:rPr>
              <a:t>Architecture (0-10 each): </a:t>
            </a:r>
          </a:p>
          <a:p>
            <a:endParaRPr lang="en-US"/>
          </a:p>
          <a:p>
            <a:pPr marL="285750" indent="-285750">
              <a:buFont typeface="Wingdings" panose="05000000000000000000" pitchFamily="2" charset="2"/>
              <a:buChar char="q"/>
            </a:pPr>
            <a:r>
              <a:rPr lang="en-US" sz="1400" b="1"/>
              <a:t>Clarity &amp; Flow</a:t>
            </a:r>
            <a:r>
              <a:rPr lang="en-US" sz="1400"/>
              <a:t> – </a:t>
            </a:r>
            <a:r>
              <a:rPr lang="en-US" sz="1400" i="1"/>
              <a:t>Does the architecture present a clean, easy‑to‑understand end‑to‑end flow that clearly shows how components interact?</a:t>
            </a:r>
            <a:endParaRPr lang="en-US" sz="1400"/>
          </a:p>
          <a:p>
            <a:pPr marL="285750" indent="-285750">
              <a:buFont typeface="Wingdings" panose="05000000000000000000" pitchFamily="2" charset="2"/>
              <a:buChar char="q"/>
            </a:pPr>
            <a:r>
              <a:rPr lang="en-US" sz="1400" b="1"/>
              <a:t>Platform Fit</a:t>
            </a:r>
            <a:r>
              <a:rPr lang="en-US" sz="1400"/>
              <a:t> – </a:t>
            </a:r>
            <a:r>
              <a:rPr lang="en-US" sz="1400" i="1"/>
              <a:t>Are the chosen Microsoft platforms and services appropriate for the problem and used in the right way?</a:t>
            </a:r>
            <a:endParaRPr lang="en-US" sz="1400"/>
          </a:p>
          <a:p>
            <a:pPr marL="285750" indent="-285750">
              <a:buFont typeface="Wingdings" panose="05000000000000000000" pitchFamily="2" charset="2"/>
              <a:buChar char="q"/>
            </a:pPr>
            <a:r>
              <a:rPr lang="en-US" sz="1400" b="1"/>
              <a:t>Data/Gov/Sec</a:t>
            </a:r>
            <a:r>
              <a:rPr lang="en-US" sz="1400"/>
              <a:t> – </a:t>
            </a:r>
            <a:r>
              <a:rPr lang="en-US" sz="1400" i="1"/>
              <a:t>Is data stored, accessed, and governed securely with proper controls, policies, and identity measures in place?</a:t>
            </a:r>
            <a:endParaRPr lang="en-US" sz="1400"/>
          </a:p>
          <a:p>
            <a:pPr marL="285750" indent="-285750">
              <a:buFont typeface="Wingdings" panose="05000000000000000000" pitchFamily="2" charset="2"/>
              <a:buChar char="q"/>
            </a:pPr>
            <a:r>
              <a:rPr lang="en-US" sz="1400" b="1"/>
              <a:t>Reliability/Perf/Cost</a:t>
            </a:r>
            <a:r>
              <a:rPr lang="en-US" sz="1400"/>
              <a:t> – </a:t>
            </a:r>
            <a:r>
              <a:rPr lang="en-US" sz="1400" i="1"/>
              <a:t>Is the solution built to run reliably, perform efficiently, and avoid unnecessary consumption or cost?</a:t>
            </a:r>
            <a:endParaRPr lang="en-US" sz="1400"/>
          </a:p>
          <a:p>
            <a:pPr marL="285750" indent="-285750">
              <a:buFont typeface="Wingdings" panose="05000000000000000000" pitchFamily="2" charset="2"/>
              <a:buChar char="q"/>
            </a:pPr>
            <a:r>
              <a:rPr lang="en-US" sz="1400" b="1"/>
              <a:t>Scalability/Integration/Provisioning</a:t>
            </a:r>
            <a:r>
              <a:rPr lang="en-US" sz="1400"/>
              <a:t> – </a:t>
            </a:r>
            <a:r>
              <a:rPr lang="en-US" sz="1400" i="1"/>
              <a:t>Can the solution scale smoothly, integrate with required systems, and be provisioned in a consistent, repeatable way?</a:t>
            </a:r>
            <a:endParaRPr lang="en-US" sz="1400"/>
          </a:p>
          <a:p>
            <a:endParaRPr lang="en-US"/>
          </a:p>
          <a:p>
            <a:r>
              <a:rPr lang="en-US" sz="2000">
                <a:solidFill>
                  <a:schemeClr val="accent3"/>
                </a:solidFill>
                <a:latin typeface="Ubuntu Medium"/>
              </a:rPr>
              <a:t>Use Case (0-10 each): </a:t>
            </a:r>
          </a:p>
          <a:p>
            <a:endParaRPr lang="en-US"/>
          </a:p>
          <a:p>
            <a:pPr marL="285750" indent="-285750">
              <a:buFont typeface="Wingdings" panose="05000000000000000000" pitchFamily="2" charset="2"/>
              <a:buChar char="q"/>
            </a:pPr>
            <a:r>
              <a:rPr lang="en-US" sz="1400" b="1"/>
              <a:t>Value &amp; KPI Impact </a:t>
            </a:r>
            <a:r>
              <a:rPr lang="en-US" sz="1400"/>
              <a:t>– Does the use case deliver tangible business or user value with clear KPIs that can be improved or measured?</a:t>
            </a:r>
          </a:p>
          <a:p>
            <a:pPr marL="285750" indent="-285750">
              <a:buFont typeface="Wingdings" panose="05000000000000000000" pitchFamily="2" charset="2"/>
              <a:buChar char="q"/>
            </a:pPr>
            <a:r>
              <a:rPr lang="en-US" sz="1400" b="1"/>
              <a:t>Innovation </a:t>
            </a:r>
            <a:r>
              <a:rPr lang="en-US" sz="1400"/>
              <a:t>– Does the solution introduce a novel, differentiated, or uniquely beneficial approach compared to current ways of working?</a:t>
            </a:r>
          </a:p>
          <a:p>
            <a:pPr marL="285750" indent="-285750">
              <a:buFont typeface="Wingdings" panose="05000000000000000000" pitchFamily="2" charset="2"/>
              <a:buChar char="q"/>
            </a:pPr>
            <a:r>
              <a:rPr lang="en-US" sz="1400" b="1"/>
              <a:t>AI Fit </a:t>
            </a:r>
            <a:r>
              <a:rPr lang="en-US" sz="1400"/>
              <a:t>– Is AI genuinely adding value and used appropriately and responsibly within the solution?</a:t>
            </a:r>
          </a:p>
          <a:p>
            <a:pPr marL="285750" indent="-285750">
              <a:buFont typeface="Wingdings" panose="05000000000000000000" pitchFamily="2" charset="2"/>
              <a:buChar char="q"/>
            </a:pPr>
            <a:r>
              <a:rPr lang="en-US" sz="1400" b="1"/>
              <a:t>UX Simplicity </a:t>
            </a:r>
            <a:r>
              <a:rPr lang="en-US" sz="1400"/>
              <a:t>– Is the user experience intuitive, natural, and easy enough that users can quickly understand and benefit from it?</a:t>
            </a:r>
          </a:p>
          <a:p>
            <a:pPr marL="285750" indent="-285750">
              <a:buFont typeface="Wingdings" panose="05000000000000000000" pitchFamily="2" charset="2"/>
              <a:buChar char="q"/>
            </a:pPr>
            <a:r>
              <a:rPr lang="en-US" sz="1400" b="1"/>
              <a:t>Build‑Scale‑Reuse </a:t>
            </a:r>
            <a:r>
              <a:rPr lang="en-US" sz="1400"/>
              <a:t>– Is the implementation feasible to build now, scalable in real environments, and able to reuse or contribute reusable assets (e.g., MCP components)?</a:t>
            </a:r>
          </a:p>
        </p:txBody>
      </p:sp>
      <p:sp>
        <p:nvSpPr>
          <p:cNvPr id="9" name="TextBox 8">
            <a:extLst>
              <a:ext uri="{FF2B5EF4-FFF2-40B4-BE49-F238E27FC236}">
                <a16:creationId xmlns:a16="http://schemas.microsoft.com/office/drawing/2014/main" id="{6BB0F020-51E5-2E97-8F4F-A4C6494A004A}"/>
              </a:ext>
            </a:extLst>
          </p:cNvPr>
          <p:cNvSpPr txBox="1"/>
          <p:nvPr/>
        </p:nvSpPr>
        <p:spPr>
          <a:xfrm>
            <a:off x="9314721" y="93488"/>
            <a:ext cx="2327601" cy="415498"/>
          </a:xfrm>
          <a:prstGeom prst="rect">
            <a:avLst/>
          </a:prstGeom>
          <a:solidFill>
            <a:srgbClr val="C00000"/>
          </a:solidFill>
          <a:ln w="28575">
            <a:solidFill>
              <a:srgbClr val="FF0000"/>
            </a:solidFill>
          </a:ln>
        </p:spPr>
        <p:txBody>
          <a:bodyPr wrap="square">
            <a:spAutoFit/>
          </a:bodyPr>
          <a:lstStyle/>
          <a:p>
            <a:r>
              <a:rPr lang="en-US" sz="1050" b="1">
                <a:solidFill>
                  <a:schemeClr val="bg1"/>
                </a:solidFill>
              </a:rPr>
              <a:t>HALF </a:t>
            </a:r>
            <a:r>
              <a:rPr lang="en-US" sz="1050">
                <a:solidFill>
                  <a:schemeClr val="bg1"/>
                </a:solidFill>
              </a:rPr>
              <a:t>FINALS</a:t>
            </a:r>
          </a:p>
          <a:p>
            <a:r>
              <a:rPr lang="en-US" sz="1050">
                <a:solidFill>
                  <a:schemeClr val="bg1"/>
                </a:solidFill>
              </a:rPr>
              <a:t>ideation and architecture selection</a:t>
            </a:r>
          </a:p>
        </p:txBody>
      </p:sp>
      <p:sp>
        <p:nvSpPr>
          <p:cNvPr id="10" name="TextBox 9">
            <a:extLst>
              <a:ext uri="{FF2B5EF4-FFF2-40B4-BE49-F238E27FC236}">
                <a16:creationId xmlns:a16="http://schemas.microsoft.com/office/drawing/2014/main" id="{5A37D089-0C9B-504A-3777-77A2FE559A1B}"/>
              </a:ext>
            </a:extLst>
          </p:cNvPr>
          <p:cNvSpPr txBox="1"/>
          <p:nvPr/>
        </p:nvSpPr>
        <p:spPr>
          <a:xfrm>
            <a:off x="9314721" y="671355"/>
            <a:ext cx="2327601" cy="1061829"/>
          </a:xfrm>
          <a:prstGeom prst="rect">
            <a:avLst/>
          </a:prstGeom>
          <a:solidFill>
            <a:srgbClr val="00B050"/>
          </a:solidFill>
          <a:ln w="28575">
            <a:solidFill>
              <a:srgbClr val="92D050"/>
            </a:solidFill>
          </a:ln>
        </p:spPr>
        <p:txBody>
          <a:bodyPr wrap="square">
            <a:spAutoFit/>
          </a:bodyPr>
          <a:lstStyle/>
          <a:p>
            <a:r>
              <a:rPr lang="en-US" sz="1050" b="1">
                <a:solidFill>
                  <a:schemeClr val="bg1"/>
                </a:solidFill>
              </a:rPr>
              <a:t>When accepted to the HALF </a:t>
            </a:r>
            <a:r>
              <a:rPr lang="en-US" sz="1050">
                <a:solidFill>
                  <a:schemeClr val="bg1"/>
                </a:solidFill>
              </a:rPr>
              <a:t>FINALS teams will get the environment envisioned in their design and will be asked to make their implementation for the finals selection.</a:t>
            </a:r>
          </a:p>
        </p:txBody>
      </p:sp>
      <p:sp>
        <p:nvSpPr>
          <p:cNvPr id="3" name="TextBox 2">
            <a:extLst>
              <a:ext uri="{FF2B5EF4-FFF2-40B4-BE49-F238E27FC236}">
                <a16:creationId xmlns:a16="http://schemas.microsoft.com/office/drawing/2014/main" id="{137F8FB2-2B4B-688E-C906-53580E034A9D}"/>
              </a:ext>
            </a:extLst>
          </p:cNvPr>
          <p:cNvSpPr txBox="1"/>
          <p:nvPr/>
        </p:nvSpPr>
        <p:spPr>
          <a:xfrm>
            <a:off x="16270" y="-12185"/>
            <a:ext cx="6198918" cy="463846"/>
          </a:xfrm>
          <a:prstGeom prst="rect">
            <a:avLst/>
          </a:prstGeom>
          <a:solidFill>
            <a:srgbClr val="FF0000"/>
          </a:solidFill>
        </p:spPr>
        <p:txBody>
          <a:bodyPr vert="horz" wrap="none" lIns="90000" tIns="46800" rIns="90000" bIns="46800" rtlCol="0" anchor="ctr">
            <a:spAutoFit/>
          </a:bodyPr>
          <a:lstStyle/>
          <a:p>
            <a:pPr algn="l">
              <a:spcBef>
                <a:spcPct val="0"/>
              </a:spcBef>
            </a:pPr>
            <a:r>
              <a:rPr lang="en-US" sz="2400">
                <a:solidFill>
                  <a:schemeClr val="bg1"/>
                </a:solidFill>
              </a:rPr>
              <a:t>SLIDE TO BE REMOVED ONCE COMPLETED</a:t>
            </a:r>
          </a:p>
        </p:txBody>
      </p:sp>
    </p:spTree>
    <p:extLst>
      <p:ext uri="{BB962C8B-B14F-4D97-AF65-F5344CB8AC3E}">
        <p14:creationId xmlns:p14="http://schemas.microsoft.com/office/powerpoint/2010/main" val="3992483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4</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581400" y="814220"/>
            <a:ext cx="5887997" cy="3174436"/>
          </a:xfrm>
          <a:prstGeom prst="roundRect">
            <a:avLst>
              <a:gd name="adj" fmla="val 5793"/>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712242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592837" y="2182041"/>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839717" y="2167408"/>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892490" y="637444"/>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47931" y="1271049"/>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Tree>
    <p:extLst>
      <p:ext uri="{BB962C8B-B14F-4D97-AF65-F5344CB8AC3E}">
        <p14:creationId xmlns:p14="http://schemas.microsoft.com/office/powerpoint/2010/main" val="4141162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AD95F-9588-364B-96A1-9BDA5E03DF8C}"/>
            </a:ext>
          </a:extLst>
        </p:cNvPr>
        <p:cNvGrpSpPr/>
        <p:nvPr/>
      </p:nvGrpSpPr>
      <p:grpSpPr>
        <a:xfrm>
          <a:off x="0" y="0"/>
          <a:ext cx="0" cy="0"/>
          <a:chOff x="0" y="0"/>
          <a:chExt cx="0" cy="0"/>
        </a:xfrm>
      </p:grpSpPr>
      <p:sp>
        <p:nvSpPr>
          <p:cNvPr id="29" name="Footer Placeholder 28">
            <a:extLst>
              <a:ext uri="{FF2B5EF4-FFF2-40B4-BE49-F238E27FC236}">
                <a16:creationId xmlns:a16="http://schemas.microsoft.com/office/drawing/2014/main" id="{9B9D99A8-A1D6-D16C-4546-3991A45A95D3}"/>
              </a:ext>
            </a:extLst>
          </p:cNvPr>
          <p:cNvSpPr>
            <a:spLocks noGrp="1"/>
          </p:cNvSpPr>
          <p:nvPr>
            <p:ph type="ftr" sz="quarter" idx="11"/>
          </p:nvPr>
        </p:nvSpPr>
        <p:spPr/>
        <p:txBody>
          <a:bodyPr/>
          <a:lstStyle/>
          <a:p>
            <a:r>
              <a:rPr lang="en-US"/>
              <a:t>Presentation Title | Author | Date</a:t>
            </a:r>
          </a:p>
        </p:txBody>
      </p:sp>
      <p:sp>
        <p:nvSpPr>
          <p:cNvPr id="320" name="Title 319">
            <a:extLst>
              <a:ext uri="{FF2B5EF4-FFF2-40B4-BE49-F238E27FC236}">
                <a16:creationId xmlns:a16="http://schemas.microsoft.com/office/drawing/2014/main" id="{BA325BAD-E8EC-BE6A-70DB-4EF5421F6B4E}"/>
              </a:ext>
            </a:extLst>
          </p:cNvPr>
          <p:cNvSpPr>
            <a:spLocks noGrp="1"/>
          </p:cNvSpPr>
          <p:nvPr>
            <p:ph type="title"/>
          </p:nvPr>
        </p:nvSpPr>
        <p:spPr/>
        <p:txBody>
          <a:bodyPr/>
          <a:lstStyle/>
          <a:p>
            <a:r>
              <a:rPr lang="en-US"/>
              <a:t>Use Case Scope in the Business Process</a:t>
            </a:r>
          </a:p>
        </p:txBody>
      </p:sp>
      <p:sp>
        <p:nvSpPr>
          <p:cNvPr id="6" name="TextBox 5">
            <a:extLst>
              <a:ext uri="{FF2B5EF4-FFF2-40B4-BE49-F238E27FC236}">
                <a16:creationId xmlns:a16="http://schemas.microsoft.com/office/drawing/2014/main" id="{5F506E72-5E11-CB94-E4BD-17EAA9778A6F}"/>
              </a:ext>
            </a:extLst>
          </p:cNvPr>
          <p:cNvSpPr txBox="1"/>
          <p:nvPr/>
        </p:nvSpPr>
        <p:spPr>
          <a:xfrm>
            <a:off x="196079" y="2060889"/>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L2</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4 sub-processes</a:t>
            </a:r>
            <a:endParaRPr kumimoji="0" lang="en-US" sz="800" b="0" i="1" u="none" strike="noStrike" kern="1200" cap="none" spc="0" normalizeH="0" baseline="0" noProof="0">
              <a:ln>
                <a:noFill/>
              </a:ln>
              <a:effectLst/>
              <a:uLnTx/>
              <a:uFillTx/>
              <a:latin typeface="Ubuntu"/>
              <a:ea typeface="+mn-ea"/>
              <a:cs typeface="+mn-cs"/>
            </a:endParaRPr>
          </a:p>
        </p:txBody>
      </p:sp>
      <p:sp>
        <p:nvSpPr>
          <p:cNvPr id="8" name="TextBox 7">
            <a:extLst>
              <a:ext uri="{FF2B5EF4-FFF2-40B4-BE49-F238E27FC236}">
                <a16:creationId xmlns:a16="http://schemas.microsoft.com/office/drawing/2014/main" id="{C17B91A9-1CA2-754B-FF70-63A022C019B3}"/>
              </a:ext>
            </a:extLst>
          </p:cNvPr>
          <p:cNvSpPr txBox="1"/>
          <p:nvPr/>
        </p:nvSpPr>
        <p:spPr>
          <a:xfrm>
            <a:off x="636707" y="1754840"/>
            <a:ext cx="326028" cy="248402"/>
          </a:xfrm>
          <a:prstGeom prst="rect">
            <a:avLst/>
          </a:prstGeom>
          <a:noFill/>
        </p:spPr>
        <p:txBody>
          <a:bodyPr vert="horz" wrap="non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Ubuntu"/>
                <a:ea typeface="+mn-ea"/>
                <a:cs typeface="+mn-cs"/>
              </a:rPr>
              <a:t>L1</a:t>
            </a:r>
          </a:p>
        </p:txBody>
      </p:sp>
      <p:sp>
        <p:nvSpPr>
          <p:cNvPr id="9" name="TextBox 8">
            <a:extLst>
              <a:ext uri="{FF2B5EF4-FFF2-40B4-BE49-F238E27FC236}">
                <a16:creationId xmlns:a16="http://schemas.microsoft.com/office/drawing/2014/main" id="{49968A44-E3F2-9062-0365-91995BEF1E62}"/>
              </a:ext>
            </a:extLst>
          </p:cNvPr>
          <p:cNvSpPr txBox="1"/>
          <p:nvPr/>
        </p:nvSpPr>
        <p:spPr>
          <a:xfrm>
            <a:off x="298979" y="2642999"/>
            <a:ext cx="8245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L4</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36 micro tasks</a:t>
            </a:r>
          </a:p>
        </p:txBody>
      </p:sp>
      <p:sp>
        <p:nvSpPr>
          <p:cNvPr id="10" name="TextBox 9">
            <a:extLst>
              <a:ext uri="{FF2B5EF4-FFF2-40B4-BE49-F238E27FC236}">
                <a16:creationId xmlns:a16="http://schemas.microsoft.com/office/drawing/2014/main" id="{4D606F00-70DA-AEF4-3C1D-AF67753A0A69}"/>
              </a:ext>
            </a:extLst>
          </p:cNvPr>
          <p:cNvSpPr txBox="1"/>
          <p:nvPr/>
        </p:nvSpPr>
        <p:spPr>
          <a:xfrm>
            <a:off x="1114630" y="1746421"/>
            <a:ext cx="10479073" cy="256372"/>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50" b="1" i="0" u="none" strike="noStrike" kern="1200" cap="none" spc="0" normalizeH="0" baseline="0" noProof="0">
                <a:ln>
                  <a:noFill/>
                </a:ln>
                <a:solidFill>
                  <a:schemeClr val="tx1"/>
                </a:solidFill>
                <a:effectLst/>
                <a:uLnTx/>
                <a:uFillTx/>
                <a:latin typeface="Ubuntu"/>
                <a:ea typeface="+mn-ea"/>
                <a:cs typeface="+mn-cs"/>
              </a:rPr>
              <a:t>Campaign Management</a:t>
            </a:r>
            <a:endParaRPr kumimoji="0" lang="en-US" sz="900" b="1" i="0" u="none" strike="noStrike" kern="1200" cap="none" spc="0" normalizeH="0" baseline="0" noProof="0">
              <a:ln>
                <a:noFill/>
              </a:ln>
              <a:solidFill>
                <a:schemeClr val="tx1"/>
              </a:solidFill>
              <a:effectLst/>
              <a:uLnTx/>
              <a:uFillTx/>
              <a:latin typeface="Ubuntu"/>
              <a:ea typeface="+mn-ea"/>
              <a:cs typeface="+mn-cs"/>
            </a:endParaRPr>
          </a:p>
        </p:txBody>
      </p:sp>
      <p:sp>
        <p:nvSpPr>
          <p:cNvPr id="12" name="Rectangle 11">
            <a:extLst>
              <a:ext uri="{FF2B5EF4-FFF2-40B4-BE49-F238E27FC236}">
                <a16:creationId xmlns:a16="http://schemas.microsoft.com/office/drawing/2014/main" id="{147BDC30-80E8-27A6-7347-0567A342BDC1}"/>
              </a:ext>
            </a:extLst>
          </p:cNvPr>
          <p:cNvSpPr/>
          <p:nvPr/>
        </p:nvSpPr>
        <p:spPr>
          <a:xfrm>
            <a:off x="1361519" y="4519290"/>
            <a:ext cx="10076170" cy="180000"/>
          </a:xfrm>
          <a:prstGeom prst="rect">
            <a:avLst/>
          </a:prstGeom>
          <a:no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effectLst/>
                <a:uLnTx/>
                <a:uFillTx/>
                <a:latin typeface="Ubuntu"/>
                <a:ea typeface="+mn-ea"/>
                <a:cs typeface="+mn-cs"/>
              </a:rPr>
              <a:t>Data platform, data governance, data management</a:t>
            </a:r>
          </a:p>
        </p:txBody>
      </p:sp>
      <p:sp>
        <p:nvSpPr>
          <p:cNvPr id="34" name="Rectangle 33">
            <a:extLst>
              <a:ext uri="{FF2B5EF4-FFF2-40B4-BE49-F238E27FC236}">
                <a16:creationId xmlns:a16="http://schemas.microsoft.com/office/drawing/2014/main" id="{32B54E33-4135-FFEA-EAC2-A1C9B8EA8DD7}"/>
              </a:ext>
            </a:extLst>
          </p:cNvPr>
          <p:cNvSpPr/>
          <p:nvPr/>
        </p:nvSpPr>
        <p:spPr>
          <a:xfrm>
            <a:off x="957895"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Content Manager</a:t>
            </a:r>
          </a:p>
        </p:txBody>
      </p:sp>
      <p:grpSp>
        <p:nvGrpSpPr>
          <p:cNvPr id="35" name="Group 34">
            <a:extLst>
              <a:ext uri="{FF2B5EF4-FFF2-40B4-BE49-F238E27FC236}">
                <a16:creationId xmlns:a16="http://schemas.microsoft.com/office/drawing/2014/main" id="{71B53C1C-FAFE-BFEA-F1B8-FF7F82B50BE3}"/>
              </a:ext>
            </a:extLst>
          </p:cNvPr>
          <p:cNvGrpSpPr/>
          <p:nvPr/>
        </p:nvGrpSpPr>
        <p:grpSpPr>
          <a:xfrm>
            <a:off x="1433981" y="3190678"/>
            <a:ext cx="230087" cy="230087"/>
            <a:chOff x="2000422" y="2990995"/>
            <a:chExt cx="253345" cy="253345"/>
          </a:xfrm>
        </p:grpSpPr>
        <p:sp>
          <p:nvSpPr>
            <p:cNvPr id="40" name="Rectangle 39">
              <a:extLst>
                <a:ext uri="{FF2B5EF4-FFF2-40B4-BE49-F238E27FC236}">
                  <a16:creationId xmlns:a16="http://schemas.microsoft.com/office/drawing/2014/main" id="{B93EDE42-BF7C-8605-EC68-5D28FE85A9AC}"/>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43" name="Graphic 42">
              <a:extLst>
                <a:ext uri="{FF2B5EF4-FFF2-40B4-BE49-F238E27FC236}">
                  <a16:creationId xmlns:a16="http://schemas.microsoft.com/office/drawing/2014/main" id="{B4E82422-97CC-5FFD-0E51-A70D128D125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44" name="Rectangle 43">
            <a:extLst>
              <a:ext uri="{FF2B5EF4-FFF2-40B4-BE49-F238E27FC236}">
                <a16:creationId xmlns:a16="http://schemas.microsoft.com/office/drawing/2014/main" id="{41AE624B-2D7F-75F9-897D-997B175A210B}"/>
              </a:ext>
            </a:extLst>
          </p:cNvPr>
          <p:cNvSpPr/>
          <p:nvPr/>
        </p:nvSpPr>
        <p:spPr>
          <a:xfrm>
            <a:off x="2133243" y="3497923"/>
            <a:ext cx="865571"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Territory Selector</a:t>
            </a:r>
          </a:p>
        </p:txBody>
      </p:sp>
      <p:sp>
        <p:nvSpPr>
          <p:cNvPr id="45" name="Rectangle 44">
            <a:extLst>
              <a:ext uri="{FF2B5EF4-FFF2-40B4-BE49-F238E27FC236}">
                <a16:creationId xmlns:a16="http://schemas.microsoft.com/office/drawing/2014/main" id="{88DBE5F7-6420-BE62-509E-C205CC075FA1}"/>
              </a:ext>
            </a:extLst>
          </p:cNvPr>
          <p:cNvSpPr/>
          <p:nvPr/>
        </p:nvSpPr>
        <p:spPr>
          <a:xfrm>
            <a:off x="3661477" y="3529728"/>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Brands &amp; Territories List Summary</a:t>
            </a:r>
          </a:p>
        </p:txBody>
      </p:sp>
      <p:sp>
        <p:nvSpPr>
          <p:cNvPr id="46" name="Rectangle 45">
            <a:extLst>
              <a:ext uri="{FF2B5EF4-FFF2-40B4-BE49-F238E27FC236}">
                <a16:creationId xmlns:a16="http://schemas.microsoft.com/office/drawing/2014/main" id="{2BC0E07E-A1E8-077E-A703-FEFF8FE9C6FB}"/>
              </a:ext>
            </a:extLst>
          </p:cNvPr>
          <p:cNvSpPr/>
          <p:nvPr/>
        </p:nvSpPr>
        <p:spPr>
          <a:xfrm>
            <a:off x="3793236" y="4185427"/>
            <a:ext cx="856955" cy="180000"/>
          </a:xfrm>
          <a:prstGeom prst="rect">
            <a:avLst/>
          </a:prstGeom>
          <a:solidFill>
            <a:srgbClr val="E557AD"/>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1" i="1" u="none" strike="noStrike" kern="1200" cap="none" spc="0" normalizeH="0" baseline="0" noProof="0">
                <a:ln>
                  <a:noFill/>
                </a:ln>
                <a:effectLst/>
                <a:uLnTx/>
                <a:uFillTx/>
                <a:latin typeface="Ubuntu"/>
                <a:ea typeface="+mn-ea"/>
                <a:cs typeface="+mn-cs"/>
              </a:rPr>
              <a:t>RAG</a:t>
            </a:r>
          </a:p>
        </p:txBody>
      </p:sp>
      <p:sp>
        <p:nvSpPr>
          <p:cNvPr id="47" name="Rectangle 46">
            <a:extLst>
              <a:ext uri="{FF2B5EF4-FFF2-40B4-BE49-F238E27FC236}">
                <a16:creationId xmlns:a16="http://schemas.microsoft.com/office/drawing/2014/main" id="{DC97B7AA-7511-20D6-0049-02810FD7B919}"/>
              </a:ext>
            </a:extLst>
          </p:cNvPr>
          <p:cNvSpPr/>
          <p:nvPr/>
        </p:nvSpPr>
        <p:spPr>
          <a:xfrm>
            <a:off x="4970903" y="3543310"/>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Real-Time Content Adapter</a:t>
            </a:r>
          </a:p>
        </p:txBody>
      </p:sp>
      <p:sp>
        <p:nvSpPr>
          <p:cNvPr id="48" name="Rectangle 47">
            <a:extLst>
              <a:ext uri="{FF2B5EF4-FFF2-40B4-BE49-F238E27FC236}">
                <a16:creationId xmlns:a16="http://schemas.microsoft.com/office/drawing/2014/main" id="{610651B9-8090-17E6-9845-4E411B6466ED}"/>
              </a:ext>
            </a:extLst>
          </p:cNvPr>
          <p:cNvSpPr/>
          <p:nvPr/>
        </p:nvSpPr>
        <p:spPr>
          <a:xfrm>
            <a:off x="754352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Sales Call Manager</a:t>
            </a:r>
          </a:p>
        </p:txBody>
      </p:sp>
      <p:grpSp>
        <p:nvGrpSpPr>
          <p:cNvPr id="57" name="Group 56">
            <a:extLst>
              <a:ext uri="{FF2B5EF4-FFF2-40B4-BE49-F238E27FC236}">
                <a16:creationId xmlns:a16="http://schemas.microsoft.com/office/drawing/2014/main" id="{179DF73D-88F6-EC41-D173-34C822D49D4B}"/>
              </a:ext>
            </a:extLst>
          </p:cNvPr>
          <p:cNvGrpSpPr/>
          <p:nvPr/>
        </p:nvGrpSpPr>
        <p:grpSpPr>
          <a:xfrm>
            <a:off x="8011140" y="3190678"/>
            <a:ext cx="230087" cy="230087"/>
            <a:chOff x="2000422" y="2990995"/>
            <a:chExt cx="253345" cy="253345"/>
          </a:xfrm>
        </p:grpSpPr>
        <p:sp>
          <p:nvSpPr>
            <p:cNvPr id="58" name="Rectangle 57">
              <a:extLst>
                <a:ext uri="{FF2B5EF4-FFF2-40B4-BE49-F238E27FC236}">
                  <a16:creationId xmlns:a16="http://schemas.microsoft.com/office/drawing/2014/main" id="{0C05D598-0267-9D04-6C5C-4C746CE98722}"/>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3" name="Graphic 62">
              <a:extLst>
                <a:ext uri="{FF2B5EF4-FFF2-40B4-BE49-F238E27FC236}">
                  <a16:creationId xmlns:a16="http://schemas.microsoft.com/office/drawing/2014/main" id="{E91061D6-A9E2-88C3-ED82-678A4AEA9B0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64" name="Rectangle 63">
            <a:extLst>
              <a:ext uri="{FF2B5EF4-FFF2-40B4-BE49-F238E27FC236}">
                <a16:creationId xmlns:a16="http://schemas.microsoft.com/office/drawing/2014/main" id="{9ADE56EF-A9F1-1674-F57E-E7C150B4EA05}"/>
              </a:ext>
            </a:extLst>
          </p:cNvPr>
          <p:cNvSpPr/>
          <p:nvPr/>
        </p:nvSpPr>
        <p:spPr>
          <a:xfrm>
            <a:off x="8858725" y="3543310"/>
            <a:ext cx="1336777"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ROI Optimizer</a:t>
            </a:r>
          </a:p>
        </p:txBody>
      </p:sp>
      <p:grpSp>
        <p:nvGrpSpPr>
          <p:cNvPr id="65" name="Group 64">
            <a:extLst>
              <a:ext uri="{FF2B5EF4-FFF2-40B4-BE49-F238E27FC236}">
                <a16:creationId xmlns:a16="http://schemas.microsoft.com/office/drawing/2014/main" id="{23A8D377-B7B6-DA9F-B17E-1DE377C17E86}"/>
              </a:ext>
            </a:extLst>
          </p:cNvPr>
          <p:cNvGrpSpPr/>
          <p:nvPr/>
        </p:nvGrpSpPr>
        <p:grpSpPr>
          <a:xfrm>
            <a:off x="9372959" y="3190678"/>
            <a:ext cx="230087" cy="230087"/>
            <a:chOff x="9538599" y="2919469"/>
            <a:chExt cx="230087" cy="230087"/>
          </a:xfrm>
        </p:grpSpPr>
        <p:sp>
          <p:nvSpPr>
            <p:cNvPr id="66" name="Rectangle 65">
              <a:extLst>
                <a:ext uri="{FF2B5EF4-FFF2-40B4-BE49-F238E27FC236}">
                  <a16:creationId xmlns:a16="http://schemas.microsoft.com/office/drawing/2014/main" id="{E68A3592-45E5-EBB7-D392-DF99343813BD}"/>
                </a:ext>
              </a:extLst>
            </p:cNvPr>
            <p:cNvSpPr/>
            <p:nvPr/>
          </p:nvSpPr>
          <p:spPr>
            <a:xfrm>
              <a:off x="9543817" y="2924687"/>
              <a:ext cx="219653" cy="219653"/>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7" name="Graphic 66">
              <a:extLst>
                <a:ext uri="{FF2B5EF4-FFF2-40B4-BE49-F238E27FC236}">
                  <a16:creationId xmlns:a16="http://schemas.microsoft.com/office/drawing/2014/main" id="{6B8EE191-3777-0D13-B068-A8C3F6B3497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9538599" y="2919469"/>
              <a:ext cx="230087" cy="230087"/>
            </a:xfrm>
            <a:prstGeom prst="rect">
              <a:avLst/>
            </a:prstGeom>
          </p:spPr>
        </p:pic>
      </p:grpSp>
      <p:sp>
        <p:nvSpPr>
          <p:cNvPr id="68" name="Rectangle 67">
            <a:extLst>
              <a:ext uri="{FF2B5EF4-FFF2-40B4-BE49-F238E27FC236}">
                <a16:creationId xmlns:a16="http://schemas.microsoft.com/office/drawing/2014/main" id="{55B16696-B289-EA94-EEAB-BC4535AD5A88}"/>
              </a:ext>
            </a:extLst>
          </p:cNvPr>
          <p:cNvSpPr/>
          <p:nvPr/>
        </p:nvSpPr>
        <p:spPr>
          <a:xfrm>
            <a:off x="626455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Compliance Checker</a:t>
            </a:r>
          </a:p>
        </p:txBody>
      </p:sp>
      <p:pic>
        <p:nvPicPr>
          <p:cNvPr id="69" name="Graphic 68" descr="Chat outline">
            <a:extLst>
              <a:ext uri="{FF2B5EF4-FFF2-40B4-BE49-F238E27FC236}">
                <a16:creationId xmlns:a16="http://schemas.microsoft.com/office/drawing/2014/main" id="{E183228E-B90C-6355-9632-5F6CCA8C7265}"/>
              </a:ext>
            </a:extLst>
          </p:cNvPr>
          <p:cNvPicPr>
            <a:picLocks noChangeAspect="1"/>
          </p:cNvPicPr>
          <p:nvPr/>
        </p:nvPicPr>
        <p:blipFill>
          <a:blip>
            <a:extLst>
              <a:ext uri="{96DAC541-7B7A-43D3-8B79-37D633B846F1}">
                <asvg:svgBlip xmlns:asvg="http://schemas.microsoft.com/office/drawing/2016/SVG/main" r:embed="rId3"/>
              </a:ext>
            </a:extLst>
          </a:blip>
          <a:srcRect t="10263" b="1"/>
          <a:stretch/>
        </p:blipFill>
        <p:spPr>
          <a:xfrm>
            <a:off x="6744121" y="3219722"/>
            <a:ext cx="204737" cy="189018"/>
          </a:xfrm>
          <a:prstGeom prst="rect">
            <a:avLst/>
          </a:prstGeom>
        </p:spPr>
      </p:pic>
      <p:sp>
        <p:nvSpPr>
          <p:cNvPr id="70" name="TextBox 69">
            <a:extLst>
              <a:ext uri="{FF2B5EF4-FFF2-40B4-BE49-F238E27FC236}">
                <a16:creationId xmlns:a16="http://schemas.microsoft.com/office/drawing/2014/main" id="{E1E18F21-2E7C-0C80-ECCD-FA412CF3D4E7}"/>
              </a:ext>
            </a:extLst>
          </p:cNvPr>
          <p:cNvSpPr txBox="1"/>
          <p:nvPr/>
        </p:nvSpPr>
        <p:spPr>
          <a:xfrm>
            <a:off x="6422414"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71" name="Rectangle 70">
            <a:extLst>
              <a:ext uri="{FF2B5EF4-FFF2-40B4-BE49-F238E27FC236}">
                <a16:creationId xmlns:a16="http://schemas.microsoft.com/office/drawing/2014/main" id="{3DE48530-7DB8-431B-8DF5-0C5DBCC216DB}"/>
              </a:ext>
            </a:extLst>
          </p:cNvPr>
          <p:cNvSpPr/>
          <p:nvPr/>
        </p:nvSpPr>
        <p:spPr>
          <a:xfrm>
            <a:off x="10195466"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Approval Manager</a:t>
            </a:r>
          </a:p>
        </p:txBody>
      </p:sp>
      <p:grpSp>
        <p:nvGrpSpPr>
          <p:cNvPr id="72" name="Group 71">
            <a:extLst>
              <a:ext uri="{FF2B5EF4-FFF2-40B4-BE49-F238E27FC236}">
                <a16:creationId xmlns:a16="http://schemas.microsoft.com/office/drawing/2014/main" id="{40BA67FD-80B5-8FB8-7FFC-16CBEA2FECCC}"/>
              </a:ext>
            </a:extLst>
          </p:cNvPr>
          <p:cNvGrpSpPr/>
          <p:nvPr/>
        </p:nvGrpSpPr>
        <p:grpSpPr>
          <a:xfrm>
            <a:off x="10671715" y="3190678"/>
            <a:ext cx="230087" cy="230087"/>
            <a:chOff x="2000422" y="2990995"/>
            <a:chExt cx="253345" cy="253345"/>
          </a:xfrm>
        </p:grpSpPr>
        <p:sp>
          <p:nvSpPr>
            <p:cNvPr id="73" name="Rectangle 72">
              <a:extLst>
                <a:ext uri="{FF2B5EF4-FFF2-40B4-BE49-F238E27FC236}">
                  <a16:creationId xmlns:a16="http://schemas.microsoft.com/office/drawing/2014/main" id="{3DE5CBFF-E971-5F8A-03A6-35B3BB55814E}"/>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74" name="Graphic 73">
              <a:extLst>
                <a:ext uri="{FF2B5EF4-FFF2-40B4-BE49-F238E27FC236}">
                  <a16:creationId xmlns:a16="http://schemas.microsoft.com/office/drawing/2014/main" id="{C4B0975F-83A4-DF28-9FBA-CE3D1092ADB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75" name="TextBox 74">
            <a:extLst>
              <a:ext uri="{FF2B5EF4-FFF2-40B4-BE49-F238E27FC236}">
                <a16:creationId xmlns:a16="http://schemas.microsoft.com/office/drawing/2014/main" id="{911B5243-C4BE-C33D-6A4D-63B288768B37}"/>
              </a:ext>
            </a:extLst>
          </p:cNvPr>
          <p:cNvSpPr txBox="1"/>
          <p:nvPr/>
        </p:nvSpPr>
        <p:spPr>
          <a:xfrm>
            <a:off x="10353974"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cxnSp>
        <p:nvCxnSpPr>
          <p:cNvPr id="76" name="Elbow Connector 75">
            <a:extLst>
              <a:ext uri="{FF2B5EF4-FFF2-40B4-BE49-F238E27FC236}">
                <a16:creationId xmlns:a16="http://schemas.microsoft.com/office/drawing/2014/main" id="{A256A40B-A29E-CE0E-E186-680B6CC02CE0}"/>
              </a:ext>
            </a:extLst>
          </p:cNvPr>
          <p:cNvCxnSpPr>
            <a:cxnSpLocks/>
            <a:stCxn id="97" idx="4"/>
            <a:endCxn id="43" idx="0"/>
          </p:cNvCxnSpPr>
          <p:nvPr/>
        </p:nvCxnSpPr>
        <p:spPr>
          <a:xfrm rot="5400000">
            <a:off x="1560919" y="2846898"/>
            <a:ext cx="331886" cy="35567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24CA2706-C7EF-9B12-66CC-FF4DCE90E0F1}"/>
              </a:ext>
            </a:extLst>
          </p:cNvPr>
          <p:cNvCxnSpPr>
            <a:cxnSpLocks/>
            <a:stCxn id="113" idx="4"/>
            <a:endCxn id="193" idx="0"/>
          </p:cNvCxnSpPr>
          <p:nvPr/>
        </p:nvCxnSpPr>
        <p:spPr>
          <a:xfrm rot="5400000">
            <a:off x="2489937" y="2912839"/>
            <a:ext cx="345773" cy="237678"/>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90F081F2-EA95-9CE5-8B25-0FDDAE7E2DEF}"/>
              </a:ext>
            </a:extLst>
          </p:cNvPr>
          <p:cNvCxnSpPr>
            <a:cxnSpLocks/>
            <a:stCxn id="101" idx="4"/>
            <a:endCxn id="220" idx="0"/>
          </p:cNvCxnSpPr>
          <p:nvPr/>
        </p:nvCxnSpPr>
        <p:spPr>
          <a:xfrm rot="16200000" flipH="1">
            <a:off x="5229424" y="2877973"/>
            <a:ext cx="337815" cy="29945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FF2B5EF4-FFF2-40B4-BE49-F238E27FC236}">
                <a16:creationId xmlns:a16="http://schemas.microsoft.com/office/drawing/2014/main" id="{421B6720-EC77-63FD-E1B8-059D30B614AD}"/>
              </a:ext>
            </a:extLst>
          </p:cNvPr>
          <p:cNvCxnSpPr>
            <a:cxnSpLocks/>
            <a:stCxn id="104" idx="4"/>
          </p:cNvCxnSpPr>
          <p:nvPr/>
        </p:nvCxnSpPr>
        <p:spPr>
          <a:xfrm rot="16200000" flipH="1">
            <a:off x="6295764" y="2639869"/>
            <a:ext cx="331886" cy="76973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Elbow Connector 79">
            <a:extLst>
              <a:ext uri="{FF2B5EF4-FFF2-40B4-BE49-F238E27FC236}">
                <a16:creationId xmlns:a16="http://schemas.microsoft.com/office/drawing/2014/main" id="{A1CEAA09-1F1B-33C0-AA27-487684981484}"/>
              </a:ext>
            </a:extLst>
          </p:cNvPr>
          <p:cNvCxnSpPr>
            <a:cxnSpLocks/>
            <a:stCxn id="109" idx="4"/>
            <a:endCxn id="58" idx="0"/>
          </p:cNvCxnSpPr>
          <p:nvPr/>
        </p:nvCxnSpPr>
        <p:spPr>
          <a:xfrm rot="16200000" flipH="1">
            <a:off x="7721414" y="2791125"/>
            <a:ext cx="337104" cy="47243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1" name="Elbow Connector 80">
            <a:extLst>
              <a:ext uri="{FF2B5EF4-FFF2-40B4-BE49-F238E27FC236}">
                <a16:creationId xmlns:a16="http://schemas.microsoft.com/office/drawing/2014/main" id="{BB8E4E0C-B0AF-7887-B3AA-8ECD5D36DE4A}"/>
              </a:ext>
            </a:extLst>
          </p:cNvPr>
          <p:cNvCxnSpPr>
            <a:cxnSpLocks/>
            <a:stCxn id="112" idx="3"/>
            <a:endCxn id="66" idx="0"/>
          </p:cNvCxnSpPr>
          <p:nvPr/>
        </p:nvCxnSpPr>
        <p:spPr>
          <a:xfrm rot="16200000" flipH="1">
            <a:off x="9309592" y="3017484"/>
            <a:ext cx="347116" cy="970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E7F7E8B5-EDFC-588D-AD72-CF676C7C1280}"/>
              </a:ext>
            </a:extLst>
          </p:cNvPr>
          <p:cNvCxnSpPr>
            <a:cxnSpLocks/>
            <a:stCxn id="117" idx="4"/>
            <a:endCxn id="73" idx="0"/>
          </p:cNvCxnSpPr>
          <p:nvPr/>
        </p:nvCxnSpPr>
        <p:spPr>
          <a:xfrm rot="5400000">
            <a:off x="10913143" y="2732409"/>
            <a:ext cx="337104" cy="589870"/>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B30F9E53-245A-3635-4467-9045B5E29256}"/>
              </a:ext>
            </a:extLst>
          </p:cNvPr>
          <p:cNvCxnSpPr>
            <a:cxnSpLocks/>
            <a:stCxn id="114" idx="4"/>
            <a:endCxn id="196" idx="0"/>
          </p:cNvCxnSpPr>
          <p:nvPr/>
        </p:nvCxnSpPr>
        <p:spPr>
          <a:xfrm rot="16200000" flipH="1">
            <a:off x="3760721" y="2786113"/>
            <a:ext cx="331886" cy="47724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00A384D-7D59-6F65-93AB-7336372CC6DC}"/>
              </a:ext>
            </a:extLst>
          </p:cNvPr>
          <p:cNvSpPr txBox="1"/>
          <p:nvPr/>
        </p:nvSpPr>
        <p:spPr>
          <a:xfrm>
            <a:off x="1123775" y="2134565"/>
            <a:ext cx="298687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Planning</a:t>
            </a:r>
          </a:p>
        </p:txBody>
      </p:sp>
      <p:sp>
        <p:nvSpPr>
          <p:cNvPr id="85" name="TextBox 84">
            <a:extLst>
              <a:ext uri="{FF2B5EF4-FFF2-40B4-BE49-F238E27FC236}">
                <a16:creationId xmlns:a16="http://schemas.microsoft.com/office/drawing/2014/main" id="{69EDF0DE-C92F-29D1-A20E-093450104C39}"/>
              </a:ext>
            </a:extLst>
          </p:cNvPr>
          <p:cNvSpPr txBox="1"/>
          <p:nvPr/>
        </p:nvSpPr>
        <p:spPr>
          <a:xfrm>
            <a:off x="4187182" y="2134565"/>
            <a:ext cx="2194560"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Design</a:t>
            </a:r>
          </a:p>
        </p:txBody>
      </p:sp>
      <p:sp>
        <p:nvSpPr>
          <p:cNvPr id="86" name="TextBox 85">
            <a:extLst>
              <a:ext uri="{FF2B5EF4-FFF2-40B4-BE49-F238E27FC236}">
                <a16:creationId xmlns:a16="http://schemas.microsoft.com/office/drawing/2014/main" id="{F99D274A-E198-3217-66F4-C1682187A628}"/>
              </a:ext>
            </a:extLst>
          </p:cNvPr>
          <p:cNvSpPr txBox="1"/>
          <p:nvPr/>
        </p:nvSpPr>
        <p:spPr>
          <a:xfrm>
            <a:off x="6473517" y="2134565"/>
            <a:ext cx="317704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Execution &amp; Follow Up</a:t>
            </a:r>
          </a:p>
        </p:txBody>
      </p:sp>
      <p:sp>
        <p:nvSpPr>
          <p:cNvPr id="87" name="TextBox 86">
            <a:extLst>
              <a:ext uri="{FF2B5EF4-FFF2-40B4-BE49-F238E27FC236}">
                <a16:creationId xmlns:a16="http://schemas.microsoft.com/office/drawing/2014/main" id="{CDD51649-D67D-AE6D-D610-BC1F8EA248CE}"/>
              </a:ext>
            </a:extLst>
          </p:cNvPr>
          <p:cNvSpPr txBox="1"/>
          <p:nvPr/>
        </p:nvSpPr>
        <p:spPr>
          <a:xfrm>
            <a:off x="9742340" y="2134564"/>
            <a:ext cx="1851364" cy="219456"/>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Supervision</a:t>
            </a:r>
          </a:p>
        </p:txBody>
      </p:sp>
      <p:sp>
        <p:nvSpPr>
          <p:cNvPr id="88" name="TextBox 87">
            <a:extLst>
              <a:ext uri="{FF2B5EF4-FFF2-40B4-BE49-F238E27FC236}">
                <a16:creationId xmlns:a16="http://schemas.microsoft.com/office/drawing/2014/main" id="{DD84A230-D8F4-42A3-2819-913EB988CE32}"/>
              </a:ext>
            </a:extLst>
          </p:cNvPr>
          <p:cNvSpPr txBox="1"/>
          <p:nvPr/>
        </p:nvSpPr>
        <p:spPr>
          <a:xfrm>
            <a:off x="196079" y="2384132"/>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L3</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13 macro tasks</a:t>
            </a:r>
          </a:p>
        </p:txBody>
      </p:sp>
      <p:cxnSp>
        <p:nvCxnSpPr>
          <p:cNvPr id="89" name="Straight Connector 88">
            <a:extLst>
              <a:ext uri="{FF2B5EF4-FFF2-40B4-BE49-F238E27FC236}">
                <a16:creationId xmlns:a16="http://schemas.microsoft.com/office/drawing/2014/main" id="{9E64A737-8FA2-78E3-6074-B31D1CFB1C39}"/>
              </a:ext>
            </a:extLst>
          </p:cNvPr>
          <p:cNvCxnSpPr>
            <a:cxnSpLocks/>
          </p:cNvCxnSpPr>
          <p:nvPr/>
        </p:nvCxnSpPr>
        <p:spPr>
          <a:xfrm>
            <a:off x="1120555" y="2562194"/>
            <a:ext cx="10607040"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0" name="Rounded Rectangle 89">
            <a:extLst>
              <a:ext uri="{FF2B5EF4-FFF2-40B4-BE49-F238E27FC236}">
                <a16:creationId xmlns:a16="http://schemas.microsoft.com/office/drawing/2014/main" id="{8383368F-9D19-7C92-1AB4-FC6E17538BEB}"/>
              </a:ext>
            </a:extLst>
          </p:cNvPr>
          <p:cNvSpPr/>
          <p:nvPr/>
        </p:nvSpPr>
        <p:spPr>
          <a:xfrm rot="16200000">
            <a:off x="-505656" y="2213296"/>
            <a:ext cx="1420720"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PROCESSES</a:t>
            </a:r>
          </a:p>
        </p:txBody>
      </p:sp>
      <p:sp>
        <p:nvSpPr>
          <p:cNvPr id="91" name="Rounded Rectangle 90">
            <a:extLst>
              <a:ext uri="{FF2B5EF4-FFF2-40B4-BE49-F238E27FC236}">
                <a16:creationId xmlns:a16="http://schemas.microsoft.com/office/drawing/2014/main" id="{A0E4B5E9-D452-53CA-6093-042B49C7DA08}"/>
              </a:ext>
            </a:extLst>
          </p:cNvPr>
          <p:cNvSpPr/>
          <p:nvPr/>
        </p:nvSpPr>
        <p:spPr>
          <a:xfrm rot="16200000">
            <a:off x="-609002" y="3802725"/>
            <a:ext cx="1627411"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DATA &amp; AI</a:t>
            </a:r>
          </a:p>
        </p:txBody>
      </p:sp>
      <p:grpSp>
        <p:nvGrpSpPr>
          <p:cNvPr id="92" name="Group 91">
            <a:extLst>
              <a:ext uri="{FF2B5EF4-FFF2-40B4-BE49-F238E27FC236}">
                <a16:creationId xmlns:a16="http://schemas.microsoft.com/office/drawing/2014/main" id="{E5AF0875-B8BD-D867-0930-CF478D412DC8}"/>
              </a:ext>
            </a:extLst>
          </p:cNvPr>
          <p:cNvGrpSpPr/>
          <p:nvPr/>
        </p:nvGrpSpPr>
        <p:grpSpPr>
          <a:xfrm>
            <a:off x="76170" y="4806744"/>
            <a:ext cx="9145576" cy="747668"/>
            <a:chOff x="79250" y="4431599"/>
            <a:chExt cx="9145576" cy="747668"/>
          </a:xfrm>
        </p:grpSpPr>
        <p:sp>
          <p:nvSpPr>
            <p:cNvPr id="93" name="Rectangle 92">
              <a:extLst>
                <a:ext uri="{FF2B5EF4-FFF2-40B4-BE49-F238E27FC236}">
                  <a16:creationId xmlns:a16="http://schemas.microsoft.com/office/drawing/2014/main" id="{810D9868-DAB9-D817-FF71-A9A80025C879}"/>
                </a:ext>
              </a:extLst>
            </p:cNvPr>
            <p:cNvSpPr/>
            <p:nvPr/>
          </p:nvSpPr>
          <p:spPr>
            <a:xfrm>
              <a:off x="3735568" y="4520217"/>
              <a:ext cx="5489258" cy="180000"/>
            </a:xfrm>
            <a:prstGeom prst="rect">
              <a:avLst/>
            </a:prstGeom>
            <a:noFill/>
            <a:ln>
              <a:no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Transforming the apps landscape, integrating with apps, infrastructures &amp; data landscapes:</a:t>
              </a:r>
            </a:p>
          </p:txBody>
        </p:sp>
        <p:sp>
          <p:nvSpPr>
            <p:cNvPr id="94" name="Rounded Rectangle 93">
              <a:extLst>
                <a:ext uri="{FF2B5EF4-FFF2-40B4-BE49-F238E27FC236}">
                  <a16:creationId xmlns:a16="http://schemas.microsoft.com/office/drawing/2014/main" id="{B8F97791-C184-4791-82FC-77332029794D}"/>
                </a:ext>
              </a:extLst>
            </p:cNvPr>
            <p:cNvSpPr/>
            <p:nvPr/>
          </p:nvSpPr>
          <p:spPr>
            <a:xfrm rot="16200000">
              <a:off x="-166047" y="4676896"/>
              <a:ext cx="747668"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DIGITAL</a:t>
              </a:r>
            </a:p>
          </p:txBody>
        </p:sp>
      </p:grpSp>
      <p:cxnSp>
        <p:nvCxnSpPr>
          <p:cNvPr id="95" name="Straight Connector 94">
            <a:extLst>
              <a:ext uri="{FF2B5EF4-FFF2-40B4-BE49-F238E27FC236}">
                <a16:creationId xmlns:a16="http://schemas.microsoft.com/office/drawing/2014/main" id="{028F8982-267F-8F19-EF4D-E1457E04B8D5}"/>
              </a:ext>
            </a:extLst>
          </p:cNvPr>
          <p:cNvCxnSpPr>
            <a:cxnSpLocks/>
          </p:cNvCxnSpPr>
          <p:nvPr/>
        </p:nvCxnSpPr>
        <p:spPr>
          <a:xfrm>
            <a:off x="1124645" y="2821847"/>
            <a:ext cx="10607040" cy="0"/>
          </a:xfrm>
          <a:prstGeom prst="line">
            <a:avLst/>
          </a:prstGeom>
          <a:ln w="31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6" name="Oval 95">
            <a:extLst>
              <a:ext uri="{FF2B5EF4-FFF2-40B4-BE49-F238E27FC236}">
                <a16:creationId xmlns:a16="http://schemas.microsoft.com/office/drawing/2014/main" id="{79A2A613-9641-4247-66FF-E6F2655A9760}"/>
              </a:ext>
            </a:extLst>
          </p:cNvPr>
          <p:cNvSpPr/>
          <p:nvPr/>
        </p:nvSpPr>
        <p:spPr>
          <a:xfrm>
            <a:off x="1584313"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Ubuntu"/>
              <a:ea typeface="+mn-ea"/>
              <a:cs typeface="+mn-cs"/>
            </a:endParaRPr>
          </a:p>
        </p:txBody>
      </p:sp>
      <p:sp>
        <p:nvSpPr>
          <p:cNvPr id="97" name="Oval 96">
            <a:extLst>
              <a:ext uri="{FF2B5EF4-FFF2-40B4-BE49-F238E27FC236}">
                <a16:creationId xmlns:a16="http://schemas.microsoft.com/office/drawing/2014/main" id="{DCBCCE25-B628-BF6C-0ED6-BBD56E075A2F}"/>
              </a:ext>
            </a:extLst>
          </p:cNvPr>
          <p:cNvSpPr/>
          <p:nvPr/>
        </p:nvSpPr>
        <p:spPr>
          <a:xfrm>
            <a:off x="1873590"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8" name="Oval 97">
            <a:extLst>
              <a:ext uri="{FF2B5EF4-FFF2-40B4-BE49-F238E27FC236}">
                <a16:creationId xmlns:a16="http://schemas.microsoft.com/office/drawing/2014/main" id="{A18EF341-5CAB-D0AD-5884-76A3C9D989F1}"/>
              </a:ext>
            </a:extLst>
          </p:cNvPr>
          <p:cNvSpPr/>
          <p:nvPr/>
        </p:nvSpPr>
        <p:spPr>
          <a:xfrm>
            <a:off x="1347868"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9" name="Oval 98">
            <a:extLst>
              <a:ext uri="{FF2B5EF4-FFF2-40B4-BE49-F238E27FC236}">
                <a16:creationId xmlns:a16="http://schemas.microsoft.com/office/drawing/2014/main" id="{DB158879-E6EA-6EB5-5F5E-F4FFB827DD9B}"/>
              </a:ext>
            </a:extLst>
          </p:cNvPr>
          <p:cNvSpPr/>
          <p:nvPr/>
        </p:nvSpPr>
        <p:spPr>
          <a:xfrm>
            <a:off x="436847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0" name="Oval 99">
            <a:extLst>
              <a:ext uri="{FF2B5EF4-FFF2-40B4-BE49-F238E27FC236}">
                <a16:creationId xmlns:a16="http://schemas.microsoft.com/office/drawing/2014/main" id="{33FEF0E8-FA70-7BE9-3DA0-1A03CC702DB4}"/>
              </a:ext>
            </a:extLst>
          </p:cNvPr>
          <p:cNvSpPr/>
          <p:nvPr/>
        </p:nvSpPr>
        <p:spPr>
          <a:xfrm>
            <a:off x="4552557" y="2790428"/>
            <a:ext cx="62217" cy="68364"/>
          </a:xfrm>
          <a:prstGeom prst="ellipse">
            <a:avLst/>
          </a:prstGeom>
          <a:solidFill>
            <a:srgbClr val="FF455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1" name="Oval 100">
            <a:extLst>
              <a:ext uri="{FF2B5EF4-FFF2-40B4-BE49-F238E27FC236}">
                <a16:creationId xmlns:a16="http://schemas.microsoft.com/office/drawing/2014/main" id="{412F41D9-B245-46F4-119B-0E13EB312736}"/>
              </a:ext>
            </a:extLst>
          </p:cNvPr>
          <p:cNvSpPr/>
          <p:nvPr/>
        </p:nvSpPr>
        <p:spPr>
          <a:xfrm>
            <a:off x="5217496"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2" name="Oval 101">
            <a:extLst>
              <a:ext uri="{FF2B5EF4-FFF2-40B4-BE49-F238E27FC236}">
                <a16:creationId xmlns:a16="http://schemas.microsoft.com/office/drawing/2014/main" id="{5B30A9EC-48FF-46D7-969E-377AB3124216}"/>
              </a:ext>
            </a:extLst>
          </p:cNvPr>
          <p:cNvSpPr/>
          <p:nvPr/>
        </p:nvSpPr>
        <p:spPr>
          <a:xfrm>
            <a:off x="5330668"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3" name="Oval 102">
            <a:extLst>
              <a:ext uri="{FF2B5EF4-FFF2-40B4-BE49-F238E27FC236}">
                <a16:creationId xmlns:a16="http://schemas.microsoft.com/office/drawing/2014/main" id="{A8ACFAE4-4938-C40D-B52D-84AB9E49E863}"/>
              </a:ext>
            </a:extLst>
          </p:cNvPr>
          <p:cNvSpPr/>
          <p:nvPr/>
        </p:nvSpPr>
        <p:spPr>
          <a:xfrm>
            <a:off x="590909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4" name="Oval 103">
            <a:extLst>
              <a:ext uri="{FF2B5EF4-FFF2-40B4-BE49-F238E27FC236}">
                <a16:creationId xmlns:a16="http://schemas.microsoft.com/office/drawing/2014/main" id="{5214FC1E-7E5A-D746-DB6F-5FF85EF45110}"/>
              </a:ext>
            </a:extLst>
          </p:cNvPr>
          <p:cNvSpPr/>
          <p:nvPr/>
        </p:nvSpPr>
        <p:spPr>
          <a:xfrm>
            <a:off x="6045732"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5" name="Oval 104">
            <a:extLst>
              <a:ext uri="{FF2B5EF4-FFF2-40B4-BE49-F238E27FC236}">
                <a16:creationId xmlns:a16="http://schemas.microsoft.com/office/drawing/2014/main" id="{658F6549-2F48-2C69-07B9-AB010B6F80DF}"/>
              </a:ext>
            </a:extLst>
          </p:cNvPr>
          <p:cNvSpPr/>
          <p:nvPr/>
        </p:nvSpPr>
        <p:spPr>
          <a:xfrm>
            <a:off x="4710908"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6" name="Oval 105">
            <a:extLst>
              <a:ext uri="{FF2B5EF4-FFF2-40B4-BE49-F238E27FC236}">
                <a16:creationId xmlns:a16="http://schemas.microsoft.com/office/drawing/2014/main" id="{3BFE2DC4-962B-D892-9102-7E19314336BC}"/>
              </a:ext>
            </a:extLst>
          </p:cNvPr>
          <p:cNvSpPr/>
          <p:nvPr/>
        </p:nvSpPr>
        <p:spPr>
          <a:xfrm>
            <a:off x="6753556" y="2790428"/>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7" name="Oval 106">
            <a:extLst>
              <a:ext uri="{FF2B5EF4-FFF2-40B4-BE49-F238E27FC236}">
                <a16:creationId xmlns:a16="http://schemas.microsoft.com/office/drawing/2014/main" id="{DCC00EBD-5908-4BE0-E305-C301971410BB}"/>
              </a:ext>
            </a:extLst>
          </p:cNvPr>
          <p:cNvSpPr/>
          <p:nvPr/>
        </p:nvSpPr>
        <p:spPr>
          <a:xfrm>
            <a:off x="741366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8" name="Oval 107">
            <a:extLst>
              <a:ext uri="{FF2B5EF4-FFF2-40B4-BE49-F238E27FC236}">
                <a16:creationId xmlns:a16="http://schemas.microsoft.com/office/drawing/2014/main" id="{582CEEF4-1B19-C115-56D3-77174DA3347E}"/>
              </a:ext>
            </a:extLst>
          </p:cNvPr>
          <p:cNvSpPr/>
          <p:nvPr/>
        </p:nvSpPr>
        <p:spPr>
          <a:xfrm>
            <a:off x="7855899"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9" name="Oval 108">
            <a:extLst>
              <a:ext uri="{FF2B5EF4-FFF2-40B4-BE49-F238E27FC236}">
                <a16:creationId xmlns:a16="http://schemas.microsoft.com/office/drawing/2014/main" id="{263D77BC-3942-413E-83E7-AAB8444DC41D}"/>
              </a:ext>
            </a:extLst>
          </p:cNvPr>
          <p:cNvSpPr/>
          <p:nvPr/>
        </p:nvSpPr>
        <p:spPr>
          <a:xfrm>
            <a:off x="7622639"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0" name="Oval 109">
            <a:extLst>
              <a:ext uri="{FF2B5EF4-FFF2-40B4-BE49-F238E27FC236}">
                <a16:creationId xmlns:a16="http://schemas.microsoft.com/office/drawing/2014/main" id="{2E73EA71-259D-07CE-613F-56EB336D1401}"/>
              </a:ext>
            </a:extLst>
          </p:cNvPr>
          <p:cNvSpPr/>
          <p:nvPr/>
        </p:nvSpPr>
        <p:spPr>
          <a:xfrm>
            <a:off x="8271171"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1" name="Oval 110">
            <a:extLst>
              <a:ext uri="{FF2B5EF4-FFF2-40B4-BE49-F238E27FC236}">
                <a16:creationId xmlns:a16="http://schemas.microsoft.com/office/drawing/2014/main" id="{5FC9E1BD-3D1B-84AC-EC36-47683D81C1AD}"/>
              </a:ext>
            </a:extLst>
          </p:cNvPr>
          <p:cNvSpPr/>
          <p:nvPr/>
        </p:nvSpPr>
        <p:spPr>
          <a:xfrm>
            <a:off x="856877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2" name="Oval 111">
            <a:extLst>
              <a:ext uri="{FF2B5EF4-FFF2-40B4-BE49-F238E27FC236}">
                <a16:creationId xmlns:a16="http://schemas.microsoft.com/office/drawing/2014/main" id="{C8939E9C-3D35-3117-30A1-106222F6FA83}"/>
              </a:ext>
            </a:extLst>
          </p:cNvPr>
          <p:cNvSpPr/>
          <p:nvPr/>
        </p:nvSpPr>
        <p:spPr>
          <a:xfrm>
            <a:off x="9469186"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3" name="Oval 112">
            <a:extLst>
              <a:ext uri="{FF2B5EF4-FFF2-40B4-BE49-F238E27FC236}">
                <a16:creationId xmlns:a16="http://schemas.microsoft.com/office/drawing/2014/main" id="{A1C6318A-E917-7B6C-8CD1-BDF2AD134C47}"/>
              </a:ext>
            </a:extLst>
          </p:cNvPr>
          <p:cNvSpPr/>
          <p:nvPr/>
        </p:nvSpPr>
        <p:spPr>
          <a:xfrm>
            <a:off x="275055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4" name="Oval 113">
            <a:extLst>
              <a:ext uri="{FF2B5EF4-FFF2-40B4-BE49-F238E27FC236}">
                <a16:creationId xmlns:a16="http://schemas.microsoft.com/office/drawing/2014/main" id="{6360E94F-3B23-554A-C972-48253D0076BF}"/>
              </a:ext>
            </a:extLst>
          </p:cNvPr>
          <p:cNvSpPr/>
          <p:nvPr/>
        </p:nvSpPr>
        <p:spPr>
          <a:xfrm>
            <a:off x="3656933"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5" name="Oval 114">
            <a:extLst>
              <a:ext uri="{FF2B5EF4-FFF2-40B4-BE49-F238E27FC236}">
                <a16:creationId xmlns:a16="http://schemas.microsoft.com/office/drawing/2014/main" id="{F02E3078-42BE-355E-D323-DEA7DEFB4EF6}"/>
              </a:ext>
            </a:extLst>
          </p:cNvPr>
          <p:cNvSpPr/>
          <p:nvPr/>
        </p:nvSpPr>
        <p:spPr>
          <a:xfrm>
            <a:off x="3890144"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6" name="Oval 115">
            <a:extLst>
              <a:ext uri="{FF2B5EF4-FFF2-40B4-BE49-F238E27FC236}">
                <a16:creationId xmlns:a16="http://schemas.microsoft.com/office/drawing/2014/main" id="{BBB1FBE0-35C4-345A-C2BD-F658A3655DE3}"/>
              </a:ext>
            </a:extLst>
          </p:cNvPr>
          <p:cNvSpPr/>
          <p:nvPr/>
        </p:nvSpPr>
        <p:spPr>
          <a:xfrm>
            <a:off x="10664629" y="2790428"/>
            <a:ext cx="62217" cy="68364"/>
          </a:xfrm>
          <a:prstGeom prst="ellipse">
            <a:avLst/>
          </a:prstGeom>
          <a:solidFill>
            <a:srgbClr val="FF304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7" name="Oval 116">
            <a:extLst>
              <a:ext uri="{FF2B5EF4-FFF2-40B4-BE49-F238E27FC236}">
                <a16:creationId xmlns:a16="http://schemas.microsoft.com/office/drawing/2014/main" id="{1FC23797-D364-9965-657F-8886758BB1CD}"/>
              </a:ext>
            </a:extLst>
          </p:cNvPr>
          <p:cNvSpPr/>
          <p:nvPr/>
        </p:nvSpPr>
        <p:spPr>
          <a:xfrm>
            <a:off x="1134552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21" name="TextBox 120">
            <a:extLst>
              <a:ext uri="{FF2B5EF4-FFF2-40B4-BE49-F238E27FC236}">
                <a16:creationId xmlns:a16="http://schemas.microsoft.com/office/drawing/2014/main" id="{71BB8DAC-61F2-3686-CC04-8E94012276BC}"/>
              </a:ext>
            </a:extLst>
          </p:cNvPr>
          <p:cNvSpPr txBox="1"/>
          <p:nvPr/>
        </p:nvSpPr>
        <p:spPr>
          <a:xfrm>
            <a:off x="51127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2" name="TextBox 121">
            <a:extLst>
              <a:ext uri="{FF2B5EF4-FFF2-40B4-BE49-F238E27FC236}">
                <a16:creationId xmlns:a16="http://schemas.microsoft.com/office/drawing/2014/main" id="{DE876EF6-F873-1B22-F7FC-7FF37EABFD71}"/>
              </a:ext>
            </a:extLst>
          </p:cNvPr>
          <p:cNvSpPr txBox="1"/>
          <p:nvPr/>
        </p:nvSpPr>
        <p:spPr>
          <a:xfrm>
            <a:off x="370627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GENAI</a:t>
            </a:r>
          </a:p>
        </p:txBody>
      </p:sp>
      <p:sp>
        <p:nvSpPr>
          <p:cNvPr id="123" name="TextBox 122">
            <a:extLst>
              <a:ext uri="{FF2B5EF4-FFF2-40B4-BE49-F238E27FC236}">
                <a16:creationId xmlns:a16="http://schemas.microsoft.com/office/drawing/2014/main" id="{58D4C482-5107-990E-A041-1FD7499579F4}"/>
              </a:ext>
            </a:extLst>
          </p:cNvPr>
          <p:cNvSpPr txBox="1"/>
          <p:nvPr/>
        </p:nvSpPr>
        <p:spPr>
          <a:xfrm>
            <a:off x="21145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4" name="TextBox 123">
            <a:extLst>
              <a:ext uri="{FF2B5EF4-FFF2-40B4-BE49-F238E27FC236}">
                <a16:creationId xmlns:a16="http://schemas.microsoft.com/office/drawing/2014/main" id="{1F23ACCF-4C52-7878-D6C4-4EC0C5FC0F70}"/>
              </a:ext>
            </a:extLst>
          </p:cNvPr>
          <p:cNvSpPr txBox="1"/>
          <p:nvPr/>
        </p:nvSpPr>
        <p:spPr>
          <a:xfrm>
            <a:off x="904045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5" name="TextBox 124">
            <a:extLst>
              <a:ext uri="{FF2B5EF4-FFF2-40B4-BE49-F238E27FC236}">
                <a16:creationId xmlns:a16="http://schemas.microsoft.com/office/drawing/2014/main" id="{F08EF220-8D8A-B500-DA24-55829A2C991E}"/>
              </a:ext>
            </a:extLst>
          </p:cNvPr>
          <p:cNvSpPr txBox="1"/>
          <p:nvPr/>
        </p:nvSpPr>
        <p:spPr>
          <a:xfrm>
            <a:off x="768323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6" name="TextBox 125">
            <a:extLst>
              <a:ext uri="{FF2B5EF4-FFF2-40B4-BE49-F238E27FC236}">
                <a16:creationId xmlns:a16="http://schemas.microsoft.com/office/drawing/2014/main" id="{F8C6FF9D-32F7-4496-1F33-CE2D2E911DB2}"/>
              </a:ext>
            </a:extLst>
          </p:cNvPr>
          <p:cNvSpPr txBox="1"/>
          <p:nvPr/>
        </p:nvSpPr>
        <p:spPr>
          <a:xfrm>
            <a:off x="1101687"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7" name="TextBox 126">
            <a:extLst>
              <a:ext uri="{FF2B5EF4-FFF2-40B4-BE49-F238E27FC236}">
                <a16:creationId xmlns:a16="http://schemas.microsoft.com/office/drawing/2014/main" id="{8A5AC622-A092-D57C-0F66-C0F096C7CFFE}"/>
              </a:ext>
            </a:extLst>
          </p:cNvPr>
          <p:cNvSpPr txBox="1"/>
          <p:nvPr/>
        </p:nvSpPr>
        <p:spPr>
          <a:xfrm>
            <a:off x="1149419" y="2446692"/>
            <a:ext cx="1297311"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Performance  Analysis  &amp; Territory wise Brand Analysis</a:t>
            </a:r>
          </a:p>
        </p:txBody>
      </p:sp>
      <p:sp>
        <p:nvSpPr>
          <p:cNvPr id="128" name="TextBox 127">
            <a:extLst>
              <a:ext uri="{FF2B5EF4-FFF2-40B4-BE49-F238E27FC236}">
                <a16:creationId xmlns:a16="http://schemas.microsoft.com/office/drawing/2014/main" id="{F360D07B-D24B-8701-1225-C4875DBAD317}"/>
              </a:ext>
            </a:extLst>
          </p:cNvPr>
          <p:cNvSpPr txBox="1"/>
          <p:nvPr/>
        </p:nvSpPr>
        <p:spPr>
          <a:xfrm>
            <a:off x="2533593" y="2446692"/>
            <a:ext cx="82296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Select Territories </a:t>
            </a:r>
          </a:p>
        </p:txBody>
      </p:sp>
      <p:sp>
        <p:nvSpPr>
          <p:cNvPr id="129" name="TextBox 128">
            <a:extLst>
              <a:ext uri="{FF2B5EF4-FFF2-40B4-BE49-F238E27FC236}">
                <a16:creationId xmlns:a16="http://schemas.microsoft.com/office/drawing/2014/main" id="{5C22723B-2419-461F-82A5-543EE308542B}"/>
              </a:ext>
            </a:extLst>
          </p:cNvPr>
          <p:cNvSpPr txBox="1"/>
          <p:nvPr/>
        </p:nvSpPr>
        <p:spPr>
          <a:xfrm>
            <a:off x="3470573" y="2446692"/>
            <a:ext cx="64008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Create Collaterals</a:t>
            </a:r>
          </a:p>
        </p:txBody>
      </p:sp>
      <p:sp>
        <p:nvSpPr>
          <p:cNvPr id="130" name="TextBox 129">
            <a:extLst>
              <a:ext uri="{FF2B5EF4-FFF2-40B4-BE49-F238E27FC236}">
                <a16:creationId xmlns:a16="http://schemas.microsoft.com/office/drawing/2014/main" id="{C9935420-99ED-7F97-0C32-BD1B67898F60}"/>
              </a:ext>
            </a:extLst>
          </p:cNvPr>
          <p:cNvSpPr txBox="1"/>
          <p:nvPr/>
        </p:nvSpPr>
        <p:spPr>
          <a:xfrm>
            <a:off x="4225761"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Generation</a:t>
            </a:r>
          </a:p>
        </p:txBody>
      </p:sp>
      <p:sp>
        <p:nvSpPr>
          <p:cNvPr id="131" name="TextBox 130">
            <a:extLst>
              <a:ext uri="{FF2B5EF4-FFF2-40B4-BE49-F238E27FC236}">
                <a16:creationId xmlns:a16="http://schemas.microsoft.com/office/drawing/2014/main" id="{1933495D-ED5F-2262-CE1D-8B69A54F2181}"/>
              </a:ext>
            </a:extLst>
          </p:cNvPr>
          <p:cNvSpPr txBox="1"/>
          <p:nvPr/>
        </p:nvSpPr>
        <p:spPr>
          <a:xfrm>
            <a:off x="4966232"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Assembly</a:t>
            </a:r>
          </a:p>
        </p:txBody>
      </p:sp>
      <p:sp>
        <p:nvSpPr>
          <p:cNvPr id="132" name="TextBox 131">
            <a:extLst>
              <a:ext uri="{FF2B5EF4-FFF2-40B4-BE49-F238E27FC236}">
                <a16:creationId xmlns:a16="http://schemas.microsoft.com/office/drawing/2014/main" id="{55A05179-59E1-4A4A-AC88-1730940704E0}"/>
              </a:ext>
            </a:extLst>
          </p:cNvPr>
          <p:cNvSpPr txBox="1"/>
          <p:nvPr/>
        </p:nvSpPr>
        <p:spPr>
          <a:xfrm>
            <a:off x="5717412" y="2446692"/>
            <a:ext cx="688116"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Quality &amp; Compliance</a:t>
            </a:r>
          </a:p>
        </p:txBody>
      </p:sp>
      <p:sp>
        <p:nvSpPr>
          <p:cNvPr id="133" name="TextBox 132">
            <a:extLst>
              <a:ext uri="{FF2B5EF4-FFF2-40B4-BE49-F238E27FC236}">
                <a16:creationId xmlns:a16="http://schemas.microsoft.com/office/drawing/2014/main" id="{1653A93F-E2DB-4D14-E001-F4194BF9677F}"/>
              </a:ext>
            </a:extLst>
          </p:cNvPr>
          <p:cNvSpPr txBox="1"/>
          <p:nvPr/>
        </p:nvSpPr>
        <p:spPr>
          <a:xfrm>
            <a:off x="6498052"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Distribute Campaign</a:t>
            </a:r>
          </a:p>
        </p:txBody>
      </p:sp>
      <p:sp>
        <p:nvSpPr>
          <p:cNvPr id="134" name="TextBox 133">
            <a:extLst>
              <a:ext uri="{FF2B5EF4-FFF2-40B4-BE49-F238E27FC236}">
                <a16:creationId xmlns:a16="http://schemas.microsoft.com/office/drawing/2014/main" id="{93DC1A6E-42E4-02D2-A552-25F0B8AFCA86}"/>
              </a:ext>
            </a:extLst>
          </p:cNvPr>
          <p:cNvSpPr txBox="1"/>
          <p:nvPr/>
        </p:nvSpPr>
        <p:spPr>
          <a:xfrm>
            <a:off x="7300978"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Engage Sales Teams</a:t>
            </a:r>
          </a:p>
        </p:txBody>
      </p:sp>
      <p:sp>
        <p:nvSpPr>
          <p:cNvPr id="135" name="TextBox 134">
            <a:extLst>
              <a:ext uri="{FF2B5EF4-FFF2-40B4-BE49-F238E27FC236}">
                <a16:creationId xmlns:a16="http://schemas.microsoft.com/office/drawing/2014/main" id="{8916FCBA-715C-182A-6322-F999A36FE7C6}"/>
              </a:ext>
            </a:extLst>
          </p:cNvPr>
          <p:cNvSpPr txBox="1"/>
          <p:nvPr/>
        </p:nvSpPr>
        <p:spPr>
          <a:xfrm>
            <a:off x="8940665"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Adjustments</a:t>
            </a:r>
          </a:p>
        </p:txBody>
      </p:sp>
      <p:sp>
        <p:nvSpPr>
          <p:cNvPr id="136" name="TextBox 135">
            <a:extLst>
              <a:ext uri="{FF2B5EF4-FFF2-40B4-BE49-F238E27FC236}">
                <a16:creationId xmlns:a16="http://schemas.microsoft.com/office/drawing/2014/main" id="{1928AB2E-5E19-2437-FC83-3F9407C5F8AA}"/>
              </a:ext>
            </a:extLst>
          </p:cNvPr>
          <p:cNvSpPr txBox="1"/>
          <p:nvPr/>
        </p:nvSpPr>
        <p:spPr>
          <a:xfrm>
            <a:off x="9768997" y="2446692"/>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Request</a:t>
            </a:r>
          </a:p>
        </p:txBody>
      </p:sp>
      <p:sp>
        <p:nvSpPr>
          <p:cNvPr id="137" name="Oval 136">
            <a:extLst>
              <a:ext uri="{FF2B5EF4-FFF2-40B4-BE49-F238E27FC236}">
                <a16:creationId xmlns:a16="http://schemas.microsoft.com/office/drawing/2014/main" id="{AB68D0DA-0862-491B-FD31-556BD42B64BA}"/>
              </a:ext>
            </a:extLst>
          </p:cNvPr>
          <p:cNvSpPr/>
          <p:nvPr/>
        </p:nvSpPr>
        <p:spPr>
          <a:xfrm>
            <a:off x="2277159" y="279251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8" name="Oval 137">
            <a:extLst>
              <a:ext uri="{FF2B5EF4-FFF2-40B4-BE49-F238E27FC236}">
                <a16:creationId xmlns:a16="http://schemas.microsoft.com/office/drawing/2014/main" id="{BC36CE3F-0A5C-36B5-5D5D-80A4F4845447}"/>
              </a:ext>
            </a:extLst>
          </p:cNvPr>
          <p:cNvSpPr/>
          <p:nvPr/>
        </p:nvSpPr>
        <p:spPr>
          <a:xfrm>
            <a:off x="9061311"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9" name="Oval 138">
            <a:extLst>
              <a:ext uri="{FF2B5EF4-FFF2-40B4-BE49-F238E27FC236}">
                <a16:creationId xmlns:a16="http://schemas.microsoft.com/office/drawing/2014/main" id="{6ACF7AAC-DAFF-FAB6-053E-62C6E2A8B139}"/>
              </a:ext>
            </a:extLst>
          </p:cNvPr>
          <p:cNvSpPr/>
          <p:nvPr/>
        </p:nvSpPr>
        <p:spPr>
          <a:xfrm>
            <a:off x="6604459"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0" name="Oval 139">
            <a:extLst>
              <a:ext uri="{FF2B5EF4-FFF2-40B4-BE49-F238E27FC236}">
                <a16:creationId xmlns:a16="http://schemas.microsoft.com/office/drawing/2014/main" id="{05816539-6F5D-FBE3-376A-90D6BE0D1561}"/>
              </a:ext>
            </a:extLst>
          </p:cNvPr>
          <p:cNvSpPr/>
          <p:nvPr/>
        </p:nvSpPr>
        <p:spPr>
          <a:xfrm>
            <a:off x="6198132" y="279042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1" name="Rectangle 140">
            <a:extLst>
              <a:ext uri="{FF2B5EF4-FFF2-40B4-BE49-F238E27FC236}">
                <a16:creationId xmlns:a16="http://schemas.microsoft.com/office/drawing/2014/main" id="{A80B1B0F-4AD2-4ADF-4A14-C5473907B5AD}"/>
              </a:ext>
            </a:extLst>
          </p:cNvPr>
          <p:cNvSpPr/>
          <p:nvPr/>
        </p:nvSpPr>
        <p:spPr>
          <a:xfrm>
            <a:off x="1185557" y="4190685"/>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42" name="Rectangle 141">
            <a:extLst>
              <a:ext uri="{FF2B5EF4-FFF2-40B4-BE49-F238E27FC236}">
                <a16:creationId xmlns:a16="http://schemas.microsoft.com/office/drawing/2014/main" id="{DD9A9666-166B-7B55-FEF3-27DAE90AAAF8}"/>
              </a:ext>
            </a:extLst>
          </p:cNvPr>
          <p:cNvSpPr/>
          <p:nvPr/>
        </p:nvSpPr>
        <p:spPr>
          <a:xfrm>
            <a:off x="1151677" y="4152487"/>
            <a:ext cx="784130"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3" name="Elbow Connector 142">
            <a:extLst>
              <a:ext uri="{FF2B5EF4-FFF2-40B4-BE49-F238E27FC236}">
                <a16:creationId xmlns:a16="http://schemas.microsoft.com/office/drawing/2014/main" id="{A1424E50-BEF9-7011-50DA-6A848FA6F66C}"/>
              </a:ext>
            </a:extLst>
          </p:cNvPr>
          <p:cNvCxnSpPr>
            <a:cxnSpLocks/>
            <a:stCxn id="141" idx="0"/>
          </p:cNvCxnSpPr>
          <p:nvPr/>
        </p:nvCxnSpPr>
        <p:spPr>
          <a:xfrm rot="5400000" flipH="1" flipV="1">
            <a:off x="1228095" y="3878223"/>
            <a:ext cx="370497" cy="2544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Elbow Connector 143">
            <a:extLst>
              <a:ext uri="{FF2B5EF4-FFF2-40B4-BE49-F238E27FC236}">
                <a16:creationId xmlns:a16="http://schemas.microsoft.com/office/drawing/2014/main" id="{8D9871FD-CDEC-C1F3-24D6-88EE2B987811}"/>
              </a:ext>
            </a:extLst>
          </p:cNvPr>
          <p:cNvCxnSpPr>
            <a:cxnSpLocks/>
            <a:stCxn id="166" idx="0"/>
          </p:cNvCxnSpPr>
          <p:nvPr/>
        </p:nvCxnSpPr>
        <p:spPr>
          <a:xfrm rot="16200000" flipV="1">
            <a:off x="1483692" y="3877055"/>
            <a:ext cx="370497" cy="25676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3D8C6179-FC09-B65D-6B59-634D4A1DFE84}"/>
              </a:ext>
            </a:extLst>
          </p:cNvPr>
          <p:cNvCxnSpPr>
            <a:cxnSpLocks/>
            <a:endCxn id="169" idx="0"/>
          </p:cNvCxnSpPr>
          <p:nvPr/>
        </p:nvCxnSpPr>
        <p:spPr>
          <a:xfrm>
            <a:off x="1536501" y="40054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A1540820-6F6E-DF3C-AB81-94F6F2970D09}"/>
              </a:ext>
            </a:extLst>
          </p:cNvPr>
          <p:cNvSpPr/>
          <p:nvPr/>
        </p:nvSpPr>
        <p:spPr>
          <a:xfrm>
            <a:off x="4936624" y="4179459"/>
            <a:ext cx="1248262"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7" name="Elbow Connector 146">
            <a:extLst>
              <a:ext uri="{FF2B5EF4-FFF2-40B4-BE49-F238E27FC236}">
                <a16:creationId xmlns:a16="http://schemas.microsoft.com/office/drawing/2014/main" id="{100307C7-0C46-5483-7790-3718A96477DF}"/>
              </a:ext>
            </a:extLst>
          </p:cNvPr>
          <p:cNvCxnSpPr>
            <a:cxnSpLocks/>
            <a:stCxn id="223" idx="0"/>
            <a:endCxn id="47" idx="2"/>
          </p:cNvCxnSpPr>
          <p:nvPr/>
        </p:nvCxnSpPr>
        <p:spPr>
          <a:xfrm rot="5400000" flipH="1" flipV="1">
            <a:off x="5170634" y="3824606"/>
            <a:ext cx="294895" cy="47096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Elbow Connector 147">
            <a:extLst>
              <a:ext uri="{FF2B5EF4-FFF2-40B4-BE49-F238E27FC236}">
                <a16:creationId xmlns:a16="http://schemas.microsoft.com/office/drawing/2014/main" id="{33608A20-60E3-E36C-22DA-067FA1CBC34C}"/>
              </a:ext>
            </a:extLst>
          </p:cNvPr>
          <p:cNvCxnSpPr>
            <a:cxnSpLocks/>
            <a:stCxn id="225" idx="0"/>
            <a:endCxn id="47" idx="2"/>
          </p:cNvCxnSpPr>
          <p:nvPr/>
        </p:nvCxnSpPr>
        <p:spPr>
          <a:xfrm rot="16200000" flipV="1">
            <a:off x="5523843" y="3942365"/>
            <a:ext cx="298930" cy="23948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9B24B39-A2E7-6901-C937-F3E0880F12F9}"/>
              </a:ext>
            </a:extLst>
          </p:cNvPr>
          <p:cNvCxnSpPr>
            <a:cxnSpLocks/>
            <a:stCxn id="47" idx="2"/>
          </p:cNvCxnSpPr>
          <p:nvPr/>
        </p:nvCxnSpPr>
        <p:spPr>
          <a:xfrm flipH="1">
            <a:off x="5549821" y="3912642"/>
            <a:ext cx="3745" cy="2966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0" name="Rectangle 149">
            <a:extLst>
              <a:ext uri="{FF2B5EF4-FFF2-40B4-BE49-F238E27FC236}">
                <a16:creationId xmlns:a16="http://schemas.microsoft.com/office/drawing/2014/main" id="{B22624EA-2815-A722-6E03-57EBEBA6093F}"/>
              </a:ext>
            </a:extLst>
          </p:cNvPr>
          <p:cNvSpPr/>
          <p:nvPr/>
        </p:nvSpPr>
        <p:spPr>
          <a:xfrm>
            <a:off x="6472654" y="4179178"/>
            <a:ext cx="759279"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1" name="Elbow Connector 150">
            <a:extLst>
              <a:ext uri="{FF2B5EF4-FFF2-40B4-BE49-F238E27FC236}">
                <a16:creationId xmlns:a16="http://schemas.microsoft.com/office/drawing/2014/main" id="{FFB6A405-45DA-7EE9-8A41-252215C47B6A}"/>
              </a:ext>
            </a:extLst>
          </p:cNvPr>
          <p:cNvCxnSpPr>
            <a:cxnSpLocks/>
            <a:stCxn id="244" idx="0"/>
            <a:endCxn id="68" idx="2"/>
          </p:cNvCxnSpPr>
          <p:nvPr/>
        </p:nvCxnSpPr>
        <p:spPr>
          <a:xfrm rot="5400000" flipH="1" flipV="1">
            <a:off x="6513433" y="3882295"/>
            <a:ext cx="441933" cy="2256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Elbow Connector 151">
            <a:extLst>
              <a:ext uri="{FF2B5EF4-FFF2-40B4-BE49-F238E27FC236}">
                <a16:creationId xmlns:a16="http://schemas.microsoft.com/office/drawing/2014/main" id="{7E2259FA-DDC2-22B1-35BE-0A73F3150DF7}"/>
              </a:ext>
            </a:extLst>
          </p:cNvPr>
          <p:cNvCxnSpPr>
            <a:cxnSpLocks/>
            <a:endCxn id="68" idx="2"/>
          </p:cNvCxnSpPr>
          <p:nvPr/>
        </p:nvCxnSpPr>
        <p:spPr>
          <a:xfrm rot="16200000" flipV="1">
            <a:off x="6746158" y="3875199"/>
            <a:ext cx="443709" cy="24159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7998612-B6A4-47E6-7121-3178BE9FFB15}"/>
              </a:ext>
            </a:extLst>
          </p:cNvPr>
          <p:cNvCxnSpPr>
            <a:cxnSpLocks/>
            <a:stCxn id="68" idx="2"/>
            <a:endCxn id="150" idx="0"/>
          </p:cNvCxnSpPr>
          <p:nvPr/>
        </p:nvCxnSpPr>
        <p:spPr>
          <a:xfrm>
            <a:off x="6847214" y="3774142"/>
            <a:ext cx="5080" cy="4050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Rectangle 153">
            <a:extLst>
              <a:ext uri="{FF2B5EF4-FFF2-40B4-BE49-F238E27FC236}">
                <a16:creationId xmlns:a16="http://schemas.microsoft.com/office/drawing/2014/main" id="{CDA1E25E-FD71-E7F4-D15C-D1979650C6F7}"/>
              </a:ext>
            </a:extLst>
          </p:cNvPr>
          <p:cNvSpPr/>
          <p:nvPr/>
        </p:nvSpPr>
        <p:spPr>
          <a:xfrm>
            <a:off x="7613843" y="4181845"/>
            <a:ext cx="1003271"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5" name="Elbow Connector 154">
            <a:extLst>
              <a:ext uri="{FF2B5EF4-FFF2-40B4-BE49-F238E27FC236}">
                <a16:creationId xmlns:a16="http://schemas.microsoft.com/office/drawing/2014/main" id="{09B4A515-47F4-89D4-FB90-760516822F1F}"/>
              </a:ext>
            </a:extLst>
          </p:cNvPr>
          <p:cNvCxnSpPr>
            <a:cxnSpLocks/>
            <a:stCxn id="253" idx="0"/>
            <a:endCxn id="48" idx="2"/>
          </p:cNvCxnSpPr>
          <p:nvPr/>
        </p:nvCxnSpPr>
        <p:spPr>
          <a:xfrm rot="5400000" flipH="1" flipV="1">
            <a:off x="7729553" y="3819326"/>
            <a:ext cx="441815" cy="35144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Elbow Connector 155">
            <a:extLst>
              <a:ext uri="{FF2B5EF4-FFF2-40B4-BE49-F238E27FC236}">
                <a16:creationId xmlns:a16="http://schemas.microsoft.com/office/drawing/2014/main" id="{0FC6BC54-943A-2A58-96F9-9AB5080524DC}"/>
              </a:ext>
            </a:extLst>
          </p:cNvPr>
          <p:cNvCxnSpPr>
            <a:cxnSpLocks/>
            <a:endCxn id="48" idx="2"/>
          </p:cNvCxnSpPr>
          <p:nvPr/>
        </p:nvCxnSpPr>
        <p:spPr>
          <a:xfrm rot="16200000" flipV="1">
            <a:off x="7962277" y="3938050"/>
            <a:ext cx="443591" cy="11577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Rectangle 156">
            <a:extLst>
              <a:ext uri="{FF2B5EF4-FFF2-40B4-BE49-F238E27FC236}">
                <a16:creationId xmlns:a16="http://schemas.microsoft.com/office/drawing/2014/main" id="{B73E4C61-3EB9-7344-FD5A-6BA4C6D93F64}"/>
              </a:ext>
            </a:extLst>
          </p:cNvPr>
          <p:cNvSpPr/>
          <p:nvPr/>
        </p:nvSpPr>
        <p:spPr>
          <a:xfrm>
            <a:off x="8381152" y="4217044"/>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158" name="Elbow Connector 157">
            <a:extLst>
              <a:ext uri="{FF2B5EF4-FFF2-40B4-BE49-F238E27FC236}">
                <a16:creationId xmlns:a16="http://schemas.microsoft.com/office/drawing/2014/main" id="{77127E46-A57C-8C4A-4931-1D50CBBDB88B}"/>
              </a:ext>
            </a:extLst>
          </p:cNvPr>
          <p:cNvCxnSpPr>
            <a:cxnSpLocks/>
            <a:stCxn id="157" idx="0"/>
            <a:endCxn id="48" idx="2"/>
          </p:cNvCxnSpPr>
          <p:nvPr/>
        </p:nvCxnSpPr>
        <p:spPr>
          <a:xfrm rot="16200000" flipV="1">
            <a:off x="8082503" y="3817823"/>
            <a:ext cx="442902" cy="3555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Rectangle 158">
            <a:extLst>
              <a:ext uri="{FF2B5EF4-FFF2-40B4-BE49-F238E27FC236}">
                <a16:creationId xmlns:a16="http://schemas.microsoft.com/office/drawing/2014/main" id="{798A528C-7959-B043-59C6-535CFAC44F85}"/>
              </a:ext>
            </a:extLst>
          </p:cNvPr>
          <p:cNvSpPr/>
          <p:nvPr/>
        </p:nvSpPr>
        <p:spPr>
          <a:xfrm>
            <a:off x="9012458" y="4187129"/>
            <a:ext cx="102321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60" name="Elbow Connector 159">
            <a:extLst>
              <a:ext uri="{FF2B5EF4-FFF2-40B4-BE49-F238E27FC236}">
                <a16:creationId xmlns:a16="http://schemas.microsoft.com/office/drawing/2014/main" id="{CBB0AF59-FA9A-699C-688F-CB0B6FD469A6}"/>
              </a:ext>
            </a:extLst>
          </p:cNvPr>
          <p:cNvCxnSpPr>
            <a:cxnSpLocks/>
            <a:stCxn id="262" idx="0"/>
            <a:endCxn id="64" idx="2"/>
          </p:cNvCxnSpPr>
          <p:nvPr/>
        </p:nvCxnSpPr>
        <p:spPr>
          <a:xfrm rot="5400000" flipH="1" flipV="1">
            <a:off x="9249548" y="3940162"/>
            <a:ext cx="443585" cy="1115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Elbow Connector 160">
            <a:extLst>
              <a:ext uri="{FF2B5EF4-FFF2-40B4-BE49-F238E27FC236}">
                <a16:creationId xmlns:a16="http://schemas.microsoft.com/office/drawing/2014/main" id="{9E5791CF-CD91-FE56-2FE0-27953D815FB0}"/>
              </a:ext>
            </a:extLst>
          </p:cNvPr>
          <p:cNvCxnSpPr>
            <a:cxnSpLocks/>
            <a:endCxn id="64" idx="2"/>
          </p:cNvCxnSpPr>
          <p:nvPr/>
        </p:nvCxnSpPr>
        <p:spPr>
          <a:xfrm rot="16200000" flipV="1">
            <a:off x="9482273" y="3818984"/>
            <a:ext cx="445361" cy="35567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Elbow Connector 161">
            <a:extLst>
              <a:ext uri="{FF2B5EF4-FFF2-40B4-BE49-F238E27FC236}">
                <a16:creationId xmlns:a16="http://schemas.microsoft.com/office/drawing/2014/main" id="{5B2056EF-8EEE-95A9-2A35-96D414A2AF13}"/>
              </a:ext>
            </a:extLst>
          </p:cNvPr>
          <p:cNvCxnSpPr>
            <a:cxnSpLocks/>
            <a:stCxn id="256" idx="0"/>
            <a:endCxn id="48" idx="2"/>
          </p:cNvCxnSpPr>
          <p:nvPr/>
        </p:nvCxnSpPr>
        <p:spPr>
          <a:xfrm rot="5400000" flipH="1" flipV="1">
            <a:off x="7848075" y="3933967"/>
            <a:ext cx="437934" cy="11828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6A3771B9-517B-1CD6-59FD-64F876026D5C}"/>
              </a:ext>
            </a:extLst>
          </p:cNvPr>
          <p:cNvCxnSpPr>
            <a:cxnSpLocks/>
          </p:cNvCxnSpPr>
          <p:nvPr/>
        </p:nvCxnSpPr>
        <p:spPr>
          <a:xfrm>
            <a:off x="1168265" y="4827167"/>
            <a:ext cx="10424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D823B935-8C2B-7549-482B-D1CFA1F32DFB}"/>
              </a:ext>
            </a:extLst>
          </p:cNvPr>
          <p:cNvCxnSpPr>
            <a:cxnSpLocks/>
          </p:cNvCxnSpPr>
          <p:nvPr/>
        </p:nvCxnSpPr>
        <p:spPr>
          <a:xfrm>
            <a:off x="1198745" y="5587028"/>
            <a:ext cx="104241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34869C27-96BF-620C-2D0F-F14AFB1A84D0}"/>
              </a:ext>
            </a:extLst>
          </p:cNvPr>
          <p:cNvGrpSpPr/>
          <p:nvPr/>
        </p:nvGrpSpPr>
        <p:grpSpPr>
          <a:xfrm>
            <a:off x="1696750" y="4190685"/>
            <a:ext cx="201143" cy="188469"/>
            <a:chOff x="1699830" y="3873430"/>
            <a:chExt cx="201143" cy="188469"/>
          </a:xfrm>
        </p:grpSpPr>
        <p:sp>
          <p:nvSpPr>
            <p:cNvPr id="166" name="Rectangle 165">
              <a:extLst>
                <a:ext uri="{FF2B5EF4-FFF2-40B4-BE49-F238E27FC236}">
                  <a16:creationId xmlns:a16="http://schemas.microsoft.com/office/drawing/2014/main" id="{089CA7C8-54E1-EAF0-9181-85263C616113}"/>
                </a:ext>
              </a:extLst>
            </p:cNvPr>
            <p:cNvSpPr/>
            <p:nvPr/>
          </p:nvSpPr>
          <p:spPr>
            <a:xfrm>
              <a:off x="1699830" y="387343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67" name="Graphic 166" descr="Tools outline">
              <a:extLst>
                <a:ext uri="{FF2B5EF4-FFF2-40B4-BE49-F238E27FC236}">
                  <a16:creationId xmlns:a16="http://schemas.microsoft.com/office/drawing/2014/main" id="{0A6621E0-AE03-163B-1316-EB043069254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706327" y="3874261"/>
              <a:ext cx="187638" cy="187638"/>
            </a:xfrm>
            <a:prstGeom prst="rect">
              <a:avLst/>
            </a:prstGeom>
          </p:spPr>
        </p:pic>
      </p:grpSp>
      <p:grpSp>
        <p:nvGrpSpPr>
          <p:cNvPr id="168" name="Group 167">
            <a:extLst>
              <a:ext uri="{FF2B5EF4-FFF2-40B4-BE49-F238E27FC236}">
                <a16:creationId xmlns:a16="http://schemas.microsoft.com/office/drawing/2014/main" id="{4E7C988C-0CD3-8C34-8A7F-52E4AC39A162}"/>
              </a:ext>
            </a:extLst>
          </p:cNvPr>
          <p:cNvGrpSpPr/>
          <p:nvPr/>
        </p:nvGrpSpPr>
        <p:grpSpPr>
          <a:xfrm>
            <a:off x="1435929" y="4185460"/>
            <a:ext cx="201143" cy="188059"/>
            <a:chOff x="1439009" y="3914251"/>
            <a:chExt cx="201143" cy="188059"/>
          </a:xfrm>
        </p:grpSpPr>
        <p:sp>
          <p:nvSpPr>
            <p:cNvPr id="169" name="Rectangle 168">
              <a:extLst>
                <a:ext uri="{FF2B5EF4-FFF2-40B4-BE49-F238E27FC236}">
                  <a16:creationId xmlns:a16="http://schemas.microsoft.com/office/drawing/2014/main" id="{FC509637-B1D5-10A1-5CE7-02896872743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70" name="Graphic 169" descr="Chat outline">
              <a:extLst>
                <a:ext uri="{FF2B5EF4-FFF2-40B4-BE49-F238E27FC236}">
                  <a16:creationId xmlns:a16="http://schemas.microsoft.com/office/drawing/2014/main" id="{958F66FE-2A2F-B3F9-A835-C616EE8C859C}"/>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171" name="Group 170">
            <a:extLst>
              <a:ext uri="{FF2B5EF4-FFF2-40B4-BE49-F238E27FC236}">
                <a16:creationId xmlns:a16="http://schemas.microsoft.com/office/drawing/2014/main" id="{9CCD801C-1B08-4B40-1527-1E7D270F7C44}"/>
              </a:ext>
            </a:extLst>
          </p:cNvPr>
          <p:cNvGrpSpPr/>
          <p:nvPr/>
        </p:nvGrpSpPr>
        <p:grpSpPr>
          <a:xfrm>
            <a:off x="2380437" y="5085029"/>
            <a:ext cx="995474" cy="320947"/>
            <a:chOff x="2383517" y="4774064"/>
            <a:chExt cx="995474" cy="320947"/>
          </a:xfrm>
        </p:grpSpPr>
        <p:sp>
          <p:nvSpPr>
            <p:cNvPr id="172" name="Flowchart: Magnetic Disk 44">
              <a:extLst>
                <a:ext uri="{FF2B5EF4-FFF2-40B4-BE49-F238E27FC236}">
                  <a16:creationId xmlns:a16="http://schemas.microsoft.com/office/drawing/2014/main" id="{BA9B0364-5D22-ABAF-2C33-5A4C99EA9FF6}"/>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3" name="Rectangle 172">
              <a:extLst>
                <a:ext uri="{FF2B5EF4-FFF2-40B4-BE49-F238E27FC236}">
                  <a16:creationId xmlns:a16="http://schemas.microsoft.com/office/drawing/2014/main" id="{C61CB079-7C66-FD6A-EE6C-D2CD1E7491E8}"/>
                </a:ext>
              </a:extLst>
            </p:cNvPr>
            <p:cNvSpPr/>
            <p:nvPr/>
          </p:nvSpPr>
          <p:spPr>
            <a:xfrm>
              <a:off x="2518738" y="4832260"/>
              <a:ext cx="720491"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Third Party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Sales Info</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4" name="Group 173">
            <a:extLst>
              <a:ext uri="{FF2B5EF4-FFF2-40B4-BE49-F238E27FC236}">
                <a16:creationId xmlns:a16="http://schemas.microsoft.com/office/drawing/2014/main" id="{7CBD69F4-B977-AB86-AD36-EA6972732256}"/>
              </a:ext>
            </a:extLst>
          </p:cNvPr>
          <p:cNvGrpSpPr/>
          <p:nvPr/>
        </p:nvGrpSpPr>
        <p:grpSpPr>
          <a:xfrm>
            <a:off x="3535078" y="5085030"/>
            <a:ext cx="995474" cy="320947"/>
            <a:chOff x="2383517" y="4774064"/>
            <a:chExt cx="995474" cy="320947"/>
          </a:xfrm>
        </p:grpSpPr>
        <p:sp>
          <p:nvSpPr>
            <p:cNvPr id="175" name="Flowchart: Magnetic Disk 44">
              <a:extLst>
                <a:ext uri="{FF2B5EF4-FFF2-40B4-BE49-F238E27FC236}">
                  <a16:creationId xmlns:a16="http://schemas.microsoft.com/office/drawing/2014/main" id="{D06746B0-6318-B1BE-13CE-0C03218C2B7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6" name="Rectangle 175">
              <a:extLst>
                <a:ext uri="{FF2B5EF4-FFF2-40B4-BE49-F238E27FC236}">
                  <a16:creationId xmlns:a16="http://schemas.microsoft.com/office/drawing/2014/main" id="{8F0F1633-1BFA-B10B-593B-F87262B3BCC6}"/>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Brand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7" name="Group 176">
            <a:extLst>
              <a:ext uri="{FF2B5EF4-FFF2-40B4-BE49-F238E27FC236}">
                <a16:creationId xmlns:a16="http://schemas.microsoft.com/office/drawing/2014/main" id="{91CC44A7-1185-3C5A-12E9-5E7E33E91708}"/>
              </a:ext>
            </a:extLst>
          </p:cNvPr>
          <p:cNvGrpSpPr/>
          <p:nvPr/>
        </p:nvGrpSpPr>
        <p:grpSpPr>
          <a:xfrm>
            <a:off x="4689719" y="5080780"/>
            <a:ext cx="995474" cy="320947"/>
            <a:chOff x="2383517" y="4774064"/>
            <a:chExt cx="995474" cy="320947"/>
          </a:xfrm>
        </p:grpSpPr>
        <p:sp>
          <p:nvSpPr>
            <p:cNvPr id="178" name="Flowchart: Magnetic Disk 44">
              <a:extLst>
                <a:ext uri="{FF2B5EF4-FFF2-40B4-BE49-F238E27FC236}">
                  <a16:creationId xmlns:a16="http://schemas.microsoft.com/office/drawing/2014/main" id="{3CDA7D1E-26BA-44B3-5649-56F045107ABC}"/>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9" name="Rectangle 178">
              <a:extLst>
                <a:ext uri="{FF2B5EF4-FFF2-40B4-BE49-F238E27FC236}">
                  <a16:creationId xmlns:a16="http://schemas.microsoft.com/office/drawing/2014/main" id="{BC078709-4D82-9442-3640-C63704374C87}"/>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0" name="Group 179">
            <a:extLst>
              <a:ext uri="{FF2B5EF4-FFF2-40B4-BE49-F238E27FC236}">
                <a16:creationId xmlns:a16="http://schemas.microsoft.com/office/drawing/2014/main" id="{FDFB5C86-A993-0E1F-5B4A-C6764A5887E2}"/>
              </a:ext>
            </a:extLst>
          </p:cNvPr>
          <p:cNvGrpSpPr/>
          <p:nvPr/>
        </p:nvGrpSpPr>
        <p:grpSpPr>
          <a:xfrm>
            <a:off x="5844360" y="5080780"/>
            <a:ext cx="995474" cy="320947"/>
            <a:chOff x="2383517" y="4774064"/>
            <a:chExt cx="995474" cy="320947"/>
          </a:xfrm>
        </p:grpSpPr>
        <p:sp>
          <p:nvSpPr>
            <p:cNvPr id="181" name="Flowchart: Magnetic Disk 44">
              <a:extLst>
                <a:ext uri="{FF2B5EF4-FFF2-40B4-BE49-F238E27FC236}">
                  <a16:creationId xmlns:a16="http://schemas.microsoft.com/office/drawing/2014/main" id="{DE55B187-B837-C090-F1C1-6A4A43E7A7FA}"/>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2" name="Rectangle 181">
              <a:extLst>
                <a:ext uri="{FF2B5EF4-FFF2-40B4-BE49-F238E27FC236}">
                  <a16:creationId xmlns:a16="http://schemas.microsoft.com/office/drawing/2014/main" id="{4AD3B526-208C-60CD-762C-0B43B34843F5}"/>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3" name="Group 182">
            <a:extLst>
              <a:ext uri="{FF2B5EF4-FFF2-40B4-BE49-F238E27FC236}">
                <a16:creationId xmlns:a16="http://schemas.microsoft.com/office/drawing/2014/main" id="{2316DA03-AE74-278E-BB7F-D6F31AE9D32A}"/>
              </a:ext>
            </a:extLst>
          </p:cNvPr>
          <p:cNvGrpSpPr/>
          <p:nvPr/>
        </p:nvGrpSpPr>
        <p:grpSpPr>
          <a:xfrm>
            <a:off x="6999001" y="5080780"/>
            <a:ext cx="995474" cy="320947"/>
            <a:chOff x="2383517" y="4774064"/>
            <a:chExt cx="995474" cy="320947"/>
          </a:xfrm>
        </p:grpSpPr>
        <p:sp>
          <p:nvSpPr>
            <p:cNvPr id="184" name="Flowchart: Magnetic Disk 44">
              <a:extLst>
                <a:ext uri="{FF2B5EF4-FFF2-40B4-BE49-F238E27FC236}">
                  <a16:creationId xmlns:a16="http://schemas.microsoft.com/office/drawing/2014/main" id="{35522A95-DB07-4D44-79F2-C8EB4932E58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5" name="Rectangle 184">
              <a:extLst>
                <a:ext uri="{FF2B5EF4-FFF2-40B4-BE49-F238E27FC236}">
                  <a16:creationId xmlns:a16="http://schemas.microsoft.com/office/drawing/2014/main" id="{A3DF17C0-2531-8E0D-9D01-E5F54F65CD84}"/>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SFA System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6" name="Group 185">
            <a:extLst>
              <a:ext uri="{FF2B5EF4-FFF2-40B4-BE49-F238E27FC236}">
                <a16:creationId xmlns:a16="http://schemas.microsoft.com/office/drawing/2014/main" id="{B1ED6A07-CFE7-2897-710B-DC7FEE6B7FE8}"/>
              </a:ext>
            </a:extLst>
          </p:cNvPr>
          <p:cNvGrpSpPr/>
          <p:nvPr/>
        </p:nvGrpSpPr>
        <p:grpSpPr>
          <a:xfrm>
            <a:off x="8153642" y="5080780"/>
            <a:ext cx="995474" cy="320947"/>
            <a:chOff x="2383517" y="4774064"/>
            <a:chExt cx="995474" cy="320947"/>
          </a:xfrm>
        </p:grpSpPr>
        <p:sp>
          <p:nvSpPr>
            <p:cNvPr id="187" name="Flowchart: Magnetic Disk 44">
              <a:extLst>
                <a:ext uri="{FF2B5EF4-FFF2-40B4-BE49-F238E27FC236}">
                  <a16:creationId xmlns:a16="http://schemas.microsoft.com/office/drawing/2014/main" id="{2A6EABA5-E932-E9D5-3E5F-0E77CEB0F9B5}"/>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8" name="Rectangle 187">
              <a:extLst>
                <a:ext uri="{FF2B5EF4-FFF2-40B4-BE49-F238E27FC236}">
                  <a16:creationId xmlns:a16="http://schemas.microsoft.com/office/drawing/2014/main" id="{CD347660-2F53-2DF8-95F7-6897FE611920}"/>
                </a:ext>
              </a:extLst>
            </p:cNvPr>
            <p:cNvSpPr/>
            <p:nvPr/>
          </p:nvSpPr>
          <p:spPr>
            <a:xfrm>
              <a:off x="2465837" y="4832260"/>
              <a:ext cx="868176"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Handheld &amp; Interactive Systems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9" name="Group 188">
            <a:extLst>
              <a:ext uri="{FF2B5EF4-FFF2-40B4-BE49-F238E27FC236}">
                <a16:creationId xmlns:a16="http://schemas.microsoft.com/office/drawing/2014/main" id="{CCECD2C7-E593-87A1-C155-2701EF6F4624}"/>
              </a:ext>
            </a:extLst>
          </p:cNvPr>
          <p:cNvGrpSpPr/>
          <p:nvPr/>
        </p:nvGrpSpPr>
        <p:grpSpPr>
          <a:xfrm>
            <a:off x="9308281" y="5077841"/>
            <a:ext cx="995474" cy="320947"/>
            <a:chOff x="2383517" y="4774064"/>
            <a:chExt cx="995474" cy="320947"/>
          </a:xfrm>
        </p:grpSpPr>
        <p:sp>
          <p:nvSpPr>
            <p:cNvPr id="190" name="Flowchart: Magnetic Disk 44">
              <a:extLst>
                <a:ext uri="{FF2B5EF4-FFF2-40B4-BE49-F238E27FC236}">
                  <a16:creationId xmlns:a16="http://schemas.microsoft.com/office/drawing/2014/main" id="{0F81A4E7-7980-3C80-EE20-CF4F3F3F2AE4}"/>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91" name="Rectangle 190">
              <a:extLst>
                <a:ext uri="{FF2B5EF4-FFF2-40B4-BE49-F238E27FC236}">
                  <a16:creationId xmlns:a16="http://schemas.microsoft.com/office/drawing/2014/main" id="{91ED3189-3F59-DDFA-C888-ECCC7B9D4407}"/>
                </a:ext>
              </a:extLst>
            </p:cNvPr>
            <p:cNvSpPr/>
            <p:nvPr/>
          </p:nvSpPr>
          <p:spPr>
            <a:xfrm>
              <a:off x="2465837" y="4886121"/>
              <a:ext cx="868176"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Other Tools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92" name="Group 191">
            <a:extLst>
              <a:ext uri="{FF2B5EF4-FFF2-40B4-BE49-F238E27FC236}">
                <a16:creationId xmlns:a16="http://schemas.microsoft.com/office/drawing/2014/main" id="{6FF79101-088A-CE15-6D6D-BDD6843E2CC3}"/>
              </a:ext>
            </a:extLst>
          </p:cNvPr>
          <p:cNvGrpSpPr/>
          <p:nvPr/>
        </p:nvGrpSpPr>
        <p:grpSpPr>
          <a:xfrm>
            <a:off x="2428939" y="3199347"/>
            <a:ext cx="230087" cy="230087"/>
            <a:chOff x="2000422" y="2990995"/>
            <a:chExt cx="253345" cy="253345"/>
          </a:xfrm>
        </p:grpSpPr>
        <p:sp>
          <p:nvSpPr>
            <p:cNvPr id="193" name="Rectangle 192">
              <a:extLst>
                <a:ext uri="{FF2B5EF4-FFF2-40B4-BE49-F238E27FC236}">
                  <a16:creationId xmlns:a16="http://schemas.microsoft.com/office/drawing/2014/main" id="{CD0C5892-7CE4-2501-1B93-BB150C6216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4" name="Graphic 193">
              <a:extLst>
                <a:ext uri="{FF2B5EF4-FFF2-40B4-BE49-F238E27FC236}">
                  <a16:creationId xmlns:a16="http://schemas.microsoft.com/office/drawing/2014/main" id="{C779B736-39A4-A2CF-A408-D14AF325336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195" name="Group 194">
            <a:extLst>
              <a:ext uri="{FF2B5EF4-FFF2-40B4-BE49-F238E27FC236}">
                <a16:creationId xmlns:a16="http://schemas.microsoft.com/office/drawing/2014/main" id="{F807AF33-C15C-28D9-0EB5-F02F3D1768CA}"/>
              </a:ext>
            </a:extLst>
          </p:cNvPr>
          <p:cNvGrpSpPr/>
          <p:nvPr/>
        </p:nvGrpSpPr>
        <p:grpSpPr>
          <a:xfrm>
            <a:off x="4055459" y="3190678"/>
            <a:ext cx="219653" cy="219653"/>
            <a:chOff x="4058539" y="2919469"/>
            <a:chExt cx="219653" cy="219653"/>
          </a:xfrm>
        </p:grpSpPr>
        <p:sp>
          <p:nvSpPr>
            <p:cNvPr id="196" name="Rectangle 195">
              <a:extLst>
                <a:ext uri="{FF2B5EF4-FFF2-40B4-BE49-F238E27FC236}">
                  <a16:creationId xmlns:a16="http://schemas.microsoft.com/office/drawing/2014/main" id="{626D480C-F0D7-C412-95B1-AA0008E24346}"/>
                </a:ext>
              </a:extLst>
            </p:cNvPr>
            <p:cNvSpPr/>
            <p:nvPr/>
          </p:nvSpPr>
          <p:spPr>
            <a:xfrm>
              <a:off x="4058539" y="2919469"/>
              <a:ext cx="219653" cy="219653"/>
            </a:xfrm>
            <a:prstGeom prst="rect">
              <a:avLst/>
            </a:prstGeom>
            <a:solidFill>
              <a:srgbClr val="E557AD"/>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7" name="Graphic 196" descr="Chat outline">
              <a:extLst>
                <a:ext uri="{FF2B5EF4-FFF2-40B4-BE49-F238E27FC236}">
                  <a16:creationId xmlns:a16="http://schemas.microsoft.com/office/drawing/2014/main" id="{E1B7C4F9-C943-F9B3-4C27-F11BF58135FC}"/>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4083310" y="2958077"/>
              <a:ext cx="170113" cy="157052"/>
            </a:xfrm>
            <a:prstGeom prst="rect">
              <a:avLst/>
            </a:prstGeom>
          </p:spPr>
        </p:pic>
      </p:grpSp>
      <p:sp>
        <p:nvSpPr>
          <p:cNvPr id="198" name="Rectangle 197">
            <a:extLst>
              <a:ext uri="{FF2B5EF4-FFF2-40B4-BE49-F238E27FC236}">
                <a16:creationId xmlns:a16="http://schemas.microsoft.com/office/drawing/2014/main" id="{708D5FF6-E520-95CC-E8BD-83F49EB56FFF}"/>
              </a:ext>
            </a:extLst>
          </p:cNvPr>
          <p:cNvSpPr/>
          <p:nvPr/>
        </p:nvSpPr>
        <p:spPr>
          <a:xfrm>
            <a:off x="2295650" y="4205592"/>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99" name="Rectangle 198">
            <a:extLst>
              <a:ext uri="{FF2B5EF4-FFF2-40B4-BE49-F238E27FC236}">
                <a16:creationId xmlns:a16="http://schemas.microsoft.com/office/drawing/2014/main" id="{993CF84D-A337-EB8E-D3D8-D5C3987BF27F}"/>
              </a:ext>
            </a:extLst>
          </p:cNvPr>
          <p:cNvSpPr/>
          <p:nvPr/>
        </p:nvSpPr>
        <p:spPr>
          <a:xfrm>
            <a:off x="2261771" y="4160817"/>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00" name="Elbow Connector 199">
            <a:extLst>
              <a:ext uri="{FF2B5EF4-FFF2-40B4-BE49-F238E27FC236}">
                <a16:creationId xmlns:a16="http://schemas.microsoft.com/office/drawing/2014/main" id="{CCEDE90C-2F82-8F07-BB8E-DFB4316E1CBC}"/>
              </a:ext>
            </a:extLst>
          </p:cNvPr>
          <p:cNvCxnSpPr>
            <a:cxnSpLocks/>
            <a:stCxn id="198" idx="0"/>
          </p:cNvCxnSpPr>
          <p:nvPr/>
        </p:nvCxnSpPr>
        <p:spPr>
          <a:xfrm rot="5400000" flipH="1" flipV="1">
            <a:off x="2281763" y="3951167"/>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Elbow Connector 200">
            <a:extLst>
              <a:ext uri="{FF2B5EF4-FFF2-40B4-BE49-F238E27FC236}">
                <a16:creationId xmlns:a16="http://schemas.microsoft.com/office/drawing/2014/main" id="{832D1003-BC8B-7D52-F3BA-C30A599F9F2B}"/>
              </a:ext>
            </a:extLst>
          </p:cNvPr>
          <p:cNvCxnSpPr>
            <a:cxnSpLocks/>
            <a:stCxn id="203" idx="0"/>
          </p:cNvCxnSpPr>
          <p:nvPr/>
        </p:nvCxnSpPr>
        <p:spPr>
          <a:xfrm rot="16200000" flipV="1">
            <a:off x="2418953" y="3960527"/>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2" name="Group 201">
            <a:extLst>
              <a:ext uri="{FF2B5EF4-FFF2-40B4-BE49-F238E27FC236}">
                <a16:creationId xmlns:a16="http://schemas.microsoft.com/office/drawing/2014/main" id="{A81FA935-BB91-9160-A3D5-A67218723164}"/>
              </a:ext>
            </a:extLst>
          </p:cNvPr>
          <p:cNvGrpSpPr>
            <a:grpSpLocks noChangeAspect="1"/>
          </p:cNvGrpSpPr>
          <p:nvPr/>
        </p:nvGrpSpPr>
        <p:grpSpPr>
          <a:xfrm>
            <a:off x="2556867" y="4199014"/>
            <a:ext cx="201143" cy="201168"/>
            <a:chOff x="2724405" y="3881760"/>
            <a:chExt cx="201143" cy="187817"/>
          </a:xfrm>
        </p:grpSpPr>
        <p:sp>
          <p:nvSpPr>
            <p:cNvPr id="203" name="Rectangle 202">
              <a:extLst>
                <a:ext uri="{FF2B5EF4-FFF2-40B4-BE49-F238E27FC236}">
                  <a16:creationId xmlns:a16="http://schemas.microsoft.com/office/drawing/2014/main" id="{4028ACFC-1279-DF17-7B50-76F64131D455}"/>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04" name="Graphic 203" descr="Tools outline">
              <a:extLst>
                <a:ext uri="{FF2B5EF4-FFF2-40B4-BE49-F238E27FC236}">
                  <a16:creationId xmlns:a16="http://schemas.microsoft.com/office/drawing/2014/main" id="{83377B5A-89BD-C3AC-5CE9-A54F599F9ED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733654" y="3881939"/>
              <a:ext cx="187638" cy="187638"/>
            </a:xfrm>
            <a:prstGeom prst="rect">
              <a:avLst/>
            </a:prstGeom>
          </p:spPr>
        </p:pic>
      </p:grpSp>
      <p:cxnSp>
        <p:nvCxnSpPr>
          <p:cNvPr id="205" name="Elbow Connector 204">
            <a:extLst>
              <a:ext uri="{FF2B5EF4-FFF2-40B4-BE49-F238E27FC236}">
                <a16:creationId xmlns:a16="http://schemas.microsoft.com/office/drawing/2014/main" id="{AC2F2C21-266F-5AB2-E8E4-F8E0E872AA57}"/>
              </a:ext>
            </a:extLst>
          </p:cNvPr>
          <p:cNvCxnSpPr>
            <a:cxnSpLocks/>
            <a:stCxn id="206" idx="4"/>
            <a:endCxn id="209" idx="0"/>
          </p:cNvCxnSpPr>
          <p:nvPr/>
        </p:nvCxnSpPr>
        <p:spPr>
          <a:xfrm rot="16200000" flipH="1">
            <a:off x="3050125" y="2928399"/>
            <a:ext cx="335606" cy="196886"/>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6" name="Oval 205">
            <a:extLst>
              <a:ext uri="{FF2B5EF4-FFF2-40B4-BE49-F238E27FC236}">
                <a16:creationId xmlns:a16="http://schemas.microsoft.com/office/drawing/2014/main" id="{A99F363E-DC5E-85C3-5797-6385F217F289}"/>
              </a:ext>
            </a:extLst>
          </p:cNvPr>
          <p:cNvSpPr/>
          <p:nvPr/>
        </p:nvSpPr>
        <p:spPr>
          <a:xfrm>
            <a:off x="3088376" y="2790675"/>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07" name="TextBox 206">
            <a:extLst>
              <a:ext uri="{FF2B5EF4-FFF2-40B4-BE49-F238E27FC236}">
                <a16:creationId xmlns:a16="http://schemas.microsoft.com/office/drawing/2014/main" id="{37B1D015-F523-376D-3CBD-5AAEBD05406C}"/>
              </a:ext>
            </a:extLst>
          </p:cNvPr>
          <p:cNvSpPr txBox="1"/>
          <p:nvPr/>
        </p:nvSpPr>
        <p:spPr>
          <a:xfrm>
            <a:off x="2880306"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grpSp>
        <p:nvGrpSpPr>
          <p:cNvPr id="208" name="Group 207">
            <a:extLst>
              <a:ext uri="{FF2B5EF4-FFF2-40B4-BE49-F238E27FC236}">
                <a16:creationId xmlns:a16="http://schemas.microsoft.com/office/drawing/2014/main" id="{E2669A9E-534B-8926-8C42-8C6F358991BE}"/>
              </a:ext>
            </a:extLst>
          </p:cNvPr>
          <p:cNvGrpSpPr/>
          <p:nvPr/>
        </p:nvGrpSpPr>
        <p:grpSpPr>
          <a:xfrm>
            <a:off x="3201326" y="3189427"/>
            <a:ext cx="230087" cy="230087"/>
            <a:chOff x="2000422" y="2990995"/>
            <a:chExt cx="253345" cy="253345"/>
          </a:xfrm>
        </p:grpSpPr>
        <p:sp>
          <p:nvSpPr>
            <p:cNvPr id="209" name="Rectangle 208">
              <a:extLst>
                <a:ext uri="{FF2B5EF4-FFF2-40B4-BE49-F238E27FC236}">
                  <a16:creationId xmlns:a16="http://schemas.microsoft.com/office/drawing/2014/main" id="{D65E7A17-BBC9-4B41-C0AB-DDB440912767}"/>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10" name="Graphic 209">
              <a:extLst>
                <a:ext uri="{FF2B5EF4-FFF2-40B4-BE49-F238E27FC236}">
                  <a16:creationId xmlns:a16="http://schemas.microsoft.com/office/drawing/2014/main" id="{EB382C70-654B-EC5E-AA76-C191C0F2F48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211" name="Rectangle 210">
            <a:extLst>
              <a:ext uri="{FF2B5EF4-FFF2-40B4-BE49-F238E27FC236}">
                <a16:creationId xmlns:a16="http://schemas.microsoft.com/office/drawing/2014/main" id="{8B98D10D-B14C-2FD4-2943-08678AF8034A}"/>
              </a:ext>
            </a:extLst>
          </p:cNvPr>
          <p:cNvSpPr/>
          <p:nvPr/>
        </p:nvSpPr>
        <p:spPr>
          <a:xfrm>
            <a:off x="3107116" y="4205839"/>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212" name="Rectangle 211">
            <a:extLst>
              <a:ext uri="{FF2B5EF4-FFF2-40B4-BE49-F238E27FC236}">
                <a16:creationId xmlns:a16="http://schemas.microsoft.com/office/drawing/2014/main" id="{72515837-D1ED-1895-7107-7C265371F26E}"/>
              </a:ext>
            </a:extLst>
          </p:cNvPr>
          <p:cNvSpPr/>
          <p:nvPr/>
        </p:nvSpPr>
        <p:spPr>
          <a:xfrm>
            <a:off x="3073237" y="4161064"/>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13" name="Elbow Connector 212">
            <a:extLst>
              <a:ext uri="{FF2B5EF4-FFF2-40B4-BE49-F238E27FC236}">
                <a16:creationId xmlns:a16="http://schemas.microsoft.com/office/drawing/2014/main" id="{2277E719-BA41-58D9-2CC9-FB92D8D2AA11}"/>
              </a:ext>
            </a:extLst>
          </p:cNvPr>
          <p:cNvCxnSpPr>
            <a:cxnSpLocks/>
            <a:stCxn id="211" idx="0"/>
          </p:cNvCxnSpPr>
          <p:nvPr/>
        </p:nvCxnSpPr>
        <p:spPr>
          <a:xfrm rot="5400000" flipH="1" flipV="1">
            <a:off x="3093229" y="3951414"/>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Elbow Connector 213">
            <a:extLst>
              <a:ext uri="{FF2B5EF4-FFF2-40B4-BE49-F238E27FC236}">
                <a16:creationId xmlns:a16="http://schemas.microsoft.com/office/drawing/2014/main" id="{C20A029F-888B-3E7F-8B31-D612478DBA04}"/>
              </a:ext>
            </a:extLst>
          </p:cNvPr>
          <p:cNvCxnSpPr>
            <a:cxnSpLocks/>
            <a:stCxn id="216" idx="0"/>
          </p:cNvCxnSpPr>
          <p:nvPr/>
        </p:nvCxnSpPr>
        <p:spPr>
          <a:xfrm rot="16200000" flipV="1">
            <a:off x="3230419" y="3960774"/>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59F6071C-7058-77E3-EAB4-F2E4382C3F95}"/>
              </a:ext>
            </a:extLst>
          </p:cNvPr>
          <p:cNvGrpSpPr>
            <a:grpSpLocks noChangeAspect="1"/>
          </p:cNvGrpSpPr>
          <p:nvPr/>
        </p:nvGrpSpPr>
        <p:grpSpPr>
          <a:xfrm>
            <a:off x="3368333" y="4199261"/>
            <a:ext cx="201143" cy="201168"/>
            <a:chOff x="2724405" y="3881760"/>
            <a:chExt cx="201143" cy="187817"/>
          </a:xfrm>
        </p:grpSpPr>
        <p:sp>
          <p:nvSpPr>
            <p:cNvPr id="216" name="Rectangle 215">
              <a:extLst>
                <a:ext uri="{FF2B5EF4-FFF2-40B4-BE49-F238E27FC236}">
                  <a16:creationId xmlns:a16="http://schemas.microsoft.com/office/drawing/2014/main" id="{93D20550-E5C6-AC06-68BD-2A1A208B3078}"/>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17" name="Graphic 216" descr="Tools outline">
              <a:extLst>
                <a:ext uri="{FF2B5EF4-FFF2-40B4-BE49-F238E27FC236}">
                  <a16:creationId xmlns:a16="http://schemas.microsoft.com/office/drawing/2014/main" id="{6ECE9F34-62A5-27AC-F9AC-D7C2064DAFB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733654" y="3881939"/>
              <a:ext cx="187638" cy="187638"/>
            </a:xfrm>
            <a:prstGeom prst="rect">
              <a:avLst/>
            </a:prstGeom>
          </p:spPr>
        </p:pic>
      </p:grpSp>
      <p:sp>
        <p:nvSpPr>
          <p:cNvPr id="218" name="Rectangle 217">
            <a:extLst>
              <a:ext uri="{FF2B5EF4-FFF2-40B4-BE49-F238E27FC236}">
                <a16:creationId xmlns:a16="http://schemas.microsoft.com/office/drawing/2014/main" id="{7B1801C6-45E4-7A43-2751-DADAB8C559BD}"/>
              </a:ext>
            </a:extLst>
          </p:cNvPr>
          <p:cNvSpPr/>
          <p:nvPr/>
        </p:nvSpPr>
        <p:spPr>
          <a:xfrm>
            <a:off x="2982329" y="3496741"/>
            <a:ext cx="722715"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Population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 Selector</a:t>
            </a:r>
          </a:p>
        </p:txBody>
      </p:sp>
      <p:grpSp>
        <p:nvGrpSpPr>
          <p:cNvPr id="219" name="Group 218">
            <a:extLst>
              <a:ext uri="{FF2B5EF4-FFF2-40B4-BE49-F238E27FC236}">
                <a16:creationId xmlns:a16="http://schemas.microsoft.com/office/drawing/2014/main" id="{F2712E91-24FF-509C-9183-D701CB2B1C91}"/>
              </a:ext>
            </a:extLst>
          </p:cNvPr>
          <p:cNvGrpSpPr/>
          <p:nvPr/>
        </p:nvGrpSpPr>
        <p:grpSpPr>
          <a:xfrm>
            <a:off x="5433012" y="3191389"/>
            <a:ext cx="230087" cy="230087"/>
            <a:chOff x="2000422" y="2990995"/>
            <a:chExt cx="253345" cy="253345"/>
          </a:xfrm>
        </p:grpSpPr>
        <p:sp>
          <p:nvSpPr>
            <p:cNvPr id="220" name="Rectangle 219">
              <a:extLst>
                <a:ext uri="{FF2B5EF4-FFF2-40B4-BE49-F238E27FC236}">
                  <a16:creationId xmlns:a16="http://schemas.microsoft.com/office/drawing/2014/main" id="{F12BD466-43FF-D2A5-E5F7-46C465DE5E48}"/>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1" name="Graphic 220">
              <a:extLst>
                <a:ext uri="{FF2B5EF4-FFF2-40B4-BE49-F238E27FC236}">
                  <a16:creationId xmlns:a16="http://schemas.microsoft.com/office/drawing/2014/main" id="{2804F42A-44BE-17BD-A6A9-2F0E943929E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222" name="Group 221">
            <a:extLst>
              <a:ext uri="{FF2B5EF4-FFF2-40B4-BE49-F238E27FC236}">
                <a16:creationId xmlns:a16="http://schemas.microsoft.com/office/drawing/2014/main" id="{F9880A36-76C9-B0C5-9989-BB5A34AD27FE}"/>
              </a:ext>
            </a:extLst>
          </p:cNvPr>
          <p:cNvGrpSpPr/>
          <p:nvPr/>
        </p:nvGrpSpPr>
        <p:grpSpPr>
          <a:xfrm>
            <a:off x="4982025" y="4203455"/>
            <a:ext cx="201144" cy="180001"/>
            <a:chOff x="2000422" y="2990995"/>
            <a:chExt cx="253345" cy="253345"/>
          </a:xfrm>
        </p:grpSpPr>
        <p:sp>
          <p:nvSpPr>
            <p:cNvPr id="223" name="Rectangle 222">
              <a:extLst>
                <a:ext uri="{FF2B5EF4-FFF2-40B4-BE49-F238E27FC236}">
                  <a16:creationId xmlns:a16="http://schemas.microsoft.com/office/drawing/2014/main" id="{96E5B6A3-655F-597C-D78C-6E68DBD401AB}"/>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4" name="Graphic 223">
              <a:extLst>
                <a:ext uri="{FF2B5EF4-FFF2-40B4-BE49-F238E27FC236}">
                  <a16:creationId xmlns:a16="http://schemas.microsoft.com/office/drawing/2014/main" id="{8417D230-90A6-67F2-6166-6E763A5C0DA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sp>
        <p:nvSpPr>
          <p:cNvPr id="225" name="Rectangle 224">
            <a:extLst>
              <a:ext uri="{FF2B5EF4-FFF2-40B4-BE49-F238E27FC236}">
                <a16:creationId xmlns:a16="http://schemas.microsoft.com/office/drawing/2014/main" id="{8CF5072A-521E-3CE0-C7B7-7DA266EEE96A}"/>
              </a:ext>
            </a:extLst>
          </p:cNvPr>
          <p:cNvSpPr/>
          <p:nvPr/>
        </p:nvSpPr>
        <p:spPr>
          <a:xfrm>
            <a:off x="5692477" y="4211572"/>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grpSp>
        <p:nvGrpSpPr>
          <p:cNvPr id="226" name="Group 225">
            <a:extLst>
              <a:ext uri="{FF2B5EF4-FFF2-40B4-BE49-F238E27FC236}">
                <a16:creationId xmlns:a16="http://schemas.microsoft.com/office/drawing/2014/main" id="{9E7A9C97-EF4A-6C03-6514-89911F19981A}"/>
              </a:ext>
            </a:extLst>
          </p:cNvPr>
          <p:cNvGrpSpPr/>
          <p:nvPr/>
        </p:nvGrpSpPr>
        <p:grpSpPr>
          <a:xfrm>
            <a:off x="5215189" y="4203656"/>
            <a:ext cx="201143" cy="188059"/>
            <a:chOff x="1439009" y="3914251"/>
            <a:chExt cx="201143" cy="188059"/>
          </a:xfrm>
        </p:grpSpPr>
        <p:sp>
          <p:nvSpPr>
            <p:cNvPr id="227" name="Rectangle 226">
              <a:extLst>
                <a:ext uri="{FF2B5EF4-FFF2-40B4-BE49-F238E27FC236}">
                  <a16:creationId xmlns:a16="http://schemas.microsoft.com/office/drawing/2014/main" id="{61D9D4CB-4B1C-0F0D-170E-1F5F110CC937}"/>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28" name="Graphic 227" descr="Chat outline">
              <a:extLst>
                <a:ext uri="{FF2B5EF4-FFF2-40B4-BE49-F238E27FC236}">
                  <a16:creationId xmlns:a16="http://schemas.microsoft.com/office/drawing/2014/main" id="{9F7F6424-F7EE-50DE-2D1E-982D13EFDD88}"/>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cxnSp>
        <p:nvCxnSpPr>
          <p:cNvPr id="229" name="Elbow Connector 228">
            <a:extLst>
              <a:ext uri="{FF2B5EF4-FFF2-40B4-BE49-F238E27FC236}">
                <a16:creationId xmlns:a16="http://schemas.microsoft.com/office/drawing/2014/main" id="{EE0F4726-C28C-252A-9981-3A6374956411}"/>
              </a:ext>
            </a:extLst>
          </p:cNvPr>
          <p:cNvCxnSpPr>
            <a:cxnSpLocks/>
            <a:stCxn id="227" idx="0"/>
            <a:endCxn id="47" idx="2"/>
          </p:cNvCxnSpPr>
          <p:nvPr/>
        </p:nvCxnSpPr>
        <p:spPr>
          <a:xfrm rot="5400000" flipH="1" flipV="1">
            <a:off x="5289156" y="3939247"/>
            <a:ext cx="291014" cy="23780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 name="Group 229">
            <a:extLst>
              <a:ext uri="{FF2B5EF4-FFF2-40B4-BE49-F238E27FC236}">
                <a16:creationId xmlns:a16="http://schemas.microsoft.com/office/drawing/2014/main" id="{128ACD19-C83B-B174-8322-832F914AA9C2}"/>
              </a:ext>
            </a:extLst>
          </p:cNvPr>
          <p:cNvGrpSpPr>
            <a:grpSpLocks noChangeAspect="1"/>
          </p:cNvGrpSpPr>
          <p:nvPr/>
        </p:nvGrpSpPr>
        <p:grpSpPr>
          <a:xfrm>
            <a:off x="5458392" y="4209313"/>
            <a:ext cx="182857" cy="182879"/>
            <a:chOff x="2724405" y="3881760"/>
            <a:chExt cx="201143" cy="187817"/>
          </a:xfrm>
        </p:grpSpPr>
        <p:sp>
          <p:nvSpPr>
            <p:cNvPr id="231" name="Rectangle 230">
              <a:extLst>
                <a:ext uri="{FF2B5EF4-FFF2-40B4-BE49-F238E27FC236}">
                  <a16:creationId xmlns:a16="http://schemas.microsoft.com/office/drawing/2014/main" id="{7C0B9A05-8AC7-F9CD-7589-6B42F605F8AE}"/>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32" name="Graphic 231" descr="Tools outline">
              <a:extLst>
                <a:ext uri="{FF2B5EF4-FFF2-40B4-BE49-F238E27FC236}">
                  <a16:creationId xmlns:a16="http://schemas.microsoft.com/office/drawing/2014/main" id="{05692D05-9E09-ED36-5341-73923F0FD31B}"/>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33" name="Rectangle 232">
            <a:extLst>
              <a:ext uri="{FF2B5EF4-FFF2-40B4-BE49-F238E27FC236}">
                <a16:creationId xmlns:a16="http://schemas.microsoft.com/office/drawing/2014/main" id="{E71825B1-D18D-591F-4E54-693BF67E3571}"/>
              </a:ext>
            </a:extLst>
          </p:cNvPr>
          <p:cNvSpPr/>
          <p:nvPr/>
        </p:nvSpPr>
        <p:spPr>
          <a:xfrm>
            <a:off x="5939472" y="4214198"/>
            <a:ext cx="201143" cy="160464"/>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34" name="Elbow Connector 233">
            <a:extLst>
              <a:ext uri="{FF2B5EF4-FFF2-40B4-BE49-F238E27FC236}">
                <a16:creationId xmlns:a16="http://schemas.microsoft.com/office/drawing/2014/main" id="{9C826E80-2132-2620-F564-9A34E641F34D}"/>
              </a:ext>
            </a:extLst>
          </p:cNvPr>
          <p:cNvCxnSpPr>
            <a:cxnSpLocks/>
            <a:stCxn id="233" idx="0"/>
            <a:endCxn id="47" idx="2"/>
          </p:cNvCxnSpPr>
          <p:nvPr/>
        </p:nvCxnSpPr>
        <p:spPr>
          <a:xfrm rot="16200000" flipV="1">
            <a:off x="5646027" y="3820181"/>
            <a:ext cx="301556" cy="48647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TextBox 234">
            <a:extLst>
              <a:ext uri="{FF2B5EF4-FFF2-40B4-BE49-F238E27FC236}">
                <a16:creationId xmlns:a16="http://schemas.microsoft.com/office/drawing/2014/main" id="{FA75B2C5-419F-40AD-F8C7-C8364491AC7B}"/>
              </a:ext>
            </a:extLst>
          </p:cNvPr>
          <p:cNvSpPr txBox="1"/>
          <p:nvPr/>
        </p:nvSpPr>
        <p:spPr>
          <a:xfrm>
            <a:off x="8115775" y="2451745"/>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Conversion Tracking</a:t>
            </a:r>
          </a:p>
        </p:txBody>
      </p:sp>
      <p:sp>
        <p:nvSpPr>
          <p:cNvPr id="236" name="Oval 235">
            <a:extLst>
              <a:ext uri="{FF2B5EF4-FFF2-40B4-BE49-F238E27FC236}">
                <a16:creationId xmlns:a16="http://schemas.microsoft.com/office/drawing/2014/main" id="{6293B0A1-950D-261D-6DB6-30CBDB1672CB}"/>
              </a:ext>
            </a:extLst>
          </p:cNvPr>
          <p:cNvSpPr/>
          <p:nvPr/>
        </p:nvSpPr>
        <p:spPr>
          <a:xfrm>
            <a:off x="6905956" y="2787555"/>
            <a:ext cx="62217" cy="68364"/>
          </a:xfrm>
          <a:prstGeom prst="ellipse">
            <a:avLst/>
          </a:prstGeom>
          <a:solidFill>
            <a:srgbClr val="F95DB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7" name="Oval 236">
            <a:extLst>
              <a:ext uri="{FF2B5EF4-FFF2-40B4-BE49-F238E27FC236}">
                <a16:creationId xmlns:a16="http://schemas.microsoft.com/office/drawing/2014/main" id="{30A92762-A5C2-8582-7CEA-004A7FC833F8}"/>
              </a:ext>
            </a:extLst>
          </p:cNvPr>
          <p:cNvSpPr/>
          <p:nvPr/>
        </p:nvSpPr>
        <p:spPr>
          <a:xfrm>
            <a:off x="7050155" y="2787555"/>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8" name="Oval 237">
            <a:extLst>
              <a:ext uri="{FF2B5EF4-FFF2-40B4-BE49-F238E27FC236}">
                <a16:creationId xmlns:a16="http://schemas.microsoft.com/office/drawing/2014/main" id="{725E2B55-3A38-6839-8839-1657F97D3AFB}"/>
              </a:ext>
            </a:extLst>
          </p:cNvPr>
          <p:cNvSpPr/>
          <p:nvPr/>
        </p:nvSpPr>
        <p:spPr>
          <a:xfrm>
            <a:off x="8406319"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9" name="Oval 238">
            <a:extLst>
              <a:ext uri="{FF2B5EF4-FFF2-40B4-BE49-F238E27FC236}">
                <a16:creationId xmlns:a16="http://schemas.microsoft.com/office/drawing/2014/main" id="{6CE080FC-FD04-0AC0-1D1C-B7C1B66BD42C}"/>
              </a:ext>
            </a:extLst>
          </p:cNvPr>
          <p:cNvSpPr/>
          <p:nvPr/>
        </p:nvSpPr>
        <p:spPr>
          <a:xfrm>
            <a:off x="9274093"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40" name="Rectangle 239">
            <a:extLst>
              <a:ext uri="{FF2B5EF4-FFF2-40B4-BE49-F238E27FC236}">
                <a16:creationId xmlns:a16="http://schemas.microsoft.com/office/drawing/2014/main" id="{562E5733-083D-1663-37A1-1A53806D7267}"/>
              </a:ext>
            </a:extLst>
          </p:cNvPr>
          <p:cNvSpPr/>
          <p:nvPr/>
        </p:nvSpPr>
        <p:spPr>
          <a:xfrm>
            <a:off x="9058932" y="4221543"/>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41" name="Elbow Connector 240">
            <a:extLst>
              <a:ext uri="{FF2B5EF4-FFF2-40B4-BE49-F238E27FC236}">
                <a16:creationId xmlns:a16="http://schemas.microsoft.com/office/drawing/2014/main" id="{090973DD-05A9-8B6A-122A-9D64B9FD7027}"/>
              </a:ext>
            </a:extLst>
          </p:cNvPr>
          <p:cNvCxnSpPr>
            <a:cxnSpLocks/>
            <a:stCxn id="240" idx="0"/>
            <a:endCxn id="64" idx="2"/>
          </p:cNvCxnSpPr>
          <p:nvPr/>
        </p:nvCxnSpPr>
        <p:spPr>
          <a:xfrm rot="5400000" flipH="1" flipV="1">
            <a:off x="9119609" y="3814038"/>
            <a:ext cx="447401" cy="36761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Elbow Connector 241">
            <a:extLst>
              <a:ext uri="{FF2B5EF4-FFF2-40B4-BE49-F238E27FC236}">
                <a16:creationId xmlns:a16="http://schemas.microsoft.com/office/drawing/2014/main" id="{CADD0419-A3DF-5448-3E1C-607B94A43BF2}"/>
              </a:ext>
            </a:extLst>
          </p:cNvPr>
          <p:cNvCxnSpPr>
            <a:cxnSpLocks/>
            <a:stCxn id="265" idx="0"/>
            <a:endCxn id="64" idx="2"/>
          </p:cNvCxnSpPr>
          <p:nvPr/>
        </p:nvCxnSpPr>
        <p:spPr>
          <a:xfrm rot="16200000" flipV="1">
            <a:off x="9368071" y="3933185"/>
            <a:ext cx="439704" cy="12161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3" name="Group 242">
            <a:extLst>
              <a:ext uri="{FF2B5EF4-FFF2-40B4-BE49-F238E27FC236}">
                <a16:creationId xmlns:a16="http://schemas.microsoft.com/office/drawing/2014/main" id="{A55F33AA-F9E5-28A5-9796-B7803F97FE28}"/>
              </a:ext>
            </a:extLst>
          </p:cNvPr>
          <p:cNvGrpSpPr/>
          <p:nvPr/>
        </p:nvGrpSpPr>
        <p:grpSpPr>
          <a:xfrm>
            <a:off x="6521013" y="4211993"/>
            <a:ext cx="201144" cy="180001"/>
            <a:chOff x="2000422" y="2990995"/>
            <a:chExt cx="253345" cy="253345"/>
          </a:xfrm>
        </p:grpSpPr>
        <p:sp>
          <p:nvSpPr>
            <p:cNvPr id="244" name="Rectangle 243">
              <a:extLst>
                <a:ext uri="{FF2B5EF4-FFF2-40B4-BE49-F238E27FC236}">
                  <a16:creationId xmlns:a16="http://schemas.microsoft.com/office/drawing/2014/main" id="{196DB722-A055-8409-B1E5-9BACEC00AE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45" name="Graphic 244">
              <a:extLst>
                <a:ext uri="{FF2B5EF4-FFF2-40B4-BE49-F238E27FC236}">
                  <a16:creationId xmlns:a16="http://schemas.microsoft.com/office/drawing/2014/main" id="{386722AE-9169-7A5D-06C5-38099680DD8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46" name="Group 245">
            <a:extLst>
              <a:ext uri="{FF2B5EF4-FFF2-40B4-BE49-F238E27FC236}">
                <a16:creationId xmlns:a16="http://schemas.microsoft.com/office/drawing/2014/main" id="{D7C4EA8C-D13B-ADF9-DBA7-DCCDB2969EA5}"/>
              </a:ext>
            </a:extLst>
          </p:cNvPr>
          <p:cNvGrpSpPr/>
          <p:nvPr/>
        </p:nvGrpSpPr>
        <p:grpSpPr>
          <a:xfrm>
            <a:off x="6754177" y="4212194"/>
            <a:ext cx="201143" cy="188059"/>
            <a:chOff x="1439009" y="3914251"/>
            <a:chExt cx="201143" cy="188059"/>
          </a:xfrm>
        </p:grpSpPr>
        <p:sp>
          <p:nvSpPr>
            <p:cNvPr id="247" name="Rectangle 246">
              <a:extLst>
                <a:ext uri="{FF2B5EF4-FFF2-40B4-BE49-F238E27FC236}">
                  <a16:creationId xmlns:a16="http://schemas.microsoft.com/office/drawing/2014/main" id="{0AF72DBB-9E2E-6F96-4A7F-A0DA2C6BEE6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48" name="Graphic 247" descr="Chat outline">
              <a:extLst>
                <a:ext uri="{FF2B5EF4-FFF2-40B4-BE49-F238E27FC236}">
                  <a16:creationId xmlns:a16="http://schemas.microsoft.com/office/drawing/2014/main" id="{0283E4EF-A049-CB5E-1B6F-CF7634E2CB8D}"/>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49" name="Group 248">
            <a:extLst>
              <a:ext uri="{FF2B5EF4-FFF2-40B4-BE49-F238E27FC236}">
                <a16:creationId xmlns:a16="http://schemas.microsoft.com/office/drawing/2014/main" id="{2F2D0309-7120-7E98-7E54-F0CDBDCF7E16}"/>
              </a:ext>
            </a:extLst>
          </p:cNvPr>
          <p:cNvGrpSpPr>
            <a:grpSpLocks noChangeAspect="1"/>
          </p:cNvGrpSpPr>
          <p:nvPr/>
        </p:nvGrpSpPr>
        <p:grpSpPr>
          <a:xfrm>
            <a:off x="6997380" y="4217851"/>
            <a:ext cx="182857" cy="182879"/>
            <a:chOff x="2724405" y="3881760"/>
            <a:chExt cx="201143" cy="187817"/>
          </a:xfrm>
        </p:grpSpPr>
        <p:sp>
          <p:nvSpPr>
            <p:cNvPr id="250" name="Rectangle 249">
              <a:extLst>
                <a:ext uri="{FF2B5EF4-FFF2-40B4-BE49-F238E27FC236}">
                  <a16:creationId xmlns:a16="http://schemas.microsoft.com/office/drawing/2014/main" id="{2C40F6B9-CC47-DE20-3E28-6E5B35893F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1" name="Graphic 250" descr="Tools outline">
              <a:extLst>
                <a:ext uri="{FF2B5EF4-FFF2-40B4-BE49-F238E27FC236}">
                  <a16:creationId xmlns:a16="http://schemas.microsoft.com/office/drawing/2014/main" id="{6B05B8A5-9FBA-DDCB-8843-5AFFFF43EE0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grpSp>
        <p:nvGrpSpPr>
          <p:cNvPr id="252" name="Group 251">
            <a:extLst>
              <a:ext uri="{FF2B5EF4-FFF2-40B4-BE49-F238E27FC236}">
                <a16:creationId xmlns:a16="http://schemas.microsoft.com/office/drawing/2014/main" id="{1C763E58-E2DF-EDBD-9A3E-A688EC1E43D8}"/>
              </a:ext>
            </a:extLst>
          </p:cNvPr>
          <p:cNvGrpSpPr/>
          <p:nvPr/>
        </p:nvGrpSpPr>
        <p:grpSpPr>
          <a:xfrm>
            <a:off x="7674164" y="4211875"/>
            <a:ext cx="201144" cy="180001"/>
            <a:chOff x="2000422" y="2990995"/>
            <a:chExt cx="253345" cy="253345"/>
          </a:xfrm>
        </p:grpSpPr>
        <p:sp>
          <p:nvSpPr>
            <p:cNvPr id="253" name="Rectangle 252">
              <a:extLst>
                <a:ext uri="{FF2B5EF4-FFF2-40B4-BE49-F238E27FC236}">
                  <a16:creationId xmlns:a16="http://schemas.microsoft.com/office/drawing/2014/main" id="{51047FC5-FFE0-858C-1D97-55170B9F01D0}"/>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54" name="Graphic 253">
              <a:extLst>
                <a:ext uri="{FF2B5EF4-FFF2-40B4-BE49-F238E27FC236}">
                  <a16:creationId xmlns:a16="http://schemas.microsoft.com/office/drawing/2014/main" id="{BD2460DE-2073-9CBE-C81A-09FC960C236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55" name="Group 254">
            <a:extLst>
              <a:ext uri="{FF2B5EF4-FFF2-40B4-BE49-F238E27FC236}">
                <a16:creationId xmlns:a16="http://schemas.microsoft.com/office/drawing/2014/main" id="{21D83A4A-B1E4-6B70-2D81-100E00DBF270}"/>
              </a:ext>
            </a:extLst>
          </p:cNvPr>
          <p:cNvGrpSpPr/>
          <p:nvPr/>
        </p:nvGrpSpPr>
        <p:grpSpPr>
          <a:xfrm>
            <a:off x="7907328" y="4212076"/>
            <a:ext cx="201143" cy="188059"/>
            <a:chOff x="1439009" y="3914251"/>
            <a:chExt cx="201143" cy="188059"/>
          </a:xfrm>
        </p:grpSpPr>
        <p:sp>
          <p:nvSpPr>
            <p:cNvPr id="256" name="Rectangle 255">
              <a:extLst>
                <a:ext uri="{FF2B5EF4-FFF2-40B4-BE49-F238E27FC236}">
                  <a16:creationId xmlns:a16="http://schemas.microsoft.com/office/drawing/2014/main" id="{D853C95E-DB93-4932-F1A3-FB7FF2CD6BA0}"/>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7" name="Graphic 256" descr="Chat outline">
              <a:extLst>
                <a:ext uri="{FF2B5EF4-FFF2-40B4-BE49-F238E27FC236}">
                  <a16:creationId xmlns:a16="http://schemas.microsoft.com/office/drawing/2014/main" id="{59CEB398-4230-9782-EF52-E7C83044B28B}"/>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58" name="Group 257">
            <a:extLst>
              <a:ext uri="{FF2B5EF4-FFF2-40B4-BE49-F238E27FC236}">
                <a16:creationId xmlns:a16="http://schemas.microsoft.com/office/drawing/2014/main" id="{060265F4-CD6A-B694-E711-DF49249AA437}"/>
              </a:ext>
            </a:extLst>
          </p:cNvPr>
          <p:cNvGrpSpPr>
            <a:grpSpLocks noChangeAspect="1"/>
          </p:cNvGrpSpPr>
          <p:nvPr/>
        </p:nvGrpSpPr>
        <p:grpSpPr>
          <a:xfrm>
            <a:off x="8150531" y="4217733"/>
            <a:ext cx="182857" cy="182879"/>
            <a:chOff x="2724405" y="3881760"/>
            <a:chExt cx="201143" cy="187817"/>
          </a:xfrm>
        </p:grpSpPr>
        <p:sp>
          <p:nvSpPr>
            <p:cNvPr id="259" name="Rectangle 258">
              <a:extLst>
                <a:ext uri="{FF2B5EF4-FFF2-40B4-BE49-F238E27FC236}">
                  <a16:creationId xmlns:a16="http://schemas.microsoft.com/office/drawing/2014/main" id="{332A6511-7301-A600-893E-EA341E9088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0" name="Graphic 259" descr="Tools outline">
              <a:extLst>
                <a:ext uri="{FF2B5EF4-FFF2-40B4-BE49-F238E27FC236}">
                  <a16:creationId xmlns:a16="http://schemas.microsoft.com/office/drawing/2014/main" id="{7924AF1A-2BAC-E844-015C-3C757AB4202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grpSp>
        <p:nvGrpSpPr>
          <p:cNvPr id="261" name="Group 260">
            <a:extLst>
              <a:ext uri="{FF2B5EF4-FFF2-40B4-BE49-F238E27FC236}">
                <a16:creationId xmlns:a16="http://schemas.microsoft.com/office/drawing/2014/main" id="{B2C822E4-543A-EA48-A6C4-E3CD49793572}"/>
              </a:ext>
            </a:extLst>
          </p:cNvPr>
          <p:cNvGrpSpPr/>
          <p:nvPr/>
        </p:nvGrpSpPr>
        <p:grpSpPr>
          <a:xfrm>
            <a:off x="9314995" y="4213645"/>
            <a:ext cx="201144" cy="180001"/>
            <a:chOff x="2000422" y="2990995"/>
            <a:chExt cx="253345" cy="253345"/>
          </a:xfrm>
        </p:grpSpPr>
        <p:sp>
          <p:nvSpPr>
            <p:cNvPr id="262" name="Rectangle 261">
              <a:extLst>
                <a:ext uri="{FF2B5EF4-FFF2-40B4-BE49-F238E27FC236}">
                  <a16:creationId xmlns:a16="http://schemas.microsoft.com/office/drawing/2014/main" id="{749D8BC1-46BF-3FD6-F1D5-83CC2CDD8513}"/>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63" name="Graphic 262">
              <a:extLst>
                <a:ext uri="{FF2B5EF4-FFF2-40B4-BE49-F238E27FC236}">
                  <a16:creationId xmlns:a16="http://schemas.microsoft.com/office/drawing/2014/main" id="{B08AAC3E-A1CB-6DAA-6CA3-F55BBB3577F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64" name="Group 263">
            <a:extLst>
              <a:ext uri="{FF2B5EF4-FFF2-40B4-BE49-F238E27FC236}">
                <a16:creationId xmlns:a16="http://schemas.microsoft.com/office/drawing/2014/main" id="{98752F3B-B076-FBA4-EF8B-2CF03D112D23}"/>
              </a:ext>
            </a:extLst>
          </p:cNvPr>
          <p:cNvGrpSpPr/>
          <p:nvPr/>
        </p:nvGrpSpPr>
        <p:grpSpPr>
          <a:xfrm>
            <a:off x="9548159" y="4213846"/>
            <a:ext cx="201143" cy="188059"/>
            <a:chOff x="1439009" y="3914251"/>
            <a:chExt cx="201143" cy="188059"/>
          </a:xfrm>
        </p:grpSpPr>
        <p:sp>
          <p:nvSpPr>
            <p:cNvPr id="265" name="Rectangle 264">
              <a:extLst>
                <a:ext uri="{FF2B5EF4-FFF2-40B4-BE49-F238E27FC236}">
                  <a16:creationId xmlns:a16="http://schemas.microsoft.com/office/drawing/2014/main" id="{4ADE8779-4BC9-0507-EF8E-A38F7982D7EC}"/>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6" name="Graphic 265" descr="Chat outline">
              <a:extLst>
                <a:ext uri="{FF2B5EF4-FFF2-40B4-BE49-F238E27FC236}">
                  <a16:creationId xmlns:a16="http://schemas.microsoft.com/office/drawing/2014/main" id="{5F6DBC63-FA29-799E-D918-9875C36615D4}"/>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67" name="Group 266">
            <a:extLst>
              <a:ext uri="{FF2B5EF4-FFF2-40B4-BE49-F238E27FC236}">
                <a16:creationId xmlns:a16="http://schemas.microsoft.com/office/drawing/2014/main" id="{2AF9DFA6-3B6D-1436-3F06-5591961FA56A}"/>
              </a:ext>
            </a:extLst>
          </p:cNvPr>
          <p:cNvGrpSpPr>
            <a:grpSpLocks noChangeAspect="1"/>
          </p:cNvGrpSpPr>
          <p:nvPr/>
        </p:nvGrpSpPr>
        <p:grpSpPr>
          <a:xfrm>
            <a:off x="9791362" y="4219503"/>
            <a:ext cx="182857" cy="182879"/>
            <a:chOff x="2724405" y="3881760"/>
            <a:chExt cx="201143" cy="187817"/>
          </a:xfrm>
        </p:grpSpPr>
        <p:sp>
          <p:nvSpPr>
            <p:cNvPr id="268" name="Rectangle 267">
              <a:extLst>
                <a:ext uri="{FF2B5EF4-FFF2-40B4-BE49-F238E27FC236}">
                  <a16:creationId xmlns:a16="http://schemas.microsoft.com/office/drawing/2014/main" id="{B68A38A2-1A78-0087-7C9A-DE97859BD93B}"/>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9" name="Graphic 268" descr="Tools outline">
              <a:extLst>
                <a:ext uri="{FF2B5EF4-FFF2-40B4-BE49-F238E27FC236}">
                  <a16:creationId xmlns:a16="http://schemas.microsoft.com/office/drawing/2014/main" id="{C130AD54-25AD-558A-40F2-9CB21E04882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70" name="TextBox 269">
            <a:extLst>
              <a:ext uri="{FF2B5EF4-FFF2-40B4-BE49-F238E27FC236}">
                <a16:creationId xmlns:a16="http://schemas.microsoft.com/office/drawing/2014/main" id="{A1C01F60-1559-7900-3AF8-C1F7642BF8CA}"/>
              </a:ext>
            </a:extLst>
          </p:cNvPr>
          <p:cNvSpPr txBox="1"/>
          <p:nvPr/>
        </p:nvSpPr>
        <p:spPr>
          <a:xfrm>
            <a:off x="10398455" y="2444745"/>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Bottleneck resolution</a:t>
            </a:r>
          </a:p>
        </p:txBody>
      </p:sp>
      <p:sp>
        <p:nvSpPr>
          <p:cNvPr id="271" name="TextBox 270">
            <a:extLst>
              <a:ext uri="{FF2B5EF4-FFF2-40B4-BE49-F238E27FC236}">
                <a16:creationId xmlns:a16="http://schemas.microsoft.com/office/drawing/2014/main" id="{4115E1A8-5155-0BE7-2CF2-180FBBF5AFBA}"/>
              </a:ext>
            </a:extLst>
          </p:cNvPr>
          <p:cNvSpPr txBox="1"/>
          <p:nvPr/>
        </p:nvSpPr>
        <p:spPr>
          <a:xfrm>
            <a:off x="11019317" y="2446680"/>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Approval</a:t>
            </a:r>
          </a:p>
        </p:txBody>
      </p:sp>
      <p:sp>
        <p:nvSpPr>
          <p:cNvPr id="272" name="Oval 271">
            <a:extLst>
              <a:ext uri="{FF2B5EF4-FFF2-40B4-BE49-F238E27FC236}">
                <a16:creationId xmlns:a16="http://schemas.microsoft.com/office/drawing/2014/main" id="{4BF4A857-8990-A8DC-B0CF-07E999C428D2}"/>
              </a:ext>
            </a:extLst>
          </p:cNvPr>
          <p:cNvSpPr/>
          <p:nvPr/>
        </p:nvSpPr>
        <p:spPr>
          <a:xfrm>
            <a:off x="9890061" y="279330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3" name="Oval 272">
            <a:extLst>
              <a:ext uri="{FF2B5EF4-FFF2-40B4-BE49-F238E27FC236}">
                <a16:creationId xmlns:a16="http://schemas.microsoft.com/office/drawing/2014/main" id="{1974C6C2-7837-9786-C499-C970CB9354EE}"/>
              </a:ext>
            </a:extLst>
          </p:cNvPr>
          <p:cNvSpPr/>
          <p:nvPr/>
        </p:nvSpPr>
        <p:spPr>
          <a:xfrm>
            <a:off x="10187663" y="2793309"/>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4" name="Oval 273">
            <a:extLst>
              <a:ext uri="{FF2B5EF4-FFF2-40B4-BE49-F238E27FC236}">
                <a16:creationId xmlns:a16="http://schemas.microsoft.com/office/drawing/2014/main" id="{71003F20-B8E8-9374-869B-A857AA0834CC}"/>
              </a:ext>
            </a:extLst>
          </p:cNvPr>
          <p:cNvSpPr/>
          <p:nvPr/>
        </p:nvSpPr>
        <p:spPr>
          <a:xfrm>
            <a:off x="10025209"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5" name="Oval 274">
            <a:extLst>
              <a:ext uri="{FF2B5EF4-FFF2-40B4-BE49-F238E27FC236}">
                <a16:creationId xmlns:a16="http://schemas.microsoft.com/office/drawing/2014/main" id="{DC541EBB-6613-AD9C-9D31-D2B84238741A}"/>
              </a:ext>
            </a:extLst>
          </p:cNvPr>
          <p:cNvSpPr/>
          <p:nvPr/>
        </p:nvSpPr>
        <p:spPr>
          <a:xfrm>
            <a:off x="10522045"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6" name="Oval 275">
            <a:extLst>
              <a:ext uri="{FF2B5EF4-FFF2-40B4-BE49-F238E27FC236}">
                <a16:creationId xmlns:a16="http://schemas.microsoft.com/office/drawing/2014/main" id="{7D6AA047-2397-B53C-217D-546DAEDD0289}"/>
              </a:ext>
            </a:extLst>
          </p:cNvPr>
          <p:cNvSpPr/>
          <p:nvPr/>
        </p:nvSpPr>
        <p:spPr>
          <a:xfrm>
            <a:off x="10818214" y="277892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7" name="Rectangle 276">
            <a:extLst>
              <a:ext uri="{FF2B5EF4-FFF2-40B4-BE49-F238E27FC236}">
                <a16:creationId xmlns:a16="http://schemas.microsoft.com/office/drawing/2014/main" id="{43E9B19F-7FBD-DF53-522E-9FF2A36B28BC}"/>
              </a:ext>
            </a:extLst>
          </p:cNvPr>
          <p:cNvSpPr/>
          <p:nvPr/>
        </p:nvSpPr>
        <p:spPr>
          <a:xfrm>
            <a:off x="10278252" y="4193372"/>
            <a:ext cx="99313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78" name="Elbow Connector 277">
            <a:extLst>
              <a:ext uri="{FF2B5EF4-FFF2-40B4-BE49-F238E27FC236}">
                <a16:creationId xmlns:a16="http://schemas.microsoft.com/office/drawing/2014/main" id="{1F49A6A6-1103-493F-3177-7D6AEBC63282}"/>
              </a:ext>
            </a:extLst>
          </p:cNvPr>
          <p:cNvCxnSpPr>
            <a:cxnSpLocks/>
            <a:stCxn id="286" idx="0"/>
            <a:endCxn id="71" idx="2"/>
          </p:cNvCxnSpPr>
          <p:nvPr/>
        </p:nvCxnSpPr>
        <p:spPr>
          <a:xfrm rot="5400000" flipH="1" flipV="1">
            <a:off x="10388029" y="3829139"/>
            <a:ext cx="445097" cy="33510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Elbow Connector 278">
            <a:extLst>
              <a:ext uri="{FF2B5EF4-FFF2-40B4-BE49-F238E27FC236}">
                <a16:creationId xmlns:a16="http://schemas.microsoft.com/office/drawing/2014/main" id="{83A84246-514A-9E85-7DF2-E17ABB79EF4B}"/>
              </a:ext>
            </a:extLst>
          </p:cNvPr>
          <p:cNvCxnSpPr>
            <a:cxnSpLocks/>
            <a:endCxn id="71" idx="2"/>
          </p:cNvCxnSpPr>
          <p:nvPr/>
        </p:nvCxnSpPr>
        <p:spPr>
          <a:xfrm rot="16200000" flipV="1">
            <a:off x="10620753" y="3931519"/>
            <a:ext cx="446873" cy="13212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0" name="Rectangle 279">
            <a:extLst>
              <a:ext uri="{FF2B5EF4-FFF2-40B4-BE49-F238E27FC236}">
                <a16:creationId xmlns:a16="http://schemas.microsoft.com/office/drawing/2014/main" id="{D47D2CAB-24B2-38FE-5FA3-2542A0456E7C}"/>
              </a:ext>
            </a:extLst>
          </p:cNvPr>
          <p:cNvSpPr/>
          <p:nvPr/>
        </p:nvSpPr>
        <p:spPr>
          <a:xfrm>
            <a:off x="11048254" y="4225117"/>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81" name="Elbow Connector 280">
            <a:extLst>
              <a:ext uri="{FF2B5EF4-FFF2-40B4-BE49-F238E27FC236}">
                <a16:creationId xmlns:a16="http://schemas.microsoft.com/office/drawing/2014/main" id="{D5DB4DA8-C95C-C1B8-CE71-DC5106053A69}"/>
              </a:ext>
            </a:extLst>
          </p:cNvPr>
          <p:cNvCxnSpPr>
            <a:cxnSpLocks/>
            <a:stCxn id="280" idx="0"/>
            <a:endCxn id="71" idx="2"/>
          </p:cNvCxnSpPr>
          <p:nvPr/>
        </p:nvCxnSpPr>
        <p:spPr>
          <a:xfrm rot="16200000" flipV="1">
            <a:off x="10737991" y="3814281"/>
            <a:ext cx="450975" cy="37069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2" name="Group 281">
            <a:extLst>
              <a:ext uri="{FF2B5EF4-FFF2-40B4-BE49-F238E27FC236}">
                <a16:creationId xmlns:a16="http://schemas.microsoft.com/office/drawing/2014/main" id="{26105504-A897-31E5-94DF-F9464317ED6F}"/>
              </a:ext>
            </a:extLst>
          </p:cNvPr>
          <p:cNvGrpSpPr/>
          <p:nvPr/>
        </p:nvGrpSpPr>
        <p:grpSpPr>
          <a:xfrm>
            <a:off x="6736163" y="3186804"/>
            <a:ext cx="230087" cy="230087"/>
            <a:chOff x="2000422" y="2990995"/>
            <a:chExt cx="253345" cy="253345"/>
          </a:xfrm>
        </p:grpSpPr>
        <p:sp>
          <p:nvSpPr>
            <p:cNvPr id="283" name="Rectangle 282">
              <a:extLst>
                <a:ext uri="{FF2B5EF4-FFF2-40B4-BE49-F238E27FC236}">
                  <a16:creationId xmlns:a16="http://schemas.microsoft.com/office/drawing/2014/main" id="{A51D23FF-9094-8DA0-F048-43E2C7BC087F}"/>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4" name="Graphic 283">
              <a:extLst>
                <a:ext uri="{FF2B5EF4-FFF2-40B4-BE49-F238E27FC236}">
                  <a16:creationId xmlns:a16="http://schemas.microsoft.com/office/drawing/2014/main" id="{CDE1D2F9-CBDF-A38C-4EA8-0568EEE8456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285" name="Group 284">
            <a:extLst>
              <a:ext uri="{FF2B5EF4-FFF2-40B4-BE49-F238E27FC236}">
                <a16:creationId xmlns:a16="http://schemas.microsoft.com/office/drawing/2014/main" id="{DD89B676-D3D3-9F70-5C77-32982E9B21DB}"/>
              </a:ext>
            </a:extLst>
          </p:cNvPr>
          <p:cNvGrpSpPr/>
          <p:nvPr/>
        </p:nvGrpSpPr>
        <p:grpSpPr>
          <a:xfrm>
            <a:off x="10342453" y="4215157"/>
            <a:ext cx="201144" cy="180001"/>
            <a:chOff x="2000422" y="2990995"/>
            <a:chExt cx="253345" cy="253345"/>
          </a:xfrm>
        </p:grpSpPr>
        <p:sp>
          <p:nvSpPr>
            <p:cNvPr id="286" name="Rectangle 285">
              <a:extLst>
                <a:ext uri="{FF2B5EF4-FFF2-40B4-BE49-F238E27FC236}">
                  <a16:creationId xmlns:a16="http://schemas.microsoft.com/office/drawing/2014/main" id="{343EB3F7-BFD3-4BE8-90BD-E6216A337EBC}"/>
                </a:ext>
              </a:extLst>
            </p:cNvPr>
            <p:cNvSpPr/>
            <p:nvPr/>
          </p:nvSpPr>
          <p:spPr>
            <a:xfrm>
              <a:off x="2006167" y="2996740"/>
              <a:ext cx="241856" cy="241856"/>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7" name="Graphic 286">
              <a:extLst>
                <a:ext uri="{FF2B5EF4-FFF2-40B4-BE49-F238E27FC236}">
                  <a16:creationId xmlns:a16="http://schemas.microsoft.com/office/drawing/2014/main" id="{477E7F16-37C6-E31F-DAC4-CCD441C5414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88" name="Group 287">
            <a:extLst>
              <a:ext uri="{FF2B5EF4-FFF2-40B4-BE49-F238E27FC236}">
                <a16:creationId xmlns:a16="http://schemas.microsoft.com/office/drawing/2014/main" id="{ED6FAF13-6BE7-43B6-376B-4158F70E93FE}"/>
              </a:ext>
            </a:extLst>
          </p:cNvPr>
          <p:cNvGrpSpPr/>
          <p:nvPr/>
        </p:nvGrpSpPr>
        <p:grpSpPr>
          <a:xfrm>
            <a:off x="10575617" y="4215358"/>
            <a:ext cx="201143" cy="188059"/>
            <a:chOff x="1439009" y="3914251"/>
            <a:chExt cx="201143" cy="188059"/>
          </a:xfrm>
        </p:grpSpPr>
        <p:sp>
          <p:nvSpPr>
            <p:cNvPr id="289" name="Rectangle 288">
              <a:extLst>
                <a:ext uri="{FF2B5EF4-FFF2-40B4-BE49-F238E27FC236}">
                  <a16:creationId xmlns:a16="http://schemas.microsoft.com/office/drawing/2014/main" id="{E3FC445D-DC9D-5AB4-0440-1199DBC811B2}"/>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0" name="Graphic 289" descr="Chat outline">
              <a:extLst>
                <a:ext uri="{FF2B5EF4-FFF2-40B4-BE49-F238E27FC236}">
                  <a16:creationId xmlns:a16="http://schemas.microsoft.com/office/drawing/2014/main" id="{B2FF816A-CA43-F2FE-6147-8EFC32FB746F}"/>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91" name="Group 290">
            <a:extLst>
              <a:ext uri="{FF2B5EF4-FFF2-40B4-BE49-F238E27FC236}">
                <a16:creationId xmlns:a16="http://schemas.microsoft.com/office/drawing/2014/main" id="{3A95CBE5-A9BF-93EF-7E74-184A4A3208EB}"/>
              </a:ext>
            </a:extLst>
          </p:cNvPr>
          <p:cNvGrpSpPr>
            <a:grpSpLocks noChangeAspect="1"/>
          </p:cNvGrpSpPr>
          <p:nvPr/>
        </p:nvGrpSpPr>
        <p:grpSpPr>
          <a:xfrm>
            <a:off x="10818820" y="4221015"/>
            <a:ext cx="182857" cy="182879"/>
            <a:chOff x="2724405" y="3881760"/>
            <a:chExt cx="201143" cy="187817"/>
          </a:xfrm>
        </p:grpSpPr>
        <p:sp>
          <p:nvSpPr>
            <p:cNvPr id="292" name="Rectangle 291">
              <a:extLst>
                <a:ext uri="{FF2B5EF4-FFF2-40B4-BE49-F238E27FC236}">
                  <a16:creationId xmlns:a16="http://schemas.microsoft.com/office/drawing/2014/main" id="{E11A02A4-FAAA-12AC-73B6-3A75077DE970}"/>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3" name="Graphic 292" descr="Tools outline">
              <a:extLst>
                <a:ext uri="{FF2B5EF4-FFF2-40B4-BE49-F238E27FC236}">
                  <a16:creationId xmlns:a16="http://schemas.microsoft.com/office/drawing/2014/main" id="{9FACA987-567E-7876-F93A-DB6F548CD8D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94" name="Rectangle 293">
            <a:extLst>
              <a:ext uri="{FF2B5EF4-FFF2-40B4-BE49-F238E27FC236}">
                <a16:creationId xmlns:a16="http://schemas.microsoft.com/office/drawing/2014/main" id="{3AF47DBB-9AE3-EDCE-5F6C-49CCE20BD17D}"/>
              </a:ext>
            </a:extLst>
          </p:cNvPr>
          <p:cNvSpPr/>
          <p:nvPr/>
        </p:nvSpPr>
        <p:spPr>
          <a:xfrm>
            <a:off x="-16241" y="5952678"/>
            <a:ext cx="12192000" cy="992225"/>
          </a:xfrm>
          <a:prstGeom prst="rect">
            <a:avLst/>
          </a:prstGeom>
          <a:solidFill>
            <a:schemeClr val="accent4">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err="1">
                <a:ln>
                  <a:noFill/>
                </a:ln>
                <a:solidFill>
                  <a:schemeClr val="bg1"/>
                </a:solidFill>
                <a:effectLst/>
                <a:uLnTx/>
                <a:uFillTx/>
                <a:latin typeface="Ubuntu"/>
                <a:ea typeface="+mn-ea"/>
                <a:cs typeface="+mn-cs"/>
              </a:rPr>
              <a:t>Outcomes</a:t>
            </a:r>
            <a:endParaRPr kumimoji="0" lang="fr-FR" sz="2000" b="0" i="0" u="none" strike="noStrike" kern="1200" cap="none" spc="0" normalizeH="0" baseline="0" noProof="0">
              <a:ln>
                <a:noFill/>
              </a:ln>
              <a:solidFill>
                <a:schemeClr val="bg1"/>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chemeClr val="bg1"/>
                </a:solidFill>
                <a:effectLst/>
                <a:uLnTx/>
                <a:uFillTx/>
                <a:latin typeface="Ubuntu"/>
                <a:ea typeface="+mn-ea"/>
                <a:cs typeface="+mn-cs"/>
              </a:rPr>
              <a:t>(if at </a:t>
            </a:r>
            <a:r>
              <a:rPr kumimoji="0" lang="fr-FR" sz="1050" b="0" i="0" u="none" strike="noStrike" kern="1200" cap="none" spc="0" normalizeH="0" baseline="0" noProof="0" err="1">
                <a:ln>
                  <a:noFill/>
                </a:ln>
                <a:solidFill>
                  <a:schemeClr val="bg1"/>
                </a:solidFill>
                <a:effectLst/>
                <a:uLnTx/>
                <a:uFillTx/>
                <a:latin typeface="Ubuntu"/>
                <a:ea typeface="+mn-ea"/>
                <a:cs typeface="+mn-cs"/>
              </a:rPr>
              <a:t>scale</a:t>
            </a:r>
            <a:r>
              <a:rPr kumimoji="0" lang="fr-FR" sz="1050" b="0" i="0" u="none" strike="noStrike" kern="1200" cap="none" spc="0" normalizeH="0" baseline="0" noProof="0">
                <a:ln>
                  <a:noFill/>
                </a:ln>
                <a:solidFill>
                  <a:schemeClr val="bg1"/>
                </a:solidFill>
                <a:effectLst/>
                <a:uLnTx/>
                <a:uFillTx/>
                <a:latin typeface="Ubuntu"/>
                <a:ea typeface="+mn-ea"/>
                <a:cs typeface="+mn-cs"/>
              </a:rPr>
              <a:t>)</a:t>
            </a:r>
          </a:p>
        </p:txBody>
      </p:sp>
      <p:sp>
        <p:nvSpPr>
          <p:cNvPr id="295" name="ZoneTexte 4">
            <a:extLst>
              <a:ext uri="{FF2B5EF4-FFF2-40B4-BE49-F238E27FC236}">
                <a16:creationId xmlns:a16="http://schemas.microsoft.com/office/drawing/2014/main" id="{AEC86DFA-092F-C58E-0227-1381E41A7949}"/>
              </a:ext>
            </a:extLst>
          </p:cNvPr>
          <p:cNvSpPr txBox="1"/>
          <p:nvPr/>
        </p:nvSpPr>
        <p:spPr>
          <a:xfrm>
            <a:off x="226551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+ 40-80%</a:t>
            </a:r>
          </a:p>
        </p:txBody>
      </p:sp>
      <p:sp>
        <p:nvSpPr>
          <p:cNvPr id="296" name="TextBox 32">
            <a:extLst>
              <a:ext uri="{FF2B5EF4-FFF2-40B4-BE49-F238E27FC236}">
                <a16:creationId xmlns:a16="http://schemas.microsoft.com/office/drawing/2014/main" id="{64D7BB8E-F3AE-E307-B4C2-77FE6FFC8448}"/>
              </a:ext>
            </a:extLst>
          </p:cNvPr>
          <p:cNvSpPr txBox="1"/>
          <p:nvPr/>
        </p:nvSpPr>
        <p:spPr>
          <a:xfrm>
            <a:off x="4753599" y="6349471"/>
            <a:ext cx="1680558" cy="184666"/>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More time on Strategy</a:t>
            </a:r>
          </a:p>
        </p:txBody>
      </p:sp>
      <p:sp>
        <p:nvSpPr>
          <p:cNvPr id="297" name="ZoneTexte 4">
            <a:extLst>
              <a:ext uri="{FF2B5EF4-FFF2-40B4-BE49-F238E27FC236}">
                <a16:creationId xmlns:a16="http://schemas.microsoft.com/office/drawing/2014/main" id="{F0EC926B-C019-700A-911C-D55CA8AA1BF7}"/>
              </a:ext>
            </a:extLst>
          </p:cNvPr>
          <p:cNvSpPr txBox="1"/>
          <p:nvPr/>
        </p:nvSpPr>
        <p:spPr>
          <a:xfrm>
            <a:off x="4753599"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+ 20-35%</a:t>
            </a:r>
          </a:p>
        </p:txBody>
      </p:sp>
      <p:sp>
        <p:nvSpPr>
          <p:cNvPr id="298" name="TextBox 32">
            <a:extLst>
              <a:ext uri="{FF2B5EF4-FFF2-40B4-BE49-F238E27FC236}">
                <a16:creationId xmlns:a16="http://schemas.microsoft.com/office/drawing/2014/main" id="{CBE125DC-78AB-BDE4-E690-5342820CF89A}"/>
              </a:ext>
            </a:extLst>
          </p:cNvPr>
          <p:cNvSpPr txBox="1"/>
          <p:nvPr/>
        </p:nvSpPr>
        <p:spPr>
          <a:xfrm>
            <a:off x="9638877"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Productivity (FTE Hours Saved)</a:t>
            </a:r>
          </a:p>
        </p:txBody>
      </p:sp>
      <p:sp>
        <p:nvSpPr>
          <p:cNvPr id="299" name="ZoneTexte 4">
            <a:extLst>
              <a:ext uri="{FF2B5EF4-FFF2-40B4-BE49-F238E27FC236}">
                <a16:creationId xmlns:a16="http://schemas.microsoft.com/office/drawing/2014/main" id="{9DC2418C-A626-E345-6124-30837F926427}"/>
              </a:ext>
            </a:extLst>
          </p:cNvPr>
          <p:cNvSpPr txBox="1"/>
          <p:nvPr/>
        </p:nvSpPr>
        <p:spPr>
          <a:xfrm>
            <a:off x="9638878"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+ 50-70% </a:t>
            </a:r>
          </a:p>
        </p:txBody>
      </p:sp>
      <p:sp>
        <p:nvSpPr>
          <p:cNvPr id="300" name="TextBox 32">
            <a:extLst>
              <a:ext uri="{FF2B5EF4-FFF2-40B4-BE49-F238E27FC236}">
                <a16:creationId xmlns:a16="http://schemas.microsoft.com/office/drawing/2014/main" id="{FFD296E0-094D-93E1-8E71-80368F423FD1}"/>
              </a:ext>
            </a:extLst>
          </p:cNvPr>
          <p:cNvSpPr txBox="1"/>
          <p:nvPr/>
        </p:nvSpPr>
        <p:spPr>
          <a:xfrm>
            <a:off x="2310057" y="6349471"/>
            <a:ext cx="1399302"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Faster Campaign Cycle Time</a:t>
            </a:r>
            <a:endParaRPr kumimoji="0" lang="en-US" sz="1200" b="0" i="0" u="none" strike="noStrike" kern="1200" cap="none" spc="0" normalizeH="0" baseline="0" noProof="0">
              <a:ln>
                <a:noFill/>
              </a:ln>
              <a:solidFill>
                <a:schemeClr val="bg1"/>
              </a:solidFill>
              <a:effectLst/>
              <a:uLnTx/>
              <a:uFillTx/>
              <a:latin typeface="Ubuntu"/>
              <a:ea typeface="+mn-ea"/>
              <a:cs typeface="Segoe UI"/>
            </a:endParaRPr>
          </a:p>
        </p:txBody>
      </p:sp>
      <p:sp>
        <p:nvSpPr>
          <p:cNvPr id="301" name="TextBox 32">
            <a:extLst>
              <a:ext uri="{FF2B5EF4-FFF2-40B4-BE49-F238E27FC236}">
                <a16:creationId xmlns:a16="http://schemas.microsoft.com/office/drawing/2014/main" id="{741C8066-FA61-9303-61A3-D923036FED99}"/>
              </a:ext>
            </a:extLst>
          </p:cNvPr>
          <p:cNvSpPr txBox="1"/>
          <p:nvPr/>
        </p:nvSpPr>
        <p:spPr>
          <a:xfrm>
            <a:off x="7152024"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Automated QA &amp; Compliance Checks</a:t>
            </a:r>
          </a:p>
        </p:txBody>
      </p:sp>
      <p:sp>
        <p:nvSpPr>
          <p:cNvPr id="302" name="ZoneTexte 4">
            <a:extLst>
              <a:ext uri="{FF2B5EF4-FFF2-40B4-BE49-F238E27FC236}">
                <a16:creationId xmlns:a16="http://schemas.microsoft.com/office/drawing/2014/main" id="{67DBF608-E673-7C4A-A2E5-D8FB5BCBE846}"/>
              </a:ext>
            </a:extLst>
          </p:cNvPr>
          <p:cNvSpPr txBox="1"/>
          <p:nvPr/>
        </p:nvSpPr>
        <p:spPr>
          <a:xfrm>
            <a:off x="715202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&gt;90+%</a:t>
            </a:r>
          </a:p>
        </p:txBody>
      </p:sp>
      <p:cxnSp>
        <p:nvCxnSpPr>
          <p:cNvPr id="304" name="Elbow Connector 303">
            <a:extLst>
              <a:ext uri="{FF2B5EF4-FFF2-40B4-BE49-F238E27FC236}">
                <a16:creationId xmlns:a16="http://schemas.microsoft.com/office/drawing/2014/main" id="{9ED264A3-2D0E-B7C4-37F3-52097B350A9F}"/>
              </a:ext>
            </a:extLst>
          </p:cNvPr>
          <p:cNvCxnSpPr>
            <a:cxnSpLocks/>
            <a:stCxn id="289" idx="0"/>
            <a:endCxn id="71" idx="2"/>
          </p:cNvCxnSpPr>
          <p:nvPr/>
        </p:nvCxnSpPr>
        <p:spPr>
          <a:xfrm rot="5400000" flipH="1" flipV="1">
            <a:off x="10506551" y="3943780"/>
            <a:ext cx="441216" cy="1019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5" name="Group 304">
            <a:extLst>
              <a:ext uri="{FF2B5EF4-FFF2-40B4-BE49-F238E27FC236}">
                <a16:creationId xmlns:a16="http://schemas.microsoft.com/office/drawing/2014/main" id="{B5258944-078F-77B8-2331-F50B0E6AB16E}"/>
              </a:ext>
            </a:extLst>
          </p:cNvPr>
          <p:cNvGrpSpPr/>
          <p:nvPr/>
        </p:nvGrpSpPr>
        <p:grpSpPr>
          <a:xfrm>
            <a:off x="8649187" y="5620191"/>
            <a:ext cx="3422211" cy="131284"/>
            <a:chOff x="8260676" y="974846"/>
            <a:chExt cx="3422211" cy="131284"/>
          </a:xfrm>
        </p:grpSpPr>
        <p:sp>
          <p:nvSpPr>
            <p:cNvPr id="306" name="Rectangle 305">
              <a:extLst>
                <a:ext uri="{FF2B5EF4-FFF2-40B4-BE49-F238E27FC236}">
                  <a16:creationId xmlns:a16="http://schemas.microsoft.com/office/drawing/2014/main" id="{BBCB93F9-42D1-F05F-E75B-2AD314CFB8BA}"/>
                </a:ext>
              </a:extLst>
            </p:cNvPr>
            <p:cNvSpPr/>
            <p:nvPr/>
          </p:nvSpPr>
          <p:spPr>
            <a:xfrm>
              <a:off x="10981239" y="990422"/>
              <a:ext cx="193830" cy="115708"/>
            </a:xfrm>
            <a:prstGeom prst="rect">
              <a:avLst/>
            </a:prstGeom>
            <a:solidFill>
              <a:srgbClr val="FF304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7" name="ZoneTexte 7">
              <a:extLst>
                <a:ext uri="{FF2B5EF4-FFF2-40B4-BE49-F238E27FC236}">
                  <a16:creationId xmlns:a16="http://schemas.microsoft.com/office/drawing/2014/main" id="{FA0A83E2-C489-BAC7-750A-B74EF553808A}"/>
                </a:ext>
              </a:extLst>
            </p:cNvPr>
            <p:cNvSpPr txBox="1"/>
            <p:nvPr/>
          </p:nvSpPr>
          <p:spPr>
            <a:xfrm>
              <a:off x="11205192" y="974846"/>
              <a:ext cx="477695"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Agentic AI</a:t>
              </a:r>
            </a:p>
          </p:txBody>
        </p:sp>
        <p:sp>
          <p:nvSpPr>
            <p:cNvPr id="308" name="Rectangle 307">
              <a:extLst>
                <a:ext uri="{FF2B5EF4-FFF2-40B4-BE49-F238E27FC236}">
                  <a16:creationId xmlns:a16="http://schemas.microsoft.com/office/drawing/2014/main" id="{3EDC81DC-925A-9174-527E-D2848990562D}"/>
                </a:ext>
              </a:extLst>
            </p:cNvPr>
            <p:cNvSpPr/>
            <p:nvPr/>
          </p:nvSpPr>
          <p:spPr>
            <a:xfrm>
              <a:off x="9749231" y="990422"/>
              <a:ext cx="193830" cy="115708"/>
            </a:xfrm>
            <a:prstGeom prst="rect">
              <a:avLst/>
            </a:prstGeom>
            <a:solidFill>
              <a:srgbClr val="FFB24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9" name="ZoneTexte 52">
              <a:extLst>
                <a:ext uri="{FF2B5EF4-FFF2-40B4-BE49-F238E27FC236}">
                  <a16:creationId xmlns:a16="http://schemas.microsoft.com/office/drawing/2014/main" id="{D4D65649-327F-4E5D-0BF6-0CC848C5450A}"/>
                </a:ext>
              </a:extLst>
            </p:cNvPr>
            <p:cNvSpPr txBox="1"/>
            <p:nvPr/>
          </p:nvSpPr>
          <p:spPr>
            <a:xfrm>
              <a:off x="9984430" y="974846"/>
              <a:ext cx="277320"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AI/ML</a:t>
              </a:r>
            </a:p>
          </p:txBody>
        </p:sp>
        <p:sp>
          <p:nvSpPr>
            <p:cNvPr id="310" name="Rectangle 309">
              <a:extLst>
                <a:ext uri="{FF2B5EF4-FFF2-40B4-BE49-F238E27FC236}">
                  <a16:creationId xmlns:a16="http://schemas.microsoft.com/office/drawing/2014/main" id="{D019F243-997C-D462-7F7F-0E5963909ACA}"/>
                </a:ext>
              </a:extLst>
            </p:cNvPr>
            <p:cNvSpPr/>
            <p:nvPr/>
          </p:nvSpPr>
          <p:spPr>
            <a:xfrm>
              <a:off x="10352324" y="990422"/>
              <a:ext cx="193830" cy="115708"/>
            </a:xfrm>
            <a:prstGeom prst="rect">
              <a:avLst/>
            </a:prstGeom>
            <a:solidFill>
              <a:srgbClr val="E557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1" name="ZoneTexte 62">
              <a:extLst>
                <a:ext uri="{FF2B5EF4-FFF2-40B4-BE49-F238E27FC236}">
                  <a16:creationId xmlns:a16="http://schemas.microsoft.com/office/drawing/2014/main" id="{FD97BB79-0F46-C82D-70DF-1444F138F0BC}"/>
                </a:ext>
              </a:extLst>
            </p:cNvPr>
            <p:cNvSpPr txBox="1"/>
            <p:nvPr/>
          </p:nvSpPr>
          <p:spPr>
            <a:xfrm>
              <a:off x="10576277" y="974846"/>
              <a:ext cx="30457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Gen AI</a:t>
              </a:r>
            </a:p>
          </p:txBody>
        </p:sp>
        <p:sp>
          <p:nvSpPr>
            <p:cNvPr id="312" name="Rectangle 311">
              <a:extLst>
                <a:ext uri="{FF2B5EF4-FFF2-40B4-BE49-F238E27FC236}">
                  <a16:creationId xmlns:a16="http://schemas.microsoft.com/office/drawing/2014/main" id="{1D63EE05-CBE5-3558-68E9-8F2055C18709}"/>
                </a:ext>
              </a:extLst>
            </p:cNvPr>
            <p:cNvSpPr/>
            <p:nvPr/>
          </p:nvSpPr>
          <p:spPr>
            <a:xfrm>
              <a:off x="8915798" y="990422"/>
              <a:ext cx="193830" cy="115708"/>
            </a:xfrm>
            <a:prstGeom prst="rect">
              <a:avLst/>
            </a:prstGeom>
            <a:solidFill>
              <a:srgbClr val="2EA657"/>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3" name="ZoneTexte 52">
              <a:extLst>
                <a:ext uri="{FF2B5EF4-FFF2-40B4-BE49-F238E27FC236}">
                  <a16:creationId xmlns:a16="http://schemas.microsoft.com/office/drawing/2014/main" id="{9BCF583A-98B0-2BEF-35C5-05DADBE27DF7}"/>
                </a:ext>
              </a:extLst>
            </p:cNvPr>
            <p:cNvSpPr txBox="1"/>
            <p:nvPr/>
          </p:nvSpPr>
          <p:spPr>
            <a:xfrm>
              <a:off x="9154043" y="974846"/>
              <a:ext cx="49693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RPA/script</a:t>
              </a:r>
            </a:p>
          </p:txBody>
        </p:sp>
        <p:sp>
          <p:nvSpPr>
            <p:cNvPr id="314" name="Rectangle 313">
              <a:extLst>
                <a:ext uri="{FF2B5EF4-FFF2-40B4-BE49-F238E27FC236}">
                  <a16:creationId xmlns:a16="http://schemas.microsoft.com/office/drawing/2014/main" id="{5E544E14-5595-A083-1678-F36E5AC7545F}"/>
                </a:ext>
              </a:extLst>
            </p:cNvPr>
            <p:cNvSpPr/>
            <p:nvPr/>
          </p:nvSpPr>
          <p:spPr>
            <a:xfrm>
              <a:off x="8260676" y="990422"/>
              <a:ext cx="193830" cy="115708"/>
            </a:xfrm>
            <a:prstGeom prst="rect">
              <a:avLst/>
            </a:prstGeom>
            <a:solidFill>
              <a:schemeClr val="accent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5" name="ZoneTexte 52">
              <a:extLst>
                <a:ext uri="{FF2B5EF4-FFF2-40B4-BE49-F238E27FC236}">
                  <a16:creationId xmlns:a16="http://schemas.microsoft.com/office/drawing/2014/main" id="{2CCE5216-440E-8DD7-D3AA-20EF0158A2D5}"/>
                </a:ext>
              </a:extLst>
            </p:cNvPr>
            <p:cNvSpPr txBox="1"/>
            <p:nvPr/>
          </p:nvSpPr>
          <p:spPr>
            <a:xfrm>
              <a:off x="8498921" y="974846"/>
              <a:ext cx="331822"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Human</a:t>
              </a:r>
            </a:p>
          </p:txBody>
        </p:sp>
      </p:grpSp>
      <p:sp>
        <p:nvSpPr>
          <p:cNvPr id="318" name="Rectangle 317">
            <a:extLst>
              <a:ext uri="{FF2B5EF4-FFF2-40B4-BE49-F238E27FC236}">
                <a16:creationId xmlns:a16="http://schemas.microsoft.com/office/drawing/2014/main" id="{F60B7213-2166-6F0B-76E7-2DF36EB64A0F}"/>
              </a:ext>
            </a:extLst>
          </p:cNvPr>
          <p:cNvSpPr/>
          <p:nvPr/>
        </p:nvSpPr>
        <p:spPr>
          <a:xfrm>
            <a:off x="7413667" y="1371601"/>
            <a:ext cx="4473533" cy="3581400"/>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9" name="TextBox 318">
            <a:extLst>
              <a:ext uri="{FF2B5EF4-FFF2-40B4-BE49-F238E27FC236}">
                <a16:creationId xmlns:a16="http://schemas.microsoft.com/office/drawing/2014/main" id="{5F8145C2-4D94-A79B-8270-62629083FBED}"/>
              </a:ext>
            </a:extLst>
          </p:cNvPr>
          <p:cNvSpPr txBox="1"/>
          <p:nvPr/>
        </p:nvSpPr>
        <p:spPr>
          <a:xfrm>
            <a:off x="10459011" y="1366442"/>
            <a:ext cx="1428189" cy="309958"/>
          </a:xfrm>
          <a:prstGeom prst="rect">
            <a:avLst/>
          </a:prstGeom>
          <a:noFill/>
        </p:spPr>
        <p:txBody>
          <a:bodyPr vert="horz" wrap="none" lIns="90000" tIns="46800" rIns="90000" bIns="46800" rtlCol="0" anchor="ctr">
            <a:spAutoFit/>
          </a:bodyPr>
          <a:lstStyle/>
          <a:p>
            <a:pPr algn="l">
              <a:spcBef>
                <a:spcPct val="0"/>
              </a:spcBef>
            </a:pPr>
            <a:r>
              <a:rPr lang="en-US" sz="1400">
                <a:solidFill>
                  <a:srgbClr val="00B050"/>
                </a:solidFill>
              </a:rPr>
              <a:t>Use Case scope</a:t>
            </a:r>
          </a:p>
        </p:txBody>
      </p:sp>
      <p:sp>
        <p:nvSpPr>
          <p:cNvPr id="3" name="TextBox 2">
            <a:extLst>
              <a:ext uri="{FF2B5EF4-FFF2-40B4-BE49-F238E27FC236}">
                <a16:creationId xmlns:a16="http://schemas.microsoft.com/office/drawing/2014/main" id="{F6ADC974-9B03-5641-B9BB-BCF915AC4BCF}"/>
              </a:ext>
            </a:extLst>
          </p:cNvPr>
          <p:cNvSpPr txBox="1"/>
          <p:nvPr/>
        </p:nvSpPr>
        <p:spPr>
          <a:xfrm>
            <a:off x="19433" y="1300028"/>
            <a:ext cx="8282846" cy="369332"/>
          </a:xfrm>
          <a:prstGeom prst="rect">
            <a:avLst/>
          </a:prstGeom>
          <a:noFill/>
        </p:spPr>
        <p:txBody>
          <a:bodyPr wrap="square">
            <a:spAutoFit/>
          </a:bodyPr>
          <a:lstStyle/>
          <a:p>
            <a:r>
              <a:rPr lang="en-US" sz="1800" i="1">
                <a:highlight>
                  <a:srgbClr val="FFFF00"/>
                </a:highlight>
              </a:rPr>
              <a:t>Detail the business process and highlight the Use Case in the process</a:t>
            </a:r>
            <a:endParaRPr lang="en-US"/>
          </a:p>
        </p:txBody>
      </p:sp>
    </p:spTree>
    <p:extLst>
      <p:ext uri="{BB962C8B-B14F-4D97-AF65-F5344CB8AC3E}">
        <p14:creationId xmlns:p14="http://schemas.microsoft.com/office/powerpoint/2010/main" val="2417810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6</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a:t>Functional Solution + AI-Human Chemistry</a:t>
            </a:r>
          </a:p>
        </p:txBody>
      </p:sp>
      <p:sp>
        <p:nvSpPr>
          <p:cNvPr id="6" name="TextBox 5">
            <a:extLst>
              <a:ext uri="{FF2B5EF4-FFF2-40B4-BE49-F238E27FC236}">
                <a16:creationId xmlns:a16="http://schemas.microsoft.com/office/drawing/2014/main" id="{38255EAA-115B-7CE6-9C4F-C36E1330BDA8}"/>
              </a:ext>
            </a:extLst>
          </p:cNvPr>
          <p:cNvSpPr txBox="1"/>
          <p:nvPr/>
        </p:nvSpPr>
        <p:spPr>
          <a:xfrm>
            <a:off x="451721" y="1207598"/>
            <a:ext cx="11145028" cy="525401"/>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functional components of the solution and the points where the Agent(s) will take decisions or will handle it to humans</a:t>
            </a:r>
          </a:p>
        </p:txBody>
      </p:sp>
      <p:sp>
        <p:nvSpPr>
          <p:cNvPr id="7" name="Flowchart: Document 1076">
            <a:extLst>
              <a:ext uri="{FF2B5EF4-FFF2-40B4-BE49-F238E27FC236}">
                <a16:creationId xmlns:a16="http://schemas.microsoft.com/office/drawing/2014/main" id="{A3EEC7B5-0FCD-0ADC-1F43-07FE4ED31ADE}"/>
              </a:ext>
            </a:extLst>
          </p:cNvPr>
          <p:cNvSpPr/>
          <p:nvPr/>
        </p:nvSpPr>
        <p:spPr>
          <a:xfrm>
            <a:off x="1370046" y="2870339"/>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Customer places an order</a:t>
            </a:r>
          </a:p>
        </p:txBody>
      </p:sp>
      <p:sp>
        <p:nvSpPr>
          <p:cNvPr id="8" name="Flowchart: Document 1076">
            <a:extLst>
              <a:ext uri="{FF2B5EF4-FFF2-40B4-BE49-F238E27FC236}">
                <a16:creationId xmlns:a16="http://schemas.microsoft.com/office/drawing/2014/main" id="{AAA400FE-1E9C-F79B-289B-ACD657115C56}"/>
              </a:ext>
            </a:extLst>
          </p:cNvPr>
          <p:cNvSpPr/>
          <p:nvPr/>
        </p:nvSpPr>
        <p:spPr>
          <a:xfrm>
            <a:off x="2395043" y="2867892"/>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Email</a:t>
            </a:r>
          </a:p>
        </p:txBody>
      </p:sp>
      <p:cxnSp>
        <p:nvCxnSpPr>
          <p:cNvPr id="9" name="Connector: Elbow 11">
            <a:extLst>
              <a:ext uri="{FF2B5EF4-FFF2-40B4-BE49-F238E27FC236}">
                <a16:creationId xmlns:a16="http://schemas.microsoft.com/office/drawing/2014/main" id="{DD3505B9-BAEE-2C47-4D45-0C7609397EC9}"/>
              </a:ext>
            </a:extLst>
          </p:cNvPr>
          <p:cNvCxnSpPr>
            <a:cxnSpLocks/>
            <a:stCxn id="7" idx="3"/>
            <a:endCxn id="8" idx="1"/>
          </p:cNvCxnSpPr>
          <p:nvPr/>
        </p:nvCxnSpPr>
        <p:spPr>
          <a:xfrm flipV="1">
            <a:off x="2043683" y="3051348"/>
            <a:ext cx="351360" cy="24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44">
            <a:extLst>
              <a:ext uri="{FF2B5EF4-FFF2-40B4-BE49-F238E27FC236}">
                <a16:creationId xmlns:a16="http://schemas.microsoft.com/office/drawing/2014/main" id="{474C1D97-399A-F706-F75E-330E0E4EDEC2}"/>
              </a:ext>
            </a:extLst>
          </p:cNvPr>
          <p:cNvCxnSpPr>
            <a:cxnSpLocks/>
            <a:stCxn id="8" idx="3"/>
            <a:endCxn id="11" idx="1"/>
          </p:cNvCxnSpPr>
          <p:nvPr/>
        </p:nvCxnSpPr>
        <p:spPr>
          <a:xfrm>
            <a:off x="3068680" y="3051348"/>
            <a:ext cx="419155" cy="313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2">
            <a:extLst>
              <a:ext uri="{FF2B5EF4-FFF2-40B4-BE49-F238E27FC236}">
                <a16:creationId xmlns:a16="http://schemas.microsoft.com/office/drawing/2014/main" id="{201501E9-7566-5F6C-951F-1A57CED3173C}"/>
              </a:ext>
            </a:extLst>
          </p:cNvPr>
          <p:cNvSpPr/>
          <p:nvPr/>
        </p:nvSpPr>
        <p:spPr>
          <a:xfrm>
            <a:off x="3487835" y="1876004"/>
            <a:ext cx="5122765" cy="2356962"/>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12" name="Group 11">
            <a:extLst>
              <a:ext uri="{FF2B5EF4-FFF2-40B4-BE49-F238E27FC236}">
                <a16:creationId xmlns:a16="http://schemas.microsoft.com/office/drawing/2014/main" id="{08D3FB90-E2C9-390F-CECD-29175CE53AC0}"/>
              </a:ext>
            </a:extLst>
          </p:cNvPr>
          <p:cNvGrpSpPr/>
          <p:nvPr/>
        </p:nvGrpSpPr>
        <p:grpSpPr>
          <a:xfrm>
            <a:off x="3446849" y="1773521"/>
            <a:ext cx="338230" cy="343683"/>
            <a:chOff x="6591054" y="1922542"/>
            <a:chExt cx="604828" cy="614579"/>
          </a:xfrm>
        </p:grpSpPr>
        <p:sp>
          <p:nvSpPr>
            <p:cNvPr id="13" name="Oval 12">
              <a:extLst>
                <a:ext uri="{FF2B5EF4-FFF2-40B4-BE49-F238E27FC236}">
                  <a16:creationId xmlns:a16="http://schemas.microsoft.com/office/drawing/2014/main" id="{3B747354-E94B-F115-13D0-FB8FB5E1FF48}"/>
                </a:ext>
              </a:extLst>
            </p:cNvPr>
            <p:cNvSpPr/>
            <p:nvPr/>
          </p:nvSpPr>
          <p:spPr>
            <a:xfrm>
              <a:off x="6591054" y="1922542"/>
              <a:ext cx="604828" cy="614579"/>
            </a:xfrm>
            <a:prstGeom prst="ellipse">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4" name="Picture 13">
              <a:extLst>
                <a:ext uri="{FF2B5EF4-FFF2-40B4-BE49-F238E27FC236}">
                  <a16:creationId xmlns:a16="http://schemas.microsoft.com/office/drawing/2014/main" id="{3D6B6A52-C1D4-98C8-73D8-D496C1DBBB53}"/>
                </a:ext>
              </a:extLst>
            </p:cNvPr>
            <p:cNvPicPr>
              <a:picLocks noChangeAspect="1"/>
            </p:cNvPicPr>
            <p:nvPr/>
          </p:nvPicPr>
          <p:blipFill>
            <a:blip r:embed="rId2"/>
            <a:stretch>
              <a:fillRect/>
            </a:stretch>
          </p:blipFill>
          <p:spPr>
            <a:xfrm>
              <a:off x="6621303" y="1957666"/>
              <a:ext cx="544330" cy="544330"/>
            </a:xfrm>
            <a:prstGeom prst="rect">
              <a:avLst/>
            </a:prstGeom>
          </p:spPr>
        </p:pic>
      </p:grpSp>
      <p:grpSp>
        <p:nvGrpSpPr>
          <p:cNvPr id="15" name="Group 14">
            <a:extLst>
              <a:ext uri="{FF2B5EF4-FFF2-40B4-BE49-F238E27FC236}">
                <a16:creationId xmlns:a16="http://schemas.microsoft.com/office/drawing/2014/main" id="{BB36258B-3121-0EB7-3128-A7903445F126}"/>
              </a:ext>
            </a:extLst>
          </p:cNvPr>
          <p:cNvGrpSpPr/>
          <p:nvPr/>
        </p:nvGrpSpPr>
        <p:grpSpPr>
          <a:xfrm>
            <a:off x="4622560" y="2730860"/>
            <a:ext cx="316762" cy="316762"/>
            <a:chOff x="3904884" y="4179013"/>
            <a:chExt cx="720000" cy="720000"/>
          </a:xfrm>
        </p:grpSpPr>
        <p:sp>
          <p:nvSpPr>
            <p:cNvPr id="16" name="Oval 15">
              <a:extLst>
                <a:ext uri="{FF2B5EF4-FFF2-40B4-BE49-F238E27FC236}">
                  <a16:creationId xmlns:a16="http://schemas.microsoft.com/office/drawing/2014/main" id="{0A69ACB4-376E-4A4F-6338-2E0DC7B04F0D}"/>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7" name="Picture 16">
              <a:extLst>
                <a:ext uri="{FF2B5EF4-FFF2-40B4-BE49-F238E27FC236}">
                  <a16:creationId xmlns:a16="http://schemas.microsoft.com/office/drawing/2014/main" id="{3D5820B1-4466-9EE0-AE4E-1DDDB18E5A3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8" name="ZoneTexte 40">
            <a:extLst>
              <a:ext uri="{FF2B5EF4-FFF2-40B4-BE49-F238E27FC236}">
                <a16:creationId xmlns:a16="http://schemas.microsoft.com/office/drawing/2014/main" id="{CF36EACB-4C54-5D97-F23B-ADBB6D53A349}"/>
              </a:ext>
            </a:extLst>
          </p:cNvPr>
          <p:cNvSpPr txBox="1"/>
          <p:nvPr/>
        </p:nvSpPr>
        <p:spPr>
          <a:xfrm>
            <a:off x="4422516" y="2982385"/>
            <a:ext cx="71337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Validate Information</a:t>
            </a:r>
          </a:p>
        </p:txBody>
      </p:sp>
      <p:grpSp>
        <p:nvGrpSpPr>
          <p:cNvPr id="19" name="Group 18">
            <a:extLst>
              <a:ext uri="{FF2B5EF4-FFF2-40B4-BE49-F238E27FC236}">
                <a16:creationId xmlns:a16="http://schemas.microsoft.com/office/drawing/2014/main" id="{9AAB84B9-B549-6F55-3B09-12D34E2CF3A5}"/>
              </a:ext>
            </a:extLst>
          </p:cNvPr>
          <p:cNvGrpSpPr/>
          <p:nvPr/>
        </p:nvGrpSpPr>
        <p:grpSpPr>
          <a:xfrm>
            <a:off x="5379290" y="2731933"/>
            <a:ext cx="316762" cy="316762"/>
            <a:chOff x="3904884" y="4179013"/>
            <a:chExt cx="720000" cy="720000"/>
          </a:xfrm>
        </p:grpSpPr>
        <p:sp>
          <p:nvSpPr>
            <p:cNvPr id="20" name="Oval 19">
              <a:extLst>
                <a:ext uri="{FF2B5EF4-FFF2-40B4-BE49-F238E27FC236}">
                  <a16:creationId xmlns:a16="http://schemas.microsoft.com/office/drawing/2014/main" id="{F207608D-9C69-E862-738A-83A8015861B3}"/>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1" name="Picture 20">
              <a:extLst>
                <a:ext uri="{FF2B5EF4-FFF2-40B4-BE49-F238E27FC236}">
                  <a16:creationId xmlns:a16="http://schemas.microsoft.com/office/drawing/2014/main" id="{9773B1E7-FB30-1485-E630-1B626CDB1432}"/>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22" name="ZoneTexte 40">
            <a:extLst>
              <a:ext uri="{FF2B5EF4-FFF2-40B4-BE49-F238E27FC236}">
                <a16:creationId xmlns:a16="http://schemas.microsoft.com/office/drawing/2014/main" id="{13EC5845-E663-91BC-63CA-6172E2D472B8}"/>
              </a:ext>
            </a:extLst>
          </p:cNvPr>
          <p:cNvSpPr txBox="1"/>
          <p:nvPr/>
        </p:nvSpPr>
        <p:spPr>
          <a:xfrm>
            <a:off x="5217342" y="3025125"/>
            <a:ext cx="72651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a:t>
            </a:r>
            <a:br>
              <a:rPr lang="en-GB" sz="675" noProof="0">
                <a:solidFill>
                  <a:prstClr val="black"/>
                </a:solidFill>
                <a:latin typeface="Verdana"/>
              </a:rPr>
            </a:br>
            <a:r>
              <a:rPr lang="en-GB" sz="675" noProof="0">
                <a:solidFill>
                  <a:prstClr val="black"/>
                </a:solidFill>
                <a:latin typeface="Verdana"/>
              </a:rPr>
              <a:t>contract</a:t>
            </a:r>
            <a:endParaRPr lang="en-GB" sz="675" noProof="0">
              <a:solidFill>
                <a:srgbClr val="FF304D"/>
              </a:solidFill>
              <a:latin typeface="Verdana"/>
            </a:endParaRPr>
          </a:p>
        </p:txBody>
      </p:sp>
      <p:grpSp>
        <p:nvGrpSpPr>
          <p:cNvPr id="23" name="Group 22">
            <a:extLst>
              <a:ext uri="{FF2B5EF4-FFF2-40B4-BE49-F238E27FC236}">
                <a16:creationId xmlns:a16="http://schemas.microsoft.com/office/drawing/2014/main" id="{DF59E00F-ADDA-45FE-274E-A0ABDE438F37}"/>
              </a:ext>
            </a:extLst>
          </p:cNvPr>
          <p:cNvGrpSpPr/>
          <p:nvPr/>
        </p:nvGrpSpPr>
        <p:grpSpPr>
          <a:xfrm>
            <a:off x="4610406" y="2187851"/>
            <a:ext cx="316762" cy="316762"/>
            <a:chOff x="3904884" y="4179013"/>
            <a:chExt cx="720000" cy="720000"/>
          </a:xfrm>
        </p:grpSpPr>
        <p:sp>
          <p:nvSpPr>
            <p:cNvPr id="24" name="Oval 23">
              <a:extLst>
                <a:ext uri="{FF2B5EF4-FFF2-40B4-BE49-F238E27FC236}">
                  <a16:creationId xmlns:a16="http://schemas.microsoft.com/office/drawing/2014/main" id="{F8289CD7-2A2B-4137-6145-7D0FCA782095}"/>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5" name="Picture 24">
              <a:extLst>
                <a:ext uri="{FF2B5EF4-FFF2-40B4-BE49-F238E27FC236}">
                  <a16:creationId xmlns:a16="http://schemas.microsoft.com/office/drawing/2014/main" id="{B9EA7C71-6CD7-2227-8B46-0D3B0531BB31}"/>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26" name="ZoneTexte 40">
            <a:extLst>
              <a:ext uri="{FF2B5EF4-FFF2-40B4-BE49-F238E27FC236}">
                <a16:creationId xmlns:a16="http://schemas.microsoft.com/office/drawing/2014/main" id="{88245B1D-1D35-4708-41B5-85BD5C6BA568}"/>
              </a:ext>
            </a:extLst>
          </p:cNvPr>
          <p:cNvSpPr txBox="1"/>
          <p:nvPr/>
        </p:nvSpPr>
        <p:spPr>
          <a:xfrm>
            <a:off x="3904847" y="1910593"/>
            <a:ext cx="938605"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Request missing/ conflicting information</a:t>
            </a:r>
          </a:p>
        </p:txBody>
      </p:sp>
      <p:grpSp>
        <p:nvGrpSpPr>
          <p:cNvPr id="27" name="Group 26">
            <a:extLst>
              <a:ext uri="{FF2B5EF4-FFF2-40B4-BE49-F238E27FC236}">
                <a16:creationId xmlns:a16="http://schemas.microsoft.com/office/drawing/2014/main" id="{43098DF1-A2B0-E67E-8DA4-5EFBB70EFE23}"/>
              </a:ext>
            </a:extLst>
          </p:cNvPr>
          <p:cNvGrpSpPr/>
          <p:nvPr/>
        </p:nvGrpSpPr>
        <p:grpSpPr>
          <a:xfrm>
            <a:off x="3716524" y="2756783"/>
            <a:ext cx="316762" cy="316762"/>
            <a:chOff x="3904884" y="4179013"/>
            <a:chExt cx="720000" cy="720000"/>
          </a:xfrm>
        </p:grpSpPr>
        <p:sp>
          <p:nvSpPr>
            <p:cNvPr id="28" name="Oval 27">
              <a:extLst>
                <a:ext uri="{FF2B5EF4-FFF2-40B4-BE49-F238E27FC236}">
                  <a16:creationId xmlns:a16="http://schemas.microsoft.com/office/drawing/2014/main" id="{BC2A9997-A7CB-9DEE-2B73-1051D9DAE32F}"/>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9" name="Picture 28">
              <a:extLst>
                <a:ext uri="{FF2B5EF4-FFF2-40B4-BE49-F238E27FC236}">
                  <a16:creationId xmlns:a16="http://schemas.microsoft.com/office/drawing/2014/main" id="{BFF05D4A-D523-E28B-567F-8DD602FF3B76}"/>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0" name="ZoneTexte 40">
            <a:extLst>
              <a:ext uri="{FF2B5EF4-FFF2-40B4-BE49-F238E27FC236}">
                <a16:creationId xmlns:a16="http://schemas.microsoft.com/office/drawing/2014/main" id="{9ABC4B31-31C4-BD78-321E-7C951AA2A5C8}"/>
              </a:ext>
            </a:extLst>
          </p:cNvPr>
          <p:cNvSpPr txBox="1"/>
          <p:nvPr/>
        </p:nvSpPr>
        <p:spPr>
          <a:xfrm>
            <a:off x="3650383" y="2418120"/>
            <a:ext cx="44904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Text to Insight</a:t>
            </a:r>
          </a:p>
        </p:txBody>
      </p:sp>
      <p:cxnSp>
        <p:nvCxnSpPr>
          <p:cNvPr id="31" name="Straight Connector 30">
            <a:extLst>
              <a:ext uri="{FF2B5EF4-FFF2-40B4-BE49-F238E27FC236}">
                <a16:creationId xmlns:a16="http://schemas.microsoft.com/office/drawing/2014/main" id="{A80D65C8-14DF-C18B-2B56-4898D13EDA37}"/>
              </a:ext>
            </a:extLst>
          </p:cNvPr>
          <p:cNvCxnSpPr>
            <a:cxnSpLocks/>
          </p:cNvCxnSpPr>
          <p:nvPr/>
        </p:nvCxnSpPr>
        <p:spPr>
          <a:xfrm flipV="1">
            <a:off x="4038168" y="2889241"/>
            <a:ext cx="584392" cy="21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BD1FC84-7764-5714-63CC-E85C40A85A03}"/>
              </a:ext>
            </a:extLst>
          </p:cNvPr>
          <p:cNvCxnSpPr>
            <a:cxnSpLocks/>
          </p:cNvCxnSpPr>
          <p:nvPr/>
        </p:nvCxnSpPr>
        <p:spPr>
          <a:xfrm flipH="1" flipV="1">
            <a:off x="4768787" y="2504613"/>
            <a:ext cx="12154" cy="22624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D4B0CC6-5AA1-8092-DB1E-D1749FEDA344}"/>
              </a:ext>
            </a:extLst>
          </p:cNvPr>
          <p:cNvCxnSpPr>
            <a:cxnSpLocks/>
          </p:cNvCxnSpPr>
          <p:nvPr/>
        </p:nvCxnSpPr>
        <p:spPr>
          <a:xfrm>
            <a:off x="4939322" y="2889241"/>
            <a:ext cx="454528" cy="107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5E2419A6-0FCF-9D35-F5F0-533DF9E86F22}"/>
              </a:ext>
            </a:extLst>
          </p:cNvPr>
          <p:cNvGrpSpPr/>
          <p:nvPr/>
        </p:nvGrpSpPr>
        <p:grpSpPr>
          <a:xfrm>
            <a:off x="6337858" y="2727907"/>
            <a:ext cx="316762" cy="316762"/>
            <a:chOff x="3904884" y="4179013"/>
            <a:chExt cx="720000" cy="720000"/>
          </a:xfrm>
        </p:grpSpPr>
        <p:sp>
          <p:nvSpPr>
            <p:cNvPr id="35" name="Oval 34">
              <a:extLst>
                <a:ext uri="{FF2B5EF4-FFF2-40B4-BE49-F238E27FC236}">
                  <a16:creationId xmlns:a16="http://schemas.microsoft.com/office/drawing/2014/main" id="{C1B8985B-5A66-E7E3-0824-ABA763941002}"/>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36" name="Picture 35">
              <a:extLst>
                <a:ext uri="{FF2B5EF4-FFF2-40B4-BE49-F238E27FC236}">
                  <a16:creationId xmlns:a16="http://schemas.microsoft.com/office/drawing/2014/main" id="{9DD3DC8F-404D-DB4C-FD27-4C7DBD9979EB}"/>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7" name="ZoneTexte 40">
            <a:extLst>
              <a:ext uri="{FF2B5EF4-FFF2-40B4-BE49-F238E27FC236}">
                <a16:creationId xmlns:a16="http://schemas.microsoft.com/office/drawing/2014/main" id="{51F41F83-75F7-1192-B2BD-24B11CC8D2E6}"/>
              </a:ext>
            </a:extLst>
          </p:cNvPr>
          <p:cNvSpPr txBox="1"/>
          <p:nvPr/>
        </p:nvSpPr>
        <p:spPr>
          <a:xfrm>
            <a:off x="6265146" y="3100579"/>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pricing &amp; Block</a:t>
            </a:r>
          </a:p>
        </p:txBody>
      </p:sp>
      <p:cxnSp>
        <p:nvCxnSpPr>
          <p:cNvPr id="38" name="Straight Connector 37">
            <a:extLst>
              <a:ext uri="{FF2B5EF4-FFF2-40B4-BE49-F238E27FC236}">
                <a16:creationId xmlns:a16="http://schemas.microsoft.com/office/drawing/2014/main" id="{19B4BC07-0DBC-8EC0-927D-96D6FF782550}"/>
              </a:ext>
            </a:extLst>
          </p:cNvPr>
          <p:cNvCxnSpPr>
            <a:cxnSpLocks/>
          </p:cNvCxnSpPr>
          <p:nvPr/>
        </p:nvCxnSpPr>
        <p:spPr>
          <a:xfrm flipV="1">
            <a:off x="5710612" y="2886288"/>
            <a:ext cx="627246" cy="4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A214FC8-C62C-879F-CB84-839FBD389002}"/>
              </a:ext>
            </a:extLst>
          </p:cNvPr>
          <p:cNvGrpSpPr/>
          <p:nvPr/>
        </p:nvGrpSpPr>
        <p:grpSpPr>
          <a:xfrm>
            <a:off x="5458876" y="3530112"/>
            <a:ext cx="316762" cy="316762"/>
            <a:chOff x="3904884" y="4179013"/>
            <a:chExt cx="720000" cy="720000"/>
          </a:xfrm>
        </p:grpSpPr>
        <p:sp>
          <p:nvSpPr>
            <p:cNvPr id="40" name="Oval 39">
              <a:extLst>
                <a:ext uri="{FF2B5EF4-FFF2-40B4-BE49-F238E27FC236}">
                  <a16:creationId xmlns:a16="http://schemas.microsoft.com/office/drawing/2014/main" id="{D7CDA837-A742-D4F9-DDE4-C52168509928}"/>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41" name="Picture 40">
              <a:extLst>
                <a:ext uri="{FF2B5EF4-FFF2-40B4-BE49-F238E27FC236}">
                  <a16:creationId xmlns:a16="http://schemas.microsoft.com/office/drawing/2014/main" id="{90F378A3-6342-A559-B19C-4373AE3F60B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42" name="ZoneTexte 40">
            <a:extLst>
              <a:ext uri="{FF2B5EF4-FFF2-40B4-BE49-F238E27FC236}">
                <a16:creationId xmlns:a16="http://schemas.microsoft.com/office/drawing/2014/main" id="{89DAB789-2661-3F21-8D29-A9EA813B4132}"/>
              </a:ext>
            </a:extLst>
          </p:cNvPr>
          <p:cNvSpPr txBox="1"/>
          <p:nvPr/>
        </p:nvSpPr>
        <p:spPr>
          <a:xfrm>
            <a:off x="5329335" y="3818905"/>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Contract</a:t>
            </a:r>
          </a:p>
        </p:txBody>
      </p:sp>
      <p:cxnSp>
        <p:nvCxnSpPr>
          <p:cNvPr id="43" name="Straight Connector 42">
            <a:extLst>
              <a:ext uri="{FF2B5EF4-FFF2-40B4-BE49-F238E27FC236}">
                <a16:creationId xmlns:a16="http://schemas.microsoft.com/office/drawing/2014/main" id="{88C9E8FC-A9E7-1BF1-9595-F266D273CA45}"/>
              </a:ext>
            </a:extLst>
          </p:cNvPr>
          <p:cNvCxnSpPr>
            <a:cxnSpLocks/>
          </p:cNvCxnSpPr>
          <p:nvPr/>
        </p:nvCxnSpPr>
        <p:spPr>
          <a:xfrm flipV="1">
            <a:off x="5775638" y="2886288"/>
            <a:ext cx="562220" cy="80220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5CC127-BC2A-3B1B-9957-D286450A7757}"/>
              </a:ext>
            </a:extLst>
          </p:cNvPr>
          <p:cNvCxnSpPr>
            <a:cxnSpLocks/>
          </p:cNvCxnSpPr>
          <p:nvPr/>
        </p:nvCxnSpPr>
        <p:spPr>
          <a:xfrm>
            <a:off x="4939322" y="2889241"/>
            <a:ext cx="519554" cy="79925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03B319BC-046D-ED78-49C4-934580389D9D}"/>
              </a:ext>
            </a:extLst>
          </p:cNvPr>
          <p:cNvSpPr/>
          <p:nvPr/>
        </p:nvSpPr>
        <p:spPr>
          <a:xfrm>
            <a:off x="7313060" y="2722591"/>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46" name="ZoneTexte 40">
            <a:extLst>
              <a:ext uri="{FF2B5EF4-FFF2-40B4-BE49-F238E27FC236}">
                <a16:creationId xmlns:a16="http://schemas.microsoft.com/office/drawing/2014/main" id="{DB5E02F4-CD15-9102-A138-BF4E31072B3B}"/>
              </a:ext>
            </a:extLst>
          </p:cNvPr>
          <p:cNvSpPr txBox="1"/>
          <p:nvPr/>
        </p:nvSpPr>
        <p:spPr>
          <a:xfrm>
            <a:off x="7637060" y="2701706"/>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Contract</a:t>
            </a:r>
            <a:br>
              <a:rPr lang="en-GB" sz="675" noProof="0">
                <a:solidFill>
                  <a:prstClr val="black"/>
                </a:solidFill>
                <a:latin typeface="Verdana"/>
              </a:rPr>
            </a:br>
            <a:r>
              <a:rPr lang="en-GB" sz="675" noProof="0">
                <a:solidFill>
                  <a:prstClr val="black"/>
                </a:solidFill>
                <a:latin typeface="Verdana"/>
              </a:rPr>
              <a:t>Created</a:t>
            </a:r>
          </a:p>
        </p:txBody>
      </p:sp>
      <p:sp>
        <p:nvSpPr>
          <p:cNvPr id="47" name="Flowchart: Document 1076">
            <a:extLst>
              <a:ext uri="{FF2B5EF4-FFF2-40B4-BE49-F238E27FC236}">
                <a16:creationId xmlns:a16="http://schemas.microsoft.com/office/drawing/2014/main" id="{293AB0DD-832B-855A-D0D7-CC217FC770D0}"/>
              </a:ext>
            </a:extLst>
          </p:cNvPr>
          <p:cNvSpPr/>
          <p:nvPr/>
        </p:nvSpPr>
        <p:spPr>
          <a:xfrm>
            <a:off x="1298038" y="5471675"/>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request for Settlement of Agreement</a:t>
            </a:r>
          </a:p>
        </p:txBody>
      </p:sp>
      <p:sp>
        <p:nvSpPr>
          <p:cNvPr id="48" name="Flowchart: Document 1076">
            <a:extLst>
              <a:ext uri="{FF2B5EF4-FFF2-40B4-BE49-F238E27FC236}">
                <a16:creationId xmlns:a16="http://schemas.microsoft.com/office/drawing/2014/main" id="{67D500A2-7CE2-8137-E5BC-F9F7869DB7C6}"/>
              </a:ext>
            </a:extLst>
          </p:cNvPr>
          <p:cNvSpPr/>
          <p:nvPr/>
        </p:nvSpPr>
        <p:spPr>
          <a:xfrm>
            <a:off x="2352593" y="5478853"/>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49" name="Connector: Elbow 170">
            <a:extLst>
              <a:ext uri="{FF2B5EF4-FFF2-40B4-BE49-F238E27FC236}">
                <a16:creationId xmlns:a16="http://schemas.microsoft.com/office/drawing/2014/main" id="{2A1BA142-3EC7-EC44-02AD-1B76808E7B77}"/>
              </a:ext>
            </a:extLst>
          </p:cNvPr>
          <p:cNvCxnSpPr>
            <a:cxnSpLocks/>
            <a:stCxn id="47" idx="3"/>
            <a:endCxn id="48" idx="1"/>
          </p:cNvCxnSpPr>
          <p:nvPr/>
        </p:nvCxnSpPr>
        <p:spPr>
          <a:xfrm>
            <a:off x="1971675" y="5655131"/>
            <a:ext cx="380918" cy="7178"/>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172">
            <a:extLst>
              <a:ext uri="{FF2B5EF4-FFF2-40B4-BE49-F238E27FC236}">
                <a16:creationId xmlns:a16="http://schemas.microsoft.com/office/drawing/2014/main" id="{BC7F38E1-169F-954F-A9ED-6C6756523002}"/>
              </a:ext>
            </a:extLst>
          </p:cNvPr>
          <p:cNvCxnSpPr>
            <a:cxnSpLocks/>
            <a:stCxn id="48" idx="3"/>
            <a:endCxn id="51" idx="1"/>
          </p:cNvCxnSpPr>
          <p:nvPr/>
        </p:nvCxnSpPr>
        <p:spPr>
          <a:xfrm>
            <a:off x="3026230" y="5662309"/>
            <a:ext cx="461605" cy="220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173">
            <a:extLst>
              <a:ext uri="{FF2B5EF4-FFF2-40B4-BE49-F238E27FC236}">
                <a16:creationId xmlns:a16="http://schemas.microsoft.com/office/drawing/2014/main" id="{8EBED987-0E4E-C44E-2094-79D1F441E0FB}"/>
              </a:ext>
            </a:extLst>
          </p:cNvPr>
          <p:cNvSpPr/>
          <p:nvPr/>
        </p:nvSpPr>
        <p:spPr>
          <a:xfrm>
            <a:off x="3487835" y="4806627"/>
            <a:ext cx="5122765" cy="1715767"/>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52" name="Group 51">
            <a:extLst>
              <a:ext uri="{FF2B5EF4-FFF2-40B4-BE49-F238E27FC236}">
                <a16:creationId xmlns:a16="http://schemas.microsoft.com/office/drawing/2014/main" id="{DCB6CA6F-2A1A-866D-607D-2D8F405903EE}"/>
              </a:ext>
            </a:extLst>
          </p:cNvPr>
          <p:cNvGrpSpPr/>
          <p:nvPr/>
        </p:nvGrpSpPr>
        <p:grpSpPr>
          <a:xfrm>
            <a:off x="3721406" y="5351399"/>
            <a:ext cx="316762" cy="316762"/>
            <a:chOff x="3904884" y="4179013"/>
            <a:chExt cx="720000" cy="720000"/>
          </a:xfrm>
        </p:grpSpPr>
        <p:sp>
          <p:nvSpPr>
            <p:cNvPr id="53" name="Oval 52">
              <a:extLst>
                <a:ext uri="{FF2B5EF4-FFF2-40B4-BE49-F238E27FC236}">
                  <a16:creationId xmlns:a16="http://schemas.microsoft.com/office/drawing/2014/main" id="{608E467B-5868-5839-2257-EAF96A44FBD6}"/>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54" name="Picture 53">
              <a:extLst>
                <a:ext uri="{FF2B5EF4-FFF2-40B4-BE49-F238E27FC236}">
                  <a16:creationId xmlns:a16="http://schemas.microsoft.com/office/drawing/2014/main" id="{85CB28FD-7B72-EF79-BA89-FDC4D5BF6AD2}"/>
                </a:ext>
              </a:extLst>
            </p:cNvPr>
            <p:cNvPicPr>
              <a:picLocks noChangeAspect="1"/>
            </p:cNvPicPr>
            <p:nvPr/>
          </p:nvPicPr>
          <p:blipFill>
            <a:blip r:embed="rId3"/>
            <a:stretch>
              <a:fillRect/>
            </a:stretch>
          </p:blipFill>
          <p:spPr>
            <a:xfrm>
              <a:off x="3954068" y="4189228"/>
              <a:ext cx="634621" cy="634621"/>
            </a:xfrm>
            <a:prstGeom prst="rect">
              <a:avLst/>
            </a:prstGeom>
          </p:spPr>
        </p:pic>
      </p:grpSp>
      <p:cxnSp>
        <p:nvCxnSpPr>
          <p:cNvPr id="55" name="Straight Connector 54">
            <a:extLst>
              <a:ext uri="{FF2B5EF4-FFF2-40B4-BE49-F238E27FC236}">
                <a16:creationId xmlns:a16="http://schemas.microsoft.com/office/drawing/2014/main" id="{082F3E46-AE07-5AF4-B34D-99FE00F96607}"/>
              </a:ext>
            </a:extLst>
          </p:cNvPr>
          <p:cNvCxnSpPr>
            <a:cxnSpLocks/>
          </p:cNvCxnSpPr>
          <p:nvPr/>
        </p:nvCxnSpPr>
        <p:spPr>
          <a:xfrm flipV="1">
            <a:off x="4038168" y="5504735"/>
            <a:ext cx="623804" cy="504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Flowchart: Document 1076">
            <a:extLst>
              <a:ext uri="{FF2B5EF4-FFF2-40B4-BE49-F238E27FC236}">
                <a16:creationId xmlns:a16="http://schemas.microsoft.com/office/drawing/2014/main" id="{D6AC4776-3617-E60A-AC7A-BCA89FCE0662}"/>
              </a:ext>
            </a:extLst>
          </p:cNvPr>
          <p:cNvSpPr/>
          <p:nvPr/>
        </p:nvSpPr>
        <p:spPr>
          <a:xfrm>
            <a:off x="1295929" y="6101451"/>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Capgemini </a:t>
            </a:r>
            <a:r>
              <a:rPr lang="en-GB" sz="600" b="1" noProof="0">
                <a:solidFill>
                  <a:prstClr val="black"/>
                </a:solidFill>
                <a:latin typeface="Verdana"/>
              </a:rPr>
              <a:t>r</a:t>
            </a:r>
            <a:r>
              <a:rPr kumimoji="0" lang="en-GB" sz="600" b="1" i="0" u="none" strike="noStrike" kern="1200" cap="none" spc="0" normalizeH="0" baseline="0" noProof="0">
                <a:ln>
                  <a:noFill/>
                </a:ln>
                <a:solidFill>
                  <a:prstClr val="black"/>
                </a:solidFill>
                <a:effectLst/>
                <a:uLnTx/>
                <a:uFillTx/>
                <a:latin typeface="Verdana"/>
                <a:ea typeface="+mn-ea"/>
                <a:cs typeface="+mn-cs"/>
              </a:rPr>
              <a:t>equest to validated Payout date</a:t>
            </a:r>
          </a:p>
        </p:txBody>
      </p:sp>
      <p:cxnSp>
        <p:nvCxnSpPr>
          <p:cNvPr id="57" name="Connector: Elbow 1066">
            <a:extLst>
              <a:ext uri="{FF2B5EF4-FFF2-40B4-BE49-F238E27FC236}">
                <a16:creationId xmlns:a16="http://schemas.microsoft.com/office/drawing/2014/main" id="{BADBA380-0F0D-8425-D057-2F051A584EE1}"/>
              </a:ext>
            </a:extLst>
          </p:cNvPr>
          <p:cNvCxnSpPr>
            <a:cxnSpLocks/>
            <a:stCxn id="56" idx="0"/>
            <a:endCxn id="47" idx="2"/>
          </p:cNvCxnSpPr>
          <p:nvPr/>
        </p:nvCxnSpPr>
        <p:spPr>
          <a:xfrm rot="5400000" flipH="1" flipV="1">
            <a:off x="1502370" y="5968965"/>
            <a:ext cx="262865" cy="2109"/>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Flowchart: Document 1076">
            <a:extLst>
              <a:ext uri="{FF2B5EF4-FFF2-40B4-BE49-F238E27FC236}">
                <a16:creationId xmlns:a16="http://schemas.microsoft.com/office/drawing/2014/main" id="{9EC400FD-1E8B-D501-F3BF-A4CFA4D55928}"/>
              </a:ext>
            </a:extLst>
          </p:cNvPr>
          <p:cNvSpPr/>
          <p:nvPr/>
        </p:nvSpPr>
        <p:spPr>
          <a:xfrm>
            <a:off x="1370046" y="3361838"/>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raises request to modify agreement</a:t>
            </a:r>
          </a:p>
        </p:txBody>
      </p:sp>
      <p:sp>
        <p:nvSpPr>
          <p:cNvPr id="59" name="Flowchart: Document 1076">
            <a:extLst>
              <a:ext uri="{FF2B5EF4-FFF2-40B4-BE49-F238E27FC236}">
                <a16:creationId xmlns:a16="http://schemas.microsoft.com/office/drawing/2014/main" id="{6E6FB37B-05AD-5095-2F38-6C3F10B63F4B}"/>
              </a:ext>
            </a:extLst>
          </p:cNvPr>
          <p:cNvSpPr/>
          <p:nvPr/>
        </p:nvSpPr>
        <p:spPr>
          <a:xfrm>
            <a:off x="2395043" y="3358076"/>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60" name="Connector: Elbow 1080">
            <a:extLst>
              <a:ext uri="{FF2B5EF4-FFF2-40B4-BE49-F238E27FC236}">
                <a16:creationId xmlns:a16="http://schemas.microsoft.com/office/drawing/2014/main" id="{9C530E70-26B2-A8A2-322E-3D80A0C17086}"/>
              </a:ext>
            </a:extLst>
          </p:cNvPr>
          <p:cNvCxnSpPr>
            <a:cxnSpLocks/>
            <a:stCxn id="58" idx="3"/>
            <a:endCxn id="59" idx="1"/>
          </p:cNvCxnSpPr>
          <p:nvPr/>
        </p:nvCxnSpPr>
        <p:spPr>
          <a:xfrm flipV="1">
            <a:off x="2043683" y="3541532"/>
            <a:ext cx="351360" cy="376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1081">
            <a:extLst>
              <a:ext uri="{FF2B5EF4-FFF2-40B4-BE49-F238E27FC236}">
                <a16:creationId xmlns:a16="http://schemas.microsoft.com/office/drawing/2014/main" id="{FB45416D-1841-A622-B33F-CC593594EBAC}"/>
              </a:ext>
            </a:extLst>
          </p:cNvPr>
          <p:cNvCxnSpPr>
            <a:cxnSpLocks/>
            <a:stCxn id="59" idx="3"/>
            <a:endCxn id="11" idx="1"/>
          </p:cNvCxnSpPr>
          <p:nvPr/>
        </p:nvCxnSpPr>
        <p:spPr>
          <a:xfrm flipV="1">
            <a:off x="3068680" y="3054485"/>
            <a:ext cx="419155" cy="4870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ZoneTexte 40">
            <a:extLst>
              <a:ext uri="{FF2B5EF4-FFF2-40B4-BE49-F238E27FC236}">
                <a16:creationId xmlns:a16="http://schemas.microsoft.com/office/drawing/2014/main" id="{F1823CA4-96D6-1782-BAD4-22B525E63BD7}"/>
              </a:ext>
            </a:extLst>
          </p:cNvPr>
          <p:cNvSpPr txBox="1"/>
          <p:nvPr/>
        </p:nvSpPr>
        <p:spPr>
          <a:xfrm>
            <a:off x="4298339" y="5663116"/>
            <a:ext cx="1095512"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Gather CN approval</a:t>
            </a:r>
          </a:p>
          <a:p>
            <a:pPr algn="ctr" defTabSz="685115">
              <a:defRPr/>
            </a:pPr>
            <a:r>
              <a:rPr lang="en-GB" sz="675" noProof="0">
                <a:latin typeface="Verdana"/>
              </a:rPr>
              <a:t>(get approval in case out of def. threshold)</a:t>
            </a:r>
          </a:p>
        </p:txBody>
      </p:sp>
      <p:grpSp>
        <p:nvGrpSpPr>
          <p:cNvPr id="63" name="Group 62">
            <a:extLst>
              <a:ext uri="{FF2B5EF4-FFF2-40B4-BE49-F238E27FC236}">
                <a16:creationId xmlns:a16="http://schemas.microsoft.com/office/drawing/2014/main" id="{8B7DE295-D2F3-27EE-5259-B432B31B059B}"/>
              </a:ext>
            </a:extLst>
          </p:cNvPr>
          <p:cNvGrpSpPr/>
          <p:nvPr/>
        </p:nvGrpSpPr>
        <p:grpSpPr>
          <a:xfrm>
            <a:off x="4661972" y="5346354"/>
            <a:ext cx="316762" cy="316762"/>
            <a:chOff x="3904884" y="4179013"/>
            <a:chExt cx="720000" cy="720000"/>
          </a:xfrm>
        </p:grpSpPr>
        <p:sp>
          <p:nvSpPr>
            <p:cNvPr id="64" name="Oval 63">
              <a:extLst>
                <a:ext uri="{FF2B5EF4-FFF2-40B4-BE49-F238E27FC236}">
                  <a16:creationId xmlns:a16="http://schemas.microsoft.com/office/drawing/2014/main" id="{507D1C24-B488-BD7E-A424-F562594DAA2E}"/>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5" name="Picture 64">
              <a:extLst>
                <a:ext uri="{FF2B5EF4-FFF2-40B4-BE49-F238E27FC236}">
                  <a16:creationId xmlns:a16="http://schemas.microsoft.com/office/drawing/2014/main" id="{D9A5B5A6-8155-3FC9-8BCF-6B56E743553D}"/>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66" name="ZoneTexte 40">
            <a:extLst>
              <a:ext uri="{FF2B5EF4-FFF2-40B4-BE49-F238E27FC236}">
                <a16:creationId xmlns:a16="http://schemas.microsoft.com/office/drawing/2014/main" id="{56D8EB83-2479-807C-9887-26C5A32C0DDD}"/>
              </a:ext>
            </a:extLst>
          </p:cNvPr>
          <p:cNvSpPr txBox="1"/>
          <p:nvPr/>
        </p:nvSpPr>
        <p:spPr>
          <a:xfrm>
            <a:off x="3485857" y="5023099"/>
            <a:ext cx="844507"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Create/upload</a:t>
            </a:r>
            <a:br>
              <a:rPr lang="en-GB" sz="675" noProof="0">
                <a:solidFill>
                  <a:prstClr val="black"/>
                </a:solidFill>
                <a:latin typeface="Verdana"/>
              </a:rPr>
            </a:br>
            <a:r>
              <a:rPr lang="en-GB" sz="675" noProof="0">
                <a:solidFill>
                  <a:prstClr val="black"/>
                </a:solidFill>
                <a:latin typeface="Verdana"/>
              </a:rPr>
              <a:t>Settlement</a:t>
            </a:r>
          </a:p>
        </p:txBody>
      </p:sp>
      <p:grpSp>
        <p:nvGrpSpPr>
          <p:cNvPr id="67" name="Group 66">
            <a:extLst>
              <a:ext uri="{FF2B5EF4-FFF2-40B4-BE49-F238E27FC236}">
                <a16:creationId xmlns:a16="http://schemas.microsoft.com/office/drawing/2014/main" id="{55E2A598-B147-CF83-7B28-EECFD238BF6F}"/>
              </a:ext>
            </a:extLst>
          </p:cNvPr>
          <p:cNvGrpSpPr/>
          <p:nvPr/>
        </p:nvGrpSpPr>
        <p:grpSpPr>
          <a:xfrm>
            <a:off x="5616208" y="5340328"/>
            <a:ext cx="316762" cy="316762"/>
            <a:chOff x="3904884" y="4179013"/>
            <a:chExt cx="720000" cy="720000"/>
          </a:xfrm>
        </p:grpSpPr>
        <p:sp>
          <p:nvSpPr>
            <p:cNvPr id="68" name="Oval 67">
              <a:extLst>
                <a:ext uri="{FF2B5EF4-FFF2-40B4-BE49-F238E27FC236}">
                  <a16:creationId xmlns:a16="http://schemas.microsoft.com/office/drawing/2014/main" id="{CC77882E-2184-E7F3-C417-936363CBF9A1}"/>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9" name="Picture 68">
              <a:extLst>
                <a:ext uri="{FF2B5EF4-FFF2-40B4-BE49-F238E27FC236}">
                  <a16:creationId xmlns:a16="http://schemas.microsoft.com/office/drawing/2014/main" id="{5B169900-D683-D4EB-8CB4-DF9FA65C912F}"/>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0" name="ZoneTexte 40">
            <a:extLst>
              <a:ext uri="{FF2B5EF4-FFF2-40B4-BE49-F238E27FC236}">
                <a16:creationId xmlns:a16="http://schemas.microsoft.com/office/drawing/2014/main" id="{F199BAC8-97C0-3860-4C15-7E4EBB92D840}"/>
              </a:ext>
            </a:extLst>
          </p:cNvPr>
          <p:cNvSpPr txBox="1"/>
          <p:nvPr/>
        </p:nvSpPr>
        <p:spPr>
          <a:xfrm>
            <a:off x="5458876" y="5660833"/>
            <a:ext cx="712561"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 Credit Note</a:t>
            </a:r>
          </a:p>
        </p:txBody>
      </p:sp>
      <p:cxnSp>
        <p:nvCxnSpPr>
          <p:cNvPr id="71" name="Straight Connector 70">
            <a:extLst>
              <a:ext uri="{FF2B5EF4-FFF2-40B4-BE49-F238E27FC236}">
                <a16:creationId xmlns:a16="http://schemas.microsoft.com/office/drawing/2014/main" id="{3ECFDC1D-45B5-B790-2520-82205FF1AA57}"/>
              </a:ext>
            </a:extLst>
          </p:cNvPr>
          <p:cNvCxnSpPr>
            <a:cxnSpLocks/>
          </p:cNvCxnSpPr>
          <p:nvPr/>
        </p:nvCxnSpPr>
        <p:spPr>
          <a:xfrm flipV="1">
            <a:off x="4978734" y="5498709"/>
            <a:ext cx="637474" cy="6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37A92F97-1414-AE41-C539-321F7D839768}"/>
              </a:ext>
            </a:extLst>
          </p:cNvPr>
          <p:cNvGrpSpPr/>
          <p:nvPr/>
        </p:nvGrpSpPr>
        <p:grpSpPr>
          <a:xfrm>
            <a:off x="6994596" y="5841674"/>
            <a:ext cx="316762" cy="316762"/>
            <a:chOff x="3904884" y="4179013"/>
            <a:chExt cx="720000" cy="720000"/>
          </a:xfrm>
        </p:grpSpPr>
        <p:sp>
          <p:nvSpPr>
            <p:cNvPr id="73" name="Oval 72">
              <a:extLst>
                <a:ext uri="{FF2B5EF4-FFF2-40B4-BE49-F238E27FC236}">
                  <a16:creationId xmlns:a16="http://schemas.microsoft.com/office/drawing/2014/main" id="{0C03C604-BF03-BA3D-26F2-882E42293C5B}"/>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74" name="Picture 73">
              <a:extLst>
                <a:ext uri="{FF2B5EF4-FFF2-40B4-BE49-F238E27FC236}">
                  <a16:creationId xmlns:a16="http://schemas.microsoft.com/office/drawing/2014/main" id="{5D8411B5-2227-C821-A601-FEBA82F111DC}"/>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5" name="ZoneTexte 40">
            <a:extLst>
              <a:ext uri="{FF2B5EF4-FFF2-40B4-BE49-F238E27FC236}">
                <a16:creationId xmlns:a16="http://schemas.microsoft.com/office/drawing/2014/main" id="{DFEBACFE-B7C3-C9A9-301A-3376EA02BA5B}"/>
              </a:ext>
            </a:extLst>
          </p:cNvPr>
          <p:cNvSpPr txBox="1"/>
          <p:nvPr/>
        </p:nvSpPr>
        <p:spPr>
          <a:xfrm>
            <a:off x="6337858" y="6135280"/>
            <a:ext cx="1537678"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and AR team </a:t>
            </a:r>
            <a:br>
              <a:rPr lang="en-GB" sz="675" noProof="0">
                <a:solidFill>
                  <a:prstClr val="black"/>
                </a:solidFill>
                <a:latin typeface="Verdana"/>
              </a:rPr>
            </a:br>
            <a:endParaRPr lang="en-GB" sz="675" noProof="0">
              <a:solidFill>
                <a:srgbClr val="FF304D"/>
              </a:solidFill>
              <a:latin typeface="Verdana"/>
            </a:endParaRPr>
          </a:p>
        </p:txBody>
      </p:sp>
      <p:cxnSp>
        <p:nvCxnSpPr>
          <p:cNvPr id="76" name="Straight Connector 75">
            <a:extLst>
              <a:ext uri="{FF2B5EF4-FFF2-40B4-BE49-F238E27FC236}">
                <a16:creationId xmlns:a16="http://schemas.microsoft.com/office/drawing/2014/main" id="{442DDDD6-F14A-FD73-0E51-04E70FA7990D}"/>
              </a:ext>
            </a:extLst>
          </p:cNvPr>
          <p:cNvCxnSpPr>
            <a:cxnSpLocks/>
            <a:stCxn id="68" idx="6"/>
            <a:endCxn id="77" idx="2"/>
          </p:cNvCxnSpPr>
          <p:nvPr/>
        </p:nvCxnSpPr>
        <p:spPr>
          <a:xfrm flipV="1">
            <a:off x="5932970" y="5494560"/>
            <a:ext cx="1056090" cy="4149"/>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8D39DCE0-0D5A-D409-7023-342C5EC32988}"/>
              </a:ext>
            </a:extLst>
          </p:cNvPr>
          <p:cNvSpPr/>
          <p:nvPr/>
        </p:nvSpPr>
        <p:spPr>
          <a:xfrm>
            <a:off x="6989060" y="5332560"/>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78" name="ZoneTexte 40">
            <a:extLst>
              <a:ext uri="{FF2B5EF4-FFF2-40B4-BE49-F238E27FC236}">
                <a16:creationId xmlns:a16="http://schemas.microsoft.com/office/drawing/2014/main" id="{222443CA-1877-2B2D-F2D6-0C3EB97DDB3D}"/>
              </a:ext>
            </a:extLst>
          </p:cNvPr>
          <p:cNvSpPr txBox="1"/>
          <p:nvPr/>
        </p:nvSpPr>
        <p:spPr>
          <a:xfrm>
            <a:off x="7313060" y="5329963"/>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Credit Note created</a:t>
            </a:r>
          </a:p>
        </p:txBody>
      </p:sp>
      <p:cxnSp>
        <p:nvCxnSpPr>
          <p:cNvPr id="79" name="Straight Connector 78">
            <a:extLst>
              <a:ext uri="{FF2B5EF4-FFF2-40B4-BE49-F238E27FC236}">
                <a16:creationId xmlns:a16="http://schemas.microsoft.com/office/drawing/2014/main" id="{71DDA509-C35A-2431-3DEE-AA87A79CDF4E}"/>
              </a:ext>
            </a:extLst>
          </p:cNvPr>
          <p:cNvCxnSpPr>
            <a:cxnSpLocks/>
            <a:stCxn id="77" idx="4"/>
          </p:cNvCxnSpPr>
          <p:nvPr/>
        </p:nvCxnSpPr>
        <p:spPr>
          <a:xfrm>
            <a:off x="7151060" y="5656560"/>
            <a:ext cx="4774" cy="340161"/>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A74C9616-F86A-D315-F323-B604D44024C7}"/>
              </a:ext>
            </a:extLst>
          </p:cNvPr>
          <p:cNvGrpSpPr/>
          <p:nvPr/>
        </p:nvGrpSpPr>
        <p:grpSpPr>
          <a:xfrm>
            <a:off x="7321462" y="3335554"/>
            <a:ext cx="316762" cy="316762"/>
            <a:chOff x="3904884" y="4179013"/>
            <a:chExt cx="720000" cy="720000"/>
          </a:xfrm>
        </p:grpSpPr>
        <p:sp>
          <p:nvSpPr>
            <p:cNvPr id="81" name="Oval 80">
              <a:extLst>
                <a:ext uri="{FF2B5EF4-FFF2-40B4-BE49-F238E27FC236}">
                  <a16:creationId xmlns:a16="http://schemas.microsoft.com/office/drawing/2014/main" id="{2A82483F-19C7-7E81-1FCC-A842EFC6D441}"/>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82" name="Picture 81">
              <a:extLst>
                <a:ext uri="{FF2B5EF4-FFF2-40B4-BE49-F238E27FC236}">
                  <a16:creationId xmlns:a16="http://schemas.microsoft.com/office/drawing/2014/main" id="{040B5218-DC5B-1147-FE49-8A4EE88ED9C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83" name="ZoneTexte 40">
            <a:extLst>
              <a:ext uri="{FF2B5EF4-FFF2-40B4-BE49-F238E27FC236}">
                <a16:creationId xmlns:a16="http://schemas.microsoft.com/office/drawing/2014/main" id="{567F352D-23EE-B9B0-8EDA-C5770422E1FB}"/>
              </a:ext>
            </a:extLst>
          </p:cNvPr>
          <p:cNvSpPr txBox="1"/>
          <p:nvPr/>
        </p:nvSpPr>
        <p:spPr>
          <a:xfrm>
            <a:off x="6812928" y="3638785"/>
            <a:ext cx="14005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&amp; AR team</a:t>
            </a:r>
            <a:endParaRPr lang="en-GB" sz="675" noProof="0">
              <a:solidFill>
                <a:srgbClr val="FF304D"/>
              </a:solidFill>
              <a:latin typeface="Verdana"/>
            </a:endParaRPr>
          </a:p>
        </p:txBody>
      </p:sp>
      <p:cxnSp>
        <p:nvCxnSpPr>
          <p:cNvPr id="84" name="Straight Connector 83">
            <a:extLst>
              <a:ext uri="{FF2B5EF4-FFF2-40B4-BE49-F238E27FC236}">
                <a16:creationId xmlns:a16="http://schemas.microsoft.com/office/drawing/2014/main" id="{8BDF23C8-15EC-CF78-AC57-4373BBB96EE8}"/>
              </a:ext>
            </a:extLst>
          </p:cNvPr>
          <p:cNvCxnSpPr>
            <a:cxnSpLocks/>
            <a:stCxn id="45" idx="4"/>
          </p:cNvCxnSpPr>
          <p:nvPr/>
        </p:nvCxnSpPr>
        <p:spPr>
          <a:xfrm>
            <a:off x="7475060" y="3046591"/>
            <a:ext cx="4783" cy="28896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99F0C937-8E08-51B5-ADBC-8A760176D8A9}"/>
              </a:ext>
            </a:extLst>
          </p:cNvPr>
          <p:cNvSpPr/>
          <p:nvPr/>
        </p:nvSpPr>
        <p:spPr>
          <a:xfrm>
            <a:off x="5219321" y="1811711"/>
            <a:ext cx="126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Service Agreement</a:t>
            </a:r>
          </a:p>
        </p:txBody>
      </p:sp>
      <p:sp>
        <p:nvSpPr>
          <p:cNvPr id="86" name="Rectangle 85">
            <a:extLst>
              <a:ext uri="{FF2B5EF4-FFF2-40B4-BE49-F238E27FC236}">
                <a16:creationId xmlns:a16="http://schemas.microsoft.com/office/drawing/2014/main" id="{601D0E53-2E73-68BF-C3C8-75B39235E7EA}"/>
              </a:ext>
            </a:extLst>
          </p:cNvPr>
          <p:cNvSpPr/>
          <p:nvPr/>
        </p:nvSpPr>
        <p:spPr>
          <a:xfrm>
            <a:off x="5143320" y="4711788"/>
            <a:ext cx="108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Rebates Payout</a:t>
            </a:r>
          </a:p>
        </p:txBody>
      </p:sp>
      <p:sp>
        <p:nvSpPr>
          <p:cNvPr id="87" name="Rectangle 86">
            <a:extLst>
              <a:ext uri="{FF2B5EF4-FFF2-40B4-BE49-F238E27FC236}">
                <a16:creationId xmlns:a16="http://schemas.microsoft.com/office/drawing/2014/main" id="{43F10EE4-923E-9475-71EA-FC9B20F3546F}"/>
              </a:ext>
            </a:extLst>
          </p:cNvPr>
          <p:cNvSpPr/>
          <p:nvPr/>
        </p:nvSpPr>
        <p:spPr>
          <a:xfrm>
            <a:off x="2349408" y="264418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sp>
        <p:nvSpPr>
          <p:cNvPr id="88" name="Rectangle 87">
            <a:extLst>
              <a:ext uri="{FF2B5EF4-FFF2-40B4-BE49-F238E27FC236}">
                <a16:creationId xmlns:a16="http://schemas.microsoft.com/office/drawing/2014/main" id="{D46313C0-A85D-DC6E-F319-56C48A4140D8}"/>
              </a:ext>
            </a:extLst>
          </p:cNvPr>
          <p:cNvSpPr/>
          <p:nvPr/>
        </p:nvSpPr>
        <p:spPr>
          <a:xfrm>
            <a:off x="2349408" y="525403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grpSp>
        <p:nvGrpSpPr>
          <p:cNvPr id="89" name="Group 88">
            <a:extLst>
              <a:ext uri="{FF2B5EF4-FFF2-40B4-BE49-F238E27FC236}">
                <a16:creationId xmlns:a16="http://schemas.microsoft.com/office/drawing/2014/main" id="{3A92B29D-F2CC-8327-A275-C0AEDC7B5A59}"/>
              </a:ext>
            </a:extLst>
          </p:cNvPr>
          <p:cNvGrpSpPr/>
          <p:nvPr/>
        </p:nvGrpSpPr>
        <p:grpSpPr>
          <a:xfrm>
            <a:off x="3716524" y="3617042"/>
            <a:ext cx="316762" cy="316762"/>
            <a:chOff x="3904884" y="4179013"/>
            <a:chExt cx="720000" cy="720000"/>
          </a:xfrm>
        </p:grpSpPr>
        <p:sp>
          <p:nvSpPr>
            <p:cNvPr id="90" name="Oval 89">
              <a:extLst>
                <a:ext uri="{FF2B5EF4-FFF2-40B4-BE49-F238E27FC236}">
                  <a16:creationId xmlns:a16="http://schemas.microsoft.com/office/drawing/2014/main" id="{4C5D4F18-A045-3C51-9914-8EDB6A53C54E}"/>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1" name="Picture 90">
              <a:extLst>
                <a:ext uri="{FF2B5EF4-FFF2-40B4-BE49-F238E27FC236}">
                  <a16:creationId xmlns:a16="http://schemas.microsoft.com/office/drawing/2014/main" id="{32BBBF0D-851D-2C78-2185-065AE2F23695}"/>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92" name="ZoneTexte 40">
            <a:extLst>
              <a:ext uri="{FF2B5EF4-FFF2-40B4-BE49-F238E27FC236}">
                <a16:creationId xmlns:a16="http://schemas.microsoft.com/office/drawing/2014/main" id="{A753F950-5229-8F81-51AA-9DC0659A680C}"/>
              </a:ext>
            </a:extLst>
          </p:cNvPr>
          <p:cNvSpPr txBox="1"/>
          <p:nvPr/>
        </p:nvSpPr>
        <p:spPr>
          <a:xfrm>
            <a:off x="3558858" y="3304137"/>
            <a:ext cx="632094"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Language Translation</a:t>
            </a:r>
          </a:p>
        </p:txBody>
      </p:sp>
      <p:cxnSp>
        <p:nvCxnSpPr>
          <p:cNvPr id="93" name="Straight Connector 92">
            <a:extLst>
              <a:ext uri="{FF2B5EF4-FFF2-40B4-BE49-F238E27FC236}">
                <a16:creationId xmlns:a16="http://schemas.microsoft.com/office/drawing/2014/main" id="{044E5005-0FCE-AE65-931F-D33B41F16304}"/>
              </a:ext>
            </a:extLst>
          </p:cNvPr>
          <p:cNvCxnSpPr>
            <a:cxnSpLocks/>
          </p:cNvCxnSpPr>
          <p:nvPr/>
        </p:nvCxnSpPr>
        <p:spPr>
          <a:xfrm>
            <a:off x="3872464" y="3073545"/>
            <a:ext cx="0" cy="23059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77EE914-04F0-3512-7947-036B87D41D99}"/>
              </a:ext>
            </a:extLst>
          </p:cNvPr>
          <p:cNvCxnSpPr>
            <a:cxnSpLocks/>
            <a:endCxn id="45" idx="2"/>
          </p:cNvCxnSpPr>
          <p:nvPr/>
        </p:nvCxnSpPr>
        <p:spPr>
          <a:xfrm flipV="1">
            <a:off x="6654620" y="2884591"/>
            <a:ext cx="658440" cy="169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95" name="Group 94">
            <a:extLst>
              <a:ext uri="{FF2B5EF4-FFF2-40B4-BE49-F238E27FC236}">
                <a16:creationId xmlns:a16="http://schemas.microsoft.com/office/drawing/2014/main" id="{87992CAB-2BA4-465C-71CB-8DF24EE397A1}"/>
              </a:ext>
            </a:extLst>
          </p:cNvPr>
          <p:cNvGrpSpPr/>
          <p:nvPr/>
        </p:nvGrpSpPr>
        <p:grpSpPr>
          <a:xfrm>
            <a:off x="5379290" y="2187851"/>
            <a:ext cx="316762" cy="316762"/>
            <a:chOff x="3904884" y="4179013"/>
            <a:chExt cx="720000" cy="720000"/>
          </a:xfrm>
        </p:grpSpPr>
        <p:sp>
          <p:nvSpPr>
            <p:cNvPr id="96" name="Oval 95">
              <a:extLst>
                <a:ext uri="{FF2B5EF4-FFF2-40B4-BE49-F238E27FC236}">
                  <a16:creationId xmlns:a16="http://schemas.microsoft.com/office/drawing/2014/main" id="{47AF41EA-6510-AD18-01E0-CEC61DE27CE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7" name="Picture 96">
              <a:extLst>
                <a:ext uri="{FF2B5EF4-FFF2-40B4-BE49-F238E27FC236}">
                  <a16:creationId xmlns:a16="http://schemas.microsoft.com/office/drawing/2014/main" id="{005754FD-BC90-BD5F-DCC3-DC6B954F089F}"/>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98" name="ZoneTexte 40">
            <a:extLst>
              <a:ext uri="{FF2B5EF4-FFF2-40B4-BE49-F238E27FC236}">
                <a16:creationId xmlns:a16="http://schemas.microsoft.com/office/drawing/2014/main" id="{3D5DD285-8634-7F7B-004E-1364ABA3E71B}"/>
              </a:ext>
            </a:extLst>
          </p:cNvPr>
          <p:cNvSpPr txBox="1"/>
          <p:nvPr/>
        </p:nvSpPr>
        <p:spPr>
          <a:xfrm>
            <a:off x="5645382" y="2072565"/>
            <a:ext cx="8372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Gather approval if needed</a:t>
            </a:r>
          </a:p>
        </p:txBody>
      </p:sp>
      <p:cxnSp>
        <p:nvCxnSpPr>
          <p:cNvPr id="99" name="Straight Connector 98">
            <a:extLst>
              <a:ext uri="{FF2B5EF4-FFF2-40B4-BE49-F238E27FC236}">
                <a16:creationId xmlns:a16="http://schemas.microsoft.com/office/drawing/2014/main" id="{E1FBD5E6-9699-170C-05F5-60323F11BBD6}"/>
              </a:ext>
            </a:extLst>
          </p:cNvPr>
          <p:cNvCxnSpPr>
            <a:cxnSpLocks/>
          </p:cNvCxnSpPr>
          <p:nvPr/>
        </p:nvCxnSpPr>
        <p:spPr>
          <a:xfrm flipH="1" flipV="1">
            <a:off x="5537671" y="2504613"/>
            <a:ext cx="2857" cy="231814"/>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25C35B1-1CF2-FBD7-CC49-014C5577526F}"/>
              </a:ext>
            </a:extLst>
          </p:cNvPr>
          <p:cNvCxnSpPr>
            <a:cxnSpLocks/>
          </p:cNvCxnSpPr>
          <p:nvPr/>
        </p:nvCxnSpPr>
        <p:spPr>
          <a:xfrm flipH="1">
            <a:off x="4927168" y="2346232"/>
            <a:ext cx="452122"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01" name="Picture 100" descr="A person with short dark hair&#10;&#10;AI-generated content may be incorrect.">
            <a:extLst>
              <a:ext uri="{FF2B5EF4-FFF2-40B4-BE49-F238E27FC236}">
                <a16:creationId xmlns:a16="http://schemas.microsoft.com/office/drawing/2014/main" id="{0021D1A7-7E49-F90D-DB17-2DBDC5DF554F}"/>
              </a:ext>
            </a:extLst>
          </p:cNvPr>
          <p:cNvPicPr>
            <a:picLocks noChangeAspect="1"/>
          </p:cNvPicPr>
          <p:nvPr/>
        </p:nvPicPr>
        <p:blipFill>
          <a:blip r:embed="rId4"/>
          <a:stretch/>
        </p:blipFill>
        <p:spPr>
          <a:xfrm>
            <a:off x="3165496" y="1752600"/>
            <a:ext cx="621792" cy="621792"/>
          </a:xfrm>
          <a:prstGeom prst="roundRect">
            <a:avLst/>
          </a:prstGeom>
        </p:spPr>
      </p:pic>
      <p:sp>
        <p:nvSpPr>
          <p:cNvPr id="102" name="TextBox 101">
            <a:extLst>
              <a:ext uri="{FF2B5EF4-FFF2-40B4-BE49-F238E27FC236}">
                <a16:creationId xmlns:a16="http://schemas.microsoft.com/office/drawing/2014/main" id="{04C833AA-286C-8F8D-530E-86D5E9F45B3A}"/>
              </a:ext>
            </a:extLst>
          </p:cNvPr>
          <p:cNvSpPr txBox="1"/>
          <p:nvPr/>
        </p:nvSpPr>
        <p:spPr>
          <a:xfrm>
            <a:off x="2929202" y="5005736"/>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Agent2</a:t>
            </a:r>
            <a:endParaRPr lang="en-GB" sz="900" i="1" noProof="0"/>
          </a:p>
        </p:txBody>
      </p:sp>
      <p:pic>
        <p:nvPicPr>
          <p:cNvPr id="103" name="Picture 102">
            <a:extLst>
              <a:ext uri="{FF2B5EF4-FFF2-40B4-BE49-F238E27FC236}">
                <a16:creationId xmlns:a16="http://schemas.microsoft.com/office/drawing/2014/main" id="{0210CDC0-FCAD-FFE1-360A-6E107D5B729B}"/>
              </a:ext>
            </a:extLst>
          </p:cNvPr>
          <p:cNvPicPr>
            <a:picLocks noChangeAspect="1"/>
          </p:cNvPicPr>
          <p:nvPr/>
        </p:nvPicPr>
        <p:blipFill>
          <a:blip r:embed="rId5"/>
          <a:stretch/>
        </p:blipFill>
        <p:spPr>
          <a:xfrm>
            <a:off x="3165496" y="4397628"/>
            <a:ext cx="621792" cy="621792"/>
          </a:xfrm>
          <a:prstGeom prst="roundRect">
            <a:avLst/>
          </a:prstGeom>
        </p:spPr>
      </p:pic>
      <p:sp>
        <p:nvSpPr>
          <p:cNvPr id="104" name="TextBox 103">
            <a:extLst>
              <a:ext uri="{FF2B5EF4-FFF2-40B4-BE49-F238E27FC236}">
                <a16:creationId xmlns:a16="http://schemas.microsoft.com/office/drawing/2014/main" id="{ABD92D18-EE38-C703-7778-99C9A5EBACF4}"/>
              </a:ext>
            </a:extLst>
          </p:cNvPr>
          <p:cNvSpPr txBox="1"/>
          <p:nvPr/>
        </p:nvSpPr>
        <p:spPr>
          <a:xfrm>
            <a:off x="2942637" y="2355964"/>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Agent1</a:t>
            </a:r>
            <a:endParaRPr lang="en-GB" sz="900" i="1" noProof="0"/>
          </a:p>
        </p:txBody>
      </p:sp>
      <p:sp>
        <p:nvSpPr>
          <p:cNvPr id="105" name="Rectangle 104">
            <a:extLst>
              <a:ext uri="{FF2B5EF4-FFF2-40B4-BE49-F238E27FC236}">
                <a16:creationId xmlns:a16="http://schemas.microsoft.com/office/drawing/2014/main" id="{A1FA938B-5BAE-7333-8B7B-3798006B886E}"/>
              </a:ext>
            </a:extLst>
          </p:cNvPr>
          <p:cNvSpPr/>
          <p:nvPr/>
        </p:nvSpPr>
        <p:spPr>
          <a:xfrm>
            <a:off x="10077023" y="1866141"/>
            <a:ext cx="2182451" cy="3999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GB" sz="1050" noProof="0">
                <a:solidFill>
                  <a:schemeClr val="tx1"/>
                </a:solidFill>
              </a:rPr>
              <a:t>Interaction (customer, third- party or internal teams)</a:t>
            </a:r>
          </a:p>
        </p:txBody>
      </p:sp>
      <p:grpSp>
        <p:nvGrpSpPr>
          <p:cNvPr id="106" name="Group 105">
            <a:extLst>
              <a:ext uri="{FF2B5EF4-FFF2-40B4-BE49-F238E27FC236}">
                <a16:creationId xmlns:a16="http://schemas.microsoft.com/office/drawing/2014/main" id="{CBF2E396-343E-1ED9-B2A3-DE874CA8BDAF}"/>
              </a:ext>
            </a:extLst>
          </p:cNvPr>
          <p:cNvGrpSpPr/>
          <p:nvPr/>
        </p:nvGrpSpPr>
        <p:grpSpPr>
          <a:xfrm>
            <a:off x="9672078" y="1907730"/>
            <a:ext cx="316762" cy="316762"/>
            <a:chOff x="3904884" y="4179013"/>
            <a:chExt cx="720000" cy="720000"/>
          </a:xfrm>
        </p:grpSpPr>
        <p:sp>
          <p:nvSpPr>
            <p:cNvPr id="107" name="Oval 106">
              <a:extLst>
                <a:ext uri="{FF2B5EF4-FFF2-40B4-BE49-F238E27FC236}">
                  <a16:creationId xmlns:a16="http://schemas.microsoft.com/office/drawing/2014/main" id="{1BEA5A9F-0CE6-D268-1530-B2D99C9AA518}"/>
                </a:ext>
              </a:extLst>
            </p:cNvPr>
            <p:cNvSpPr/>
            <p:nvPr/>
          </p:nvSpPr>
          <p:spPr>
            <a:xfrm>
              <a:off x="3904884" y="4179013"/>
              <a:ext cx="720000" cy="720000"/>
            </a:xfrm>
            <a:prstGeom prst="ellipse">
              <a:avLst/>
            </a:prstGeom>
            <a:solidFill>
              <a:schemeClr val="bg1">
                <a:lumMod val="95000"/>
              </a:schemeClr>
            </a:solidFill>
            <a:ln w="19050" cap="flat" cmpd="sng" algn="ctr">
              <a:solidFill>
                <a:srgbClr val="FF8E1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endParaRPr>
            </a:p>
          </p:txBody>
        </p:sp>
        <p:pic>
          <p:nvPicPr>
            <p:cNvPr id="108" name="Picture 107">
              <a:extLst>
                <a:ext uri="{FF2B5EF4-FFF2-40B4-BE49-F238E27FC236}">
                  <a16:creationId xmlns:a16="http://schemas.microsoft.com/office/drawing/2014/main" id="{697E63A2-E1C1-F6F0-10ED-EB977399E93A}"/>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09" name="Rectangle 108">
            <a:extLst>
              <a:ext uri="{FF2B5EF4-FFF2-40B4-BE49-F238E27FC236}">
                <a16:creationId xmlns:a16="http://schemas.microsoft.com/office/drawing/2014/main" id="{548BFFA8-BE1A-9BB2-93BA-866F1A173C17}"/>
              </a:ext>
            </a:extLst>
          </p:cNvPr>
          <p:cNvSpPr/>
          <p:nvPr/>
        </p:nvSpPr>
        <p:spPr>
          <a:xfrm>
            <a:off x="10077023" y="2309934"/>
            <a:ext cx="2182451" cy="399941"/>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bg1">
                    <a:lumMod val="95000"/>
                  </a:schemeClr>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ea typeface="+mn-ea"/>
                <a:cs typeface="+mn-cs"/>
              </a:rPr>
              <a:t>Agent interacting only with systems not with humans</a:t>
            </a:r>
          </a:p>
        </p:txBody>
      </p:sp>
      <p:grpSp>
        <p:nvGrpSpPr>
          <p:cNvPr id="110" name="Group 109">
            <a:extLst>
              <a:ext uri="{FF2B5EF4-FFF2-40B4-BE49-F238E27FC236}">
                <a16:creationId xmlns:a16="http://schemas.microsoft.com/office/drawing/2014/main" id="{45462EB2-F75A-CF0C-9681-571A3825BD3A}"/>
              </a:ext>
            </a:extLst>
          </p:cNvPr>
          <p:cNvGrpSpPr/>
          <p:nvPr/>
        </p:nvGrpSpPr>
        <p:grpSpPr>
          <a:xfrm>
            <a:off x="9672078" y="2351523"/>
            <a:ext cx="316762" cy="316762"/>
            <a:chOff x="3904884" y="4179013"/>
            <a:chExt cx="720000" cy="720000"/>
          </a:xfrm>
        </p:grpSpPr>
        <p:sp>
          <p:nvSpPr>
            <p:cNvPr id="111" name="Oval 110">
              <a:extLst>
                <a:ext uri="{FF2B5EF4-FFF2-40B4-BE49-F238E27FC236}">
                  <a16:creationId xmlns:a16="http://schemas.microsoft.com/office/drawing/2014/main" id="{C98025B4-6950-AEA0-BEEA-2782FC2A016F}"/>
                </a:ext>
              </a:extLst>
            </p:cNvPr>
            <p:cNvSpPr/>
            <p:nvPr/>
          </p:nvSpPr>
          <p:spPr>
            <a:xfrm>
              <a:off x="3904884" y="4179013"/>
              <a:ext cx="720000" cy="720000"/>
            </a:xfrm>
            <a:prstGeom prst="ellipse">
              <a:avLst/>
            </a:prstGeom>
            <a:solidFill>
              <a:srgbClr val="FFFFFF">
                <a:lumMod val="95000"/>
              </a:srgbClr>
            </a:solidFill>
            <a:ln w="9525" cap="flat" cmpd="sng" algn="ctr">
              <a:solidFill>
                <a:srgbClr val="ECECEC">
                  <a:lumMod val="9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ea typeface="+mn-ea"/>
                <a:cs typeface="+mn-cs"/>
              </a:endParaRPr>
            </a:p>
          </p:txBody>
        </p:sp>
        <p:pic>
          <p:nvPicPr>
            <p:cNvPr id="112" name="Picture 111">
              <a:extLst>
                <a:ext uri="{FF2B5EF4-FFF2-40B4-BE49-F238E27FC236}">
                  <a16:creationId xmlns:a16="http://schemas.microsoft.com/office/drawing/2014/main" id="{DC413086-7DE6-DC1E-E5A6-D93D31E49890}"/>
                </a:ext>
              </a:extLst>
            </p:cNvPr>
            <p:cNvPicPr>
              <a:picLocks noChangeAspect="1"/>
            </p:cNvPicPr>
            <p:nvPr/>
          </p:nvPicPr>
          <p:blipFill>
            <a:blip r:embed="rId3"/>
            <a:stretch>
              <a:fillRect/>
            </a:stretch>
          </p:blipFill>
          <p:spPr>
            <a:xfrm>
              <a:off x="3954068" y="4189228"/>
              <a:ext cx="634621" cy="634621"/>
            </a:xfrm>
            <a:prstGeom prst="rect">
              <a:avLst/>
            </a:prstGeom>
          </p:spPr>
        </p:pic>
      </p:grpSp>
    </p:spTree>
    <p:extLst>
      <p:ext uri="{BB962C8B-B14F-4D97-AF65-F5344CB8AC3E}">
        <p14:creationId xmlns:p14="http://schemas.microsoft.com/office/powerpoint/2010/main" val="2946189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7</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a:t>Technical Solution</a:t>
            </a:r>
          </a:p>
        </p:txBody>
      </p:sp>
      <p:sp>
        <p:nvSpPr>
          <p:cNvPr id="6" name="TextBox 5">
            <a:extLst>
              <a:ext uri="{FF2B5EF4-FFF2-40B4-BE49-F238E27FC236}">
                <a16:creationId xmlns:a16="http://schemas.microsoft.com/office/drawing/2014/main" id="{E6BB4061-8A1B-5EB2-94A6-FEEF050F190D}"/>
              </a:ext>
            </a:extLst>
          </p:cNvPr>
          <p:cNvSpPr txBox="1"/>
          <p:nvPr/>
        </p:nvSpPr>
        <p:spPr>
          <a:xfrm>
            <a:off x="451721" y="1315319"/>
            <a:ext cx="11145028" cy="309958"/>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Technical components of the solution and the key Microsoft components that will be used</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10210800" y="1841770"/>
            <a:ext cx="1676400" cy="212063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9324384" y="2086059"/>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9448800" y="2476448"/>
            <a:ext cx="2209800" cy="1358352"/>
          </a:xfrm>
          <a:prstGeom prst="rect">
            <a:avLst/>
          </a:prstGeom>
          <a:noFill/>
        </p:spPr>
        <p:txBody>
          <a:bodyPr vert="horz" wrap="square" lIns="90000" tIns="46800" rIns="90000" bIns="46800" rtlCol="0" anchor="t">
            <a:noAutofit/>
          </a:bodyPr>
          <a:lstStyle/>
          <a:p>
            <a:pPr marL="285750" indent="-285750" algn="l">
              <a:spcBef>
                <a:spcPct val="0"/>
              </a:spcBef>
              <a:buFont typeface="Arial" panose="020B0604020202020204" pitchFamily="34" charset="0"/>
              <a:buChar char="•"/>
            </a:pPr>
            <a:r>
              <a:rPr lang="en-US" sz="1400">
                <a:highlight>
                  <a:srgbClr val="FFFF00"/>
                </a:highlight>
              </a:rPr>
              <a:t>GitHub Copilot</a:t>
            </a:r>
          </a:p>
          <a:p>
            <a:pPr marL="285750" indent="-285750" algn="l">
              <a:spcBef>
                <a:spcPct val="0"/>
              </a:spcBef>
              <a:buFont typeface="Arial" panose="020B0604020202020204" pitchFamily="34" charset="0"/>
              <a:buChar char="•"/>
            </a:pPr>
            <a:r>
              <a:rPr lang="en-US" sz="1400">
                <a:highlight>
                  <a:srgbClr val="FFFF00"/>
                </a:highlight>
              </a:rPr>
              <a:t>Microsoft Foundry</a:t>
            </a:r>
          </a:p>
          <a:p>
            <a:pPr marL="285750" indent="-285750" algn="l">
              <a:spcBef>
                <a:spcPct val="0"/>
              </a:spcBef>
              <a:buFont typeface="Arial" panose="020B0604020202020204" pitchFamily="34" charset="0"/>
              <a:buChar char="•"/>
            </a:pPr>
            <a:r>
              <a:rPr lang="en-US" sz="1400">
                <a:highlight>
                  <a:srgbClr val="FFFF00"/>
                </a:highlight>
              </a:rPr>
              <a:t>Microsoft Fabric</a:t>
            </a:r>
          </a:p>
          <a:p>
            <a:pPr marL="285750" indent="-285750" algn="l">
              <a:spcBef>
                <a:spcPct val="0"/>
              </a:spcBef>
              <a:buFont typeface="Arial" panose="020B0604020202020204" pitchFamily="34" charset="0"/>
              <a:buChar char="•"/>
            </a:pPr>
            <a:r>
              <a:rPr lang="en-US" sz="1400">
                <a:highlight>
                  <a:srgbClr val="FFFF00"/>
                </a:highlight>
              </a:rPr>
              <a:t>M365 Copilot</a:t>
            </a:r>
          </a:p>
          <a:p>
            <a:pPr marL="285750" indent="-285750" algn="l">
              <a:spcBef>
                <a:spcPct val="0"/>
              </a:spcBef>
              <a:buFont typeface="Arial" panose="020B0604020202020204" pitchFamily="34" charset="0"/>
              <a:buChar char="•"/>
            </a:pPr>
            <a:r>
              <a:rPr lang="en-US" sz="1400">
                <a:highlight>
                  <a:srgbClr val="FFFF00"/>
                </a:highlight>
              </a:rPr>
              <a:t>Copilot Studio</a:t>
            </a:r>
          </a:p>
          <a:p>
            <a:pPr marL="285750" indent="-285750" algn="l">
              <a:spcBef>
                <a:spcPct val="0"/>
              </a:spcBef>
              <a:buFont typeface="Arial" panose="020B0604020202020204" pitchFamily="34" charset="0"/>
              <a:buChar char="•"/>
            </a:pPr>
            <a:r>
              <a:rPr lang="en-US" sz="1400">
                <a:highlight>
                  <a:srgbClr val="FFFF00"/>
                </a:highlight>
              </a:rPr>
              <a:t>D365 Copilot</a:t>
            </a:r>
          </a:p>
        </p:txBody>
      </p:sp>
      <p:pic>
        <p:nvPicPr>
          <p:cNvPr id="2" name="Picture 1" descr="A diagram of a service management process&#10;&#10;AI-generated content may be incorrect.">
            <a:extLst>
              <a:ext uri="{FF2B5EF4-FFF2-40B4-BE49-F238E27FC236}">
                <a16:creationId xmlns:a16="http://schemas.microsoft.com/office/drawing/2014/main" id="{58A5796B-1A3D-1D3E-C5D5-176BB95728C2}"/>
              </a:ext>
            </a:extLst>
          </p:cNvPr>
          <p:cNvPicPr>
            <a:picLocks noChangeAspect="1"/>
          </p:cNvPicPr>
          <p:nvPr/>
        </p:nvPicPr>
        <p:blipFill>
          <a:blip r:embed="rId2"/>
          <a:stretch>
            <a:fillRect/>
          </a:stretch>
        </p:blipFill>
        <p:spPr>
          <a:xfrm>
            <a:off x="453003" y="1624127"/>
            <a:ext cx="8378949" cy="5141401"/>
          </a:xfrm>
          <a:prstGeom prst="rect">
            <a:avLst/>
          </a:prstGeom>
        </p:spPr>
      </p:pic>
    </p:spTree>
    <p:extLst>
      <p:ext uri="{BB962C8B-B14F-4D97-AF65-F5344CB8AC3E}">
        <p14:creationId xmlns:p14="http://schemas.microsoft.com/office/powerpoint/2010/main" val="3657648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17C8-9DC8-DC53-E1AB-36B713DAD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8180A-08A9-77BB-892B-EAD50ADCB617}"/>
              </a:ext>
            </a:extLst>
          </p:cNvPr>
          <p:cNvSpPr>
            <a:spLocks noGrp="1"/>
          </p:cNvSpPr>
          <p:nvPr>
            <p:ph type="title"/>
          </p:nvPr>
        </p:nvSpPr>
        <p:spPr>
          <a:xfrm>
            <a:off x="4057499" y="138501"/>
            <a:ext cx="7792161" cy="1090577"/>
          </a:xfrm>
        </p:spPr>
        <p:txBody>
          <a:bodyPr/>
          <a:lstStyle/>
          <a:p>
            <a:pPr fontAlgn="base"/>
            <a:br>
              <a:rPr lang="en-IN"/>
            </a:br>
            <a:br>
              <a:rPr lang="en-IN"/>
            </a:br>
            <a:r>
              <a:rPr lang="en-IN"/>
              <a:t>  Business Case Proposal – Medical AI      Assistant</a:t>
            </a:r>
            <a:endParaRPr lang="en-US"/>
          </a:p>
        </p:txBody>
      </p:sp>
      <p:sp>
        <p:nvSpPr>
          <p:cNvPr id="3" name="Rounded Rectangle 2">
            <a:extLst>
              <a:ext uri="{FF2B5EF4-FFF2-40B4-BE49-F238E27FC236}">
                <a16:creationId xmlns:a16="http://schemas.microsoft.com/office/drawing/2014/main" id="{AD302E24-8DBE-2AC7-27B4-80AF96401941}"/>
              </a:ext>
            </a:extLst>
          </p:cNvPr>
          <p:cNvSpPr/>
          <p:nvPr/>
        </p:nvSpPr>
        <p:spPr>
          <a:xfrm>
            <a:off x="3544770" y="1409701"/>
            <a:ext cx="8182720" cy="51816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4" name="Rectangle 3">
            <a:extLst>
              <a:ext uri="{FF2B5EF4-FFF2-40B4-BE49-F238E27FC236}">
                <a16:creationId xmlns:a16="http://schemas.microsoft.com/office/drawing/2014/main" id="{B0C83741-63CA-03D3-DB1F-178724DB93C2}"/>
              </a:ext>
            </a:extLst>
          </p:cNvPr>
          <p:cNvSpPr/>
          <p:nvPr/>
        </p:nvSpPr>
        <p:spPr>
          <a:xfrm>
            <a:off x="3700875" y="1539691"/>
            <a:ext cx="585216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 name="TextBox 4">
            <a:extLst>
              <a:ext uri="{FF2B5EF4-FFF2-40B4-BE49-F238E27FC236}">
                <a16:creationId xmlns:a16="http://schemas.microsoft.com/office/drawing/2014/main" id="{933DF499-9FA7-4289-B993-3A3112127636}"/>
              </a:ext>
            </a:extLst>
          </p:cNvPr>
          <p:cNvSpPr txBox="1"/>
          <p:nvPr/>
        </p:nvSpPr>
        <p:spPr>
          <a:xfrm>
            <a:off x="3725208" y="1517790"/>
            <a:ext cx="1186841"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BUSINESS CASE</a:t>
            </a:r>
          </a:p>
        </p:txBody>
      </p:sp>
      <p:sp>
        <p:nvSpPr>
          <p:cNvPr id="7" name="Rounded Rectangle 6">
            <a:extLst>
              <a:ext uri="{FF2B5EF4-FFF2-40B4-BE49-F238E27FC236}">
                <a16:creationId xmlns:a16="http://schemas.microsoft.com/office/drawing/2014/main" id="{9B4DC1EB-B79B-E7B1-B561-512C16AF6DC3}"/>
              </a:ext>
            </a:extLst>
          </p:cNvPr>
          <p:cNvSpPr/>
          <p:nvPr/>
        </p:nvSpPr>
        <p:spPr>
          <a:xfrm>
            <a:off x="3800996" y="1817123"/>
            <a:ext cx="3742803"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TextBox 10">
            <a:extLst>
              <a:ext uri="{FF2B5EF4-FFF2-40B4-BE49-F238E27FC236}">
                <a16:creationId xmlns:a16="http://schemas.microsoft.com/office/drawing/2014/main" id="{5A4FA0AF-D0FA-476C-FB79-B5531644745E}"/>
              </a:ext>
            </a:extLst>
          </p:cNvPr>
          <p:cNvSpPr txBox="1"/>
          <p:nvPr/>
        </p:nvSpPr>
        <p:spPr>
          <a:xfrm>
            <a:off x="4057499" y="1793610"/>
            <a:ext cx="1061807" cy="263791"/>
          </a:xfrm>
          <a:prstGeom prst="rect">
            <a:avLst/>
          </a:prstGeom>
          <a:noFill/>
        </p:spPr>
        <p:txBody>
          <a:bodyPr vert="horz" wrap="none" lIns="90000" tIns="46800" rIns="90000" bIns="46800" rtlCol="0" anchor="ctr">
            <a:spAutoFit/>
          </a:bodyPr>
          <a:lstStyle/>
          <a:p>
            <a:pPr algn="l">
              <a:spcBef>
                <a:spcPct val="0"/>
              </a:spcBef>
            </a:pPr>
            <a:r>
              <a:rPr lang="en-US" sz="1100"/>
              <a:t>Current Costs</a:t>
            </a:r>
          </a:p>
        </p:txBody>
      </p:sp>
      <p:sp>
        <p:nvSpPr>
          <p:cNvPr id="13" name="TextBox 12">
            <a:extLst>
              <a:ext uri="{FF2B5EF4-FFF2-40B4-BE49-F238E27FC236}">
                <a16:creationId xmlns:a16="http://schemas.microsoft.com/office/drawing/2014/main" id="{5372F71A-9E26-9BCA-1983-79414CAC2982}"/>
              </a:ext>
            </a:extLst>
          </p:cNvPr>
          <p:cNvSpPr txBox="1"/>
          <p:nvPr/>
        </p:nvSpPr>
        <p:spPr>
          <a:xfrm>
            <a:off x="3800996" y="2178483"/>
            <a:ext cx="2599793" cy="640918"/>
          </a:xfrm>
          <a:prstGeom prst="rect">
            <a:avLst/>
          </a:prstGeom>
          <a:noFill/>
        </p:spPr>
        <p:txBody>
          <a:bodyPr vert="horz" wrap="square" lIns="90000" tIns="46800" rIns="90000" bIns="46800" rtlCol="0" anchor="t">
            <a:noAutofit/>
          </a:bodyPr>
          <a:lstStyle/>
          <a:p>
            <a:pPr>
              <a:spcBef>
                <a:spcPct val="0"/>
              </a:spcBef>
            </a:pPr>
            <a:r>
              <a:rPr lang="en-US" sz="900"/>
              <a:t>Manual documentation workload: High operational cost</a:t>
            </a:r>
            <a:br>
              <a:rPr lang="en-US" sz="900"/>
            </a:br>
            <a:r>
              <a:rPr lang="en-US" sz="900"/>
              <a:t>Administrative staff dependency: ₹15–20 Lakhs/year</a:t>
            </a:r>
            <a:br>
              <a:rPr lang="en-US" sz="900"/>
            </a:br>
            <a:r>
              <a:rPr lang="en-US" sz="900"/>
              <a:t>Delayed patient handling → indirect revenue loss</a:t>
            </a:r>
            <a:endParaRPr lang="en-US" sz="900" b="1"/>
          </a:p>
        </p:txBody>
      </p:sp>
      <p:sp>
        <p:nvSpPr>
          <p:cNvPr id="14" name="Rounded Rectangle 13">
            <a:extLst>
              <a:ext uri="{FF2B5EF4-FFF2-40B4-BE49-F238E27FC236}">
                <a16:creationId xmlns:a16="http://schemas.microsoft.com/office/drawing/2014/main" id="{7F309A65-3997-B8CD-81BD-84E1763E9A83}"/>
              </a:ext>
            </a:extLst>
          </p:cNvPr>
          <p:cNvSpPr/>
          <p:nvPr/>
        </p:nvSpPr>
        <p:spPr>
          <a:xfrm>
            <a:off x="7894320" y="1816792"/>
            <a:ext cx="36118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FD818BF-2FBD-1EF3-1EC9-5FCE1074DB8C}"/>
              </a:ext>
            </a:extLst>
          </p:cNvPr>
          <p:cNvSpPr txBox="1"/>
          <p:nvPr/>
        </p:nvSpPr>
        <p:spPr>
          <a:xfrm>
            <a:off x="8198046" y="1814901"/>
            <a:ext cx="1178826" cy="263791"/>
          </a:xfrm>
          <a:prstGeom prst="rect">
            <a:avLst/>
          </a:prstGeom>
          <a:noFill/>
        </p:spPr>
        <p:txBody>
          <a:bodyPr vert="horz" wrap="none" lIns="90000" tIns="46800" rIns="90000" bIns="46800" rtlCol="0" anchor="ctr">
            <a:spAutoFit/>
          </a:bodyPr>
          <a:lstStyle/>
          <a:p>
            <a:pPr algn="l">
              <a:spcBef>
                <a:spcPct val="0"/>
              </a:spcBef>
            </a:pPr>
            <a:r>
              <a:rPr lang="en-US" sz="1100"/>
              <a:t>Current Income</a:t>
            </a:r>
          </a:p>
        </p:txBody>
      </p:sp>
      <p:cxnSp>
        <p:nvCxnSpPr>
          <p:cNvPr id="17" name="Straight Connector 16">
            <a:extLst>
              <a:ext uri="{FF2B5EF4-FFF2-40B4-BE49-F238E27FC236}">
                <a16:creationId xmlns:a16="http://schemas.microsoft.com/office/drawing/2014/main" id="{55E94A6E-D470-5747-DF1A-8DDD1C661C37}"/>
              </a:ext>
            </a:extLst>
          </p:cNvPr>
          <p:cNvCxnSpPr>
            <a:cxnSpLocks/>
          </p:cNvCxnSpPr>
          <p:nvPr/>
        </p:nvCxnSpPr>
        <p:spPr>
          <a:xfrm flipH="1">
            <a:off x="7759265" y="2231236"/>
            <a:ext cx="13135" cy="333136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8250910B-988C-35EF-A589-E15DA6F2B02A}"/>
              </a:ext>
            </a:extLst>
          </p:cNvPr>
          <p:cNvSpPr/>
          <p:nvPr/>
        </p:nvSpPr>
        <p:spPr>
          <a:xfrm>
            <a:off x="283666" y="1295401"/>
            <a:ext cx="3170329" cy="54102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7" name="Rectangle 26">
            <a:extLst>
              <a:ext uri="{FF2B5EF4-FFF2-40B4-BE49-F238E27FC236}">
                <a16:creationId xmlns:a16="http://schemas.microsoft.com/office/drawing/2014/main" id="{7E8259DE-A4A0-F4FE-6089-19F3C0E53B2E}"/>
              </a:ext>
            </a:extLst>
          </p:cNvPr>
          <p:cNvSpPr/>
          <p:nvPr/>
        </p:nvSpPr>
        <p:spPr>
          <a:xfrm>
            <a:off x="283666" y="1539691"/>
            <a:ext cx="283464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8" name="TextBox 27">
            <a:extLst>
              <a:ext uri="{FF2B5EF4-FFF2-40B4-BE49-F238E27FC236}">
                <a16:creationId xmlns:a16="http://schemas.microsoft.com/office/drawing/2014/main" id="{E94BEA51-E831-F2BE-7F5D-7EA3C416EDC0}"/>
              </a:ext>
            </a:extLst>
          </p:cNvPr>
          <p:cNvSpPr txBox="1"/>
          <p:nvPr/>
        </p:nvSpPr>
        <p:spPr>
          <a:xfrm>
            <a:off x="308406" y="1503484"/>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30" name="Rounded Rectangle 29">
            <a:extLst>
              <a:ext uri="{FF2B5EF4-FFF2-40B4-BE49-F238E27FC236}">
                <a16:creationId xmlns:a16="http://schemas.microsoft.com/office/drawing/2014/main" id="{520498E2-FA23-DD99-257B-39C1340BE324}"/>
              </a:ext>
            </a:extLst>
          </p:cNvPr>
          <p:cNvSpPr/>
          <p:nvPr/>
        </p:nvSpPr>
        <p:spPr>
          <a:xfrm>
            <a:off x="402419" y="1804222"/>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09C96EC3-7B4F-79D0-3CBE-A54FEE7B6FC5}"/>
              </a:ext>
            </a:extLst>
          </p:cNvPr>
          <p:cNvSpPr txBox="1"/>
          <p:nvPr/>
        </p:nvSpPr>
        <p:spPr>
          <a:xfrm>
            <a:off x="649299" y="1789589"/>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6A3A188B-6A9C-A2F5-73AC-D1DE0C7C801A}"/>
              </a:ext>
            </a:extLst>
          </p:cNvPr>
          <p:cNvSpPr/>
          <p:nvPr/>
        </p:nvSpPr>
        <p:spPr>
          <a:xfrm>
            <a:off x="402419" y="3325038"/>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DB4F5145-CF7F-3122-30FA-42FD48CD7FFA}"/>
              </a:ext>
            </a:extLst>
          </p:cNvPr>
          <p:cNvSpPr txBox="1"/>
          <p:nvPr/>
        </p:nvSpPr>
        <p:spPr>
          <a:xfrm>
            <a:off x="649299" y="3310405"/>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6" name="TextBox 35">
            <a:extLst>
              <a:ext uri="{FF2B5EF4-FFF2-40B4-BE49-F238E27FC236}">
                <a16:creationId xmlns:a16="http://schemas.microsoft.com/office/drawing/2014/main" id="{59981193-D36F-B6C9-3844-14C3987E75C1}"/>
              </a:ext>
            </a:extLst>
          </p:cNvPr>
          <p:cNvSpPr txBox="1"/>
          <p:nvPr/>
        </p:nvSpPr>
        <p:spPr>
          <a:xfrm>
            <a:off x="411412" y="2082646"/>
            <a:ext cx="2494369" cy="1089575"/>
          </a:xfrm>
          <a:prstGeom prst="rect">
            <a:avLst/>
          </a:prstGeom>
          <a:noFill/>
        </p:spPr>
        <p:txBody>
          <a:bodyPr vert="horz" wrap="none" lIns="90000" tIns="46800" rIns="90000" bIns="46800" rtlCol="0" anchor="t">
            <a:noAutofit/>
          </a:bodyPr>
          <a:lstStyle/>
          <a:p>
            <a:pPr>
              <a:spcBef>
                <a:spcPct val="0"/>
              </a:spcBef>
            </a:pPr>
            <a:r>
              <a:rPr lang="en-US" sz="800"/>
              <a:t>⬆️ 25–35% Reduction in clinician administrative workload</a:t>
            </a:r>
            <a:br>
              <a:rPr lang="en-US" sz="800"/>
            </a:br>
            <a:r>
              <a:rPr lang="en-US" sz="800"/>
              <a:t>⬆️ 20–30% Faster patient response time</a:t>
            </a:r>
            <a:br>
              <a:rPr lang="en-US" sz="800"/>
            </a:br>
            <a:r>
              <a:rPr lang="en-US" sz="800"/>
              <a:t>⬆️ 15–25% Improvement in patient satisfaction scores</a:t>
            </a:r>
            <a:br>
              <a:rPr lang="en-US" sz="800"/>
            </a:br>
            <a:r>
              <a:rPr lang="en-US" sz="800"/>
              <a:t>⬆️ 10–20% Increase in operational efficiency</a:t>
            </a:r>
          </a:p>
        </p:txBody>
      </p:sp>
      <p:sp>
        <p:nvSpPr>
          <p:cNvPr id="37" name="TextBox 36">
            <a:extLst>
              <a:ext uri="{FF2B5EF4-FFF2-40B4-BE49-F238E27FC236}">
                <a16:creationId xmlns:a16="http://schemas.microsoft.com/office/drawing/2014/main" id="{EC0EDD4D-8E6B-9DE9-DEC9-92C5D04342C0}"/>
              </a:ext>
            </a:extLst>
          </p:cNvPr>
          <p:cNvSpPr txBox="1"/>
          <p:nvPr/>
        </p:nvSpPr>
        <p:spPr>
          <a:xfrm>
            <a:off x="464510" y="3574196"/>
            <a:ext cx="2755968" cy="2895604"/>
          </a:xfrm>
          <a:prstGeom prst="rect">
            <a:avLst/>
          </a:prstGeom>
          <a:noFill/>
        </p:spPr>
        <p:txBody>
          <a:bodyPr vert="horz" wrap="square" lIns="90000" tIns="46800" rIns="90000" bIns="46800" rtlCol="0" anchor="t">
            <a:noAutofit/>
          </a:bodyPr>
          <a:lstStyle/>
          <a:p>
            <a:pPr marL="171450" indent="-171450">
              <a:spcBef>
                <a:spcPct val="0"/>
              </a:spcBef>
              <a:buFont typeface="Wingdings" panose="05000000000000000000" pitchFamily="2" charset="2"/>
              <a:buChar char="§"/>
            </a:pPr>
            <a:r>
              <a:rPr lang="en-US" sz="1000"/>
              <a:t>Reduces clinician burnout by automating documentation and routine queries</a:t>
            </a:r>
          </a:p>
          <a:p>
            <a:pPr marL="171450" indent="-171450">
              <a:spcBef>
                <a:spcPct val="0"/>
              </a:spcBef>
              <a:buFont typeface="Wingdings" panose="05000000000000000000" pitchFamily="2" charset="2"/>
              <a:buChar char="§"/>
            </a:pPr>
            <a:r>
              <a:rPr lang="en-US" sz="1000"/>
              <a:t>Improves patient experience through faster triage and appointment handling</a:t>
            </a:r>
          </a:p>
          <a:p>
            <a:pPr marL="171450" indent="-171450">
              <a:spcBef>
                <a:spcPct val="0"/>
              </a:spcBef>
              <a:buFont typeface="Wingdings" panose="05000000000000000000" pitchFamily="2" charset="2"/>
              <a:buChar char="§"/>
            </a:pPr>
            <a:r>
              <a:rPr lang="en-US" sz="1000"/>
              <a:t>Enables doctors to focus more on critical care instead of paperwork</a:t>
            </a:r>
          </a:p>
          <a:p>
            <a:pPr marL="171450" indent="-171450">
              <a:spcBef>
                <a:spcPct val="0"/>
              </a:spcBef>
              <a:buFont typeface="Wingdings" panose="05000000000000000000" pitchFamily="2" charset="2"/>
              <a:buChar char="§"/>
            </a:pPr>
            <a:r>
              <a:rPr lang="en-US" sz="1000"/>
              <a:t>Enhances decision-making with AI-powered clinical support</a:t>
            </a:r>
          </a:p>
          <a:p>
            <a:pPr marL="171450" indent="-171450">
              <a:spcBef>
                <a:spcPct val="0"/>
              </a:spcBef>
              <a:buFont typeface="Wingdings" panose="05000000000000000000" pitchFamily="2" charset="2"/>
              <a:buChar char="§"/>
            </a:pPr>
            <a:r>
              <a:rPr lang="en-US" sz="1000"/>
              <a:t>Ensures standardized and accurate medical documentation</a:t>
            </a:r>
          </a:p>
        </p:txBody>
      </p:sp>
      <p:sp>
        <p:nvSpPr>
          <p:cNvPr id="38" name="Rounded Rectangle 37">
            <a:extLst>
              <a:ext uri="{FF2B5EF4-FFF2-40B4-BE49-F238E27FC236}">
                <a16:creationId xmlns:a16="http://schemas.microsoft.com/office/drawing/2014/main" id="{9D54CA7C-223C-1D2C-B8AA-225D3FB0FAC9}"/>
              </a:ext>
            </a:extLst>
          </p:cNvPr>
          <p:cNvSpPr/>
          <p:nvPr/>
        </p:nvSpPr>
        <p:spPr>
          <a:xfrm>
            <a:off x="3800996" y="2946319"/>
            <a:ext cx="3711389"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95DA12D6-43D2-57B2-2D8D-125EDF566114}"/>
              </a:ext>
            </a:extLst>
          </p:cNvPr>
          <p:cNvSpPr txBox="1"/>
          <p:nvPr/>
        </p:nvSpPr>
        <p:spPr>
          <a:xfrm>
            <a:off x="4057499" y="2922806"/>
            <a:ext cx="856623" cy="263791"/>
          </a:xfrm>
          <a:prstGeom prst="rect">
            <a:avLst/>
          </a:prstGeom>
          <a:noFill/>
        </p:spPr>
        <p:txBody>
          <a:bodyPr vert="horz" wrap="none" lIns="90000" tIns="46800" rIns="90000" bIns="46800" rtlCol="0" anchor="ctr">
            <a:spAutoFit/>
          </a:bodyPr>
          <a:lstStyle/>
          <a:p>
            <a:pPr algn="l">
              <a:spcBef>
                <a:spcPct val="0"/>
              </a:spcBef>
            </a:pPr>
            <a:r>
              <a:rPr lang="en-US" sz="1100"/>
              <a:t>New Costs</a:t>
            </a:r>
          </a:p>
        </p:txBody>
      </p:sp>
      <p:sp>
        <p:nvSpPr>
          <p:cNvPr id="41" name="Rounded Rectangle 40">
            <a:extLst>
              <a:ext uri="{FF2B5EF4-FFF2-40B4-BE49-F238E27FC236}">
                <a16:creationId xmlns:a16="http://schemas.microsoft.com/office/drawing/2014/main" id="{44256278-A8F0-F9B2-DF76-32CC841EFA79}"/>
              </a:ext>
            </a:extLst>
          </p:cNvPr>
          <p:cNvSpPr/>
          <p:nvPr/>
        </p:nvSpPr>
        <p:spPr>
          <a:xfrm>
            <a:off x="7894320" y="2945988"/>
            <a:ext cx="3533394"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2" name="TextBox 41">
            <a:extLst>
              <a:ext uri="{FF2B5EF4-FFF2-40B4-BE49-F238E27FC236}">
                <a16:creationId xmlns:a16="http://schemas.microsoft.com/office/drawing/2014/main" id="{8D042850-03A7-4AA7-0961-645011D8A038}"/>
              </a:ext>
            </a:extLst>
          </p:cNvPr>
          <p:cNvSpPr txBox="1"/>
          <p:nvPr/>
        </p:nvSpPr>
        <p:spPr>
          <a:xfrm>
            <a:off x="8198046" y="2944097"/>
            <a:ext cx="973641" cy="263791"/>
          </a:xfrm>
          <a:prstGeom prst="rect">
            <a:avLst/>
          </a:prstGeom>
          <a:noFill/>
        </p:spPr>
        <p:txBody>
          <a:bodyPr vert="horz" wrap="none" lIns="90000" tIns="46800" rIns="90000" bIns="46800" rtlCol="0" anchor="ctr">
            <a:spAutoFit/>
          </a:bodyPr>
          <a:lstStyle/>
          <a:p>
            <a:pPr algn="l">
              <a:spcBef>
                <a:spcPct val="0"/>
              </a:spcBef>
            </a:pPr>
            <a:r>
              <a:rPr lang="en-US" sz="1100"/>
              <a:t>New Income</a:t>
            </a:r>
          </a:p>
        </p:txBody>
      </p:sp>
      <p:sp>
        <p:nvSpPr>
          <p:cNvPr id="49" name="TextBox 48">
            <a:extLst>
              <a:ext uri="{FF2B5EF4-FFF2-40B4-BE49-F238E27FC236}">
                <a16:creationId xmlns:a16="http://schemas.microsoft.com/office/drawing/2014/main" id="{5010B932-93FF-0111-7279-156D13AAE372}"/>
              </a:ext>
            </a:extLst>
          </p:cNvPr>
          <p:cNvSpPr txBox="1"/>
          <p:nvPr/>
        </p:nvSpPr>
        <p:spPr>
          <a:xfrm>
            <a:off x="3739304" y="3298169"/>
            <a:ext cx="2366061" cy="759247"/>
          </a:xfrm>
          <a:prstGeom prst="rect">
            <a:avLst/>
          </a:prstGeom>
          <a:noFill/>
        </p:spPr>
        <p:txBody>
          <a:bodyPr vert="horz" wrap="square" lIns="90000" tIns="46800" rIns="90000" bIns="46800" rtlCol="0" anchor="t">
            <a:noAutofit/>
          </a:bodyPr>
          <a:lstStyle/>
          <a:p>
            <a:pPr>
              <a:spcBef>
                <a:spcPct val="0"/>
              </a:spcBef>
            </a:pPr>
            <a:r>
              <a:rPr lang="en-IN" sz="900"/>
              <a:t>Model Development (Mistral Fine-tuning): ₹8–10 Lakhs</a:t>
            </a:r>
            <a:br>
              <a:rPr lang="en-IN" sz="900"/>
            </a:br>
            <a:r>
              <a:rPr lang="en-IN" sz="900"/>
              <a:t>Azure Deployment &amp; Infrastructure: ₹5–7 Lakhs/year</a:t>
            </a:r>
            <a:br>
              <a:rPr lang="en-IN" sz="900"/>
            </a:br>
            <a:r>
              <a:rPr lang="en-IN" sz="900"/>
              <a:t>Maintenance &amp; Updates: ₹3–5 Lakhs/year</a:t>
            </a:r>
            <a:endParaRPr lang="en-US" sz="900"/>
          </a:p>
        </p:txBody>
      </p:sp>
      <p:sp>
        <p:nvSpPr>
          <p:cNvPr id="50" name="TextBox 49">
            <a:extLst>
              <a:ext uri="{FF2B5EF4-FFF2-40B4-BE49-F238E27FC236}">
                <a16:creationId xmlns:a16="http://schemas.microsoft.com/office/drawing/2014/main" id="{60B391CE-B096-0695-F075-4735456DC2EF}"/>
              </a:ext>
            </a:extLst>
          </p:cNvPr>
          <p:cNvSpPr txBox="1"/>
          <p:nvPr/>
        </p:nvSpPr>
        <p:spPr>
          <a:xfrm>
            <a:off x="8001000" y="2178483"/>
            <a:ext cx="2328550" cy="444712"/>
          </a:xfrm>
          <a:prstGeom prst="rect">
            <a:avLst/>
          </a:prstGeom>
          <a:noFill/>
        </p:spPr>
        <p:txBody>
          <a:bodyPr vert="horz" wrap="square" lIns="90000" tIns="46800" rIns="90000" bIns="46800" rtlCol="0" anchor="t">
            <a:noAutofit/>
          </a:bodyPr>
          <a:lstStyle/>
          <a:p>
            <a:pPr>
              <a:spcBef>
                <a:spcPct val="0"/>
              </a:spcBef>
            </a:pPr>
            <a:r>
              <a:rPr lang="en-US" sz="900" b="1"/>
              <a:t>Revenue (Rv1):</a:t>
            </a:r>
            <a:r>
              <a:rPr lang="en-US" sz="900"/>
              <a:t> Revenue impacted due to delays and inefficiencies</a:t>
            </a:r>
            <a:br>
              <a:rPr lang="en-US" sz="900"/>
            </a:br>
            <a:r>
              <a:rPr lang="en-US" sz="900"/>
              <a:t> Estimated Annual Revenue: ₹1–2 Crores</a:t>
            </a:r>
          </a:p>
        </p:txBody>
      </p:sp>
      <p:sp>
        <p:nvSpPr>
          <p:cNvPr id="51" name="TextBox 50">
            <a:extLst>
              <a:ext uri="{FF2B5EF4-FFF2-40B4-BE49-F238E27FC236}">
                <a16:creationId xmlns:a16="http://schemas.microsoft.com/office/drawing/2014/main" id="{A1C58A5A-7DB6-9A3C-67D2-C148031904F4}"/>
              </a:ext>
            </a:extLst>
          </p:cNvPr>
          <p:cNvSpPr txBox="1"/>
          <p:nvPr/>
        </p:nvSpPr>
        <p:spPr>
          <a:xfrm>
            <a:off x="3860539" y="4554381"/>
            <a:ext cx="3398252" cy="787011"/>
          </a:xfrm>
          <a:prstGeom prst="rect">
            <a:avLst/>
          </a:prstGeom>
          <a:noFill/>
        </p:spPr>
        <p:txBody>
          <a:bodyPr vert="horz" wrap="square" lIns="90000" tIns="46800" rIns="90000" bIns="46800" rtlCol="0" anchor="ctr">
            <a:spAutoFit/>
          </a:bodyPr>
          <a:lstStyle/>
          <a:p>
            <a:pPr algn="ctr">
              <a:spcBef>
                <a:spcPct val="0"/>
              </a:spcBef>
            </a:pPr>
            <a:r>
              <a:rPr lang="en-US" sz="900" b="1"/>
              <a:t>BREAK EVEN:</a:t>
            </a:r>
            <a:r>
              <a:rPr lang="en-US" sz="900"/>
              <a:t> </a:t>
            </a:r>
          </a:p>
          <a:p>
            <a:pPr algn="ctr">
              <a:spcBef>
                <a:spcPct val="0"/>
              </a:spcBef>
            </a:pPr>
            <a:r>
              <a:rPr lang="en-US" sz="900"/>
              <a:t>Time to recover implementation cost:</a:t>
            </a:r>
            <a:br>
              <a:rPr lang="en-US" sz="900"/>
            </a:br>
            <a:r>
              <a:rPr lang="en-US" sz="900"/>
              <a:t>12–18 months through:</a:t>
            </a:r>
            <a:br>
              <a:rPr lang="en-US" sz="900"/>
            </a:br>
            <a:r>
              <a:rPr lang="en-US" sz="900"/>
              <a:t>Reduced admin staffing costs</a:t>
            </a:r>
            <a:br>
              <a:rPr lang="en-US" sz="900"/>
            </a:br>
            <a:r>
              <a:rPr lang="en-US" sz="900"/>
              <a:t>Faster workflows</a:t>
            </a:r>
          </a:p>
        </p:txBody>
      </p:sp>
      <p:sp>
        <p:nvSpPr>
          <p:cNvPr id="53" name="TextBox 52">
            <a:extLst>
              <a:ext uri="{FF2B5EF4-FFF2-40B4-BE49-F238E27FC236}">
                <a16:creationId xmlns:a16="http://schemas.microsoft.com/office/drawing/2014/main" id="{9A210A51-6CD0-F11A-79BE-CEC3C2CA53B3}"/>
              </a:ext>
            </a:extLst>
          </p:cNvPr>
          <p:cNvSpPr txBox="1"/>
          <p:nvPr/>
        </p:nvSpPr>
        <p:spPr>
          <a:xfrm>
            <a:off x="8006144" y="3287317"/>
            <a:ext cx="2375408" cy="1081521"/>
          </a:xfrm>
          <a:prstGeom prst="rect">
            <a:avLst/>
          </a:prstGeom>
          <a:noFill/>
        </p:spPr>
        <p:txBody>
          <a:bodyPr vert="horz" wrap="square" lIns="90000" tIns="46800" rIns="90000" bIns="46800" rtlCol="0" anchor="t">
            <a:noAutofit/>
          </a:bodyPr>
          <a:lstStyle/>
          <a:p>
            <a:pPr>
              <a:spcBef>
                <a:spcPct val="0"/>
              </a:spcBef>
            </a:pPr>
            <a:r>
              <a:rPr lang="en-US" sz="900" b="1"/>
              <a:t>Revenue (Rv2):</a:t>
            </a:r>
            <a:r>
              <a:rPr lang="en-US" sz="900"/>
              <a:t> Increased patient handling capacity</a:t>
            </a:r>
            <a:br>
              <a:rPr lang="en-US" sz="900"/>
            </a:br>
            <a:r>
              <a:rPr lang="en-US" sz="900"/>
              <a:t>Faster turnaround → more consultations</a:t>
            </a:r>
            <a:br>
              <a:rPr lang="en-US" sz="900"/>
            </a:br>
            <a:r>
              <a:rPr lang="en-US" sz="900"/>
              <a:t>Improved service quality → higher retention</a:t>
            </a:r>
          </a:p>
          <a:p>
            <a:pPr>
              <a:spcBef>
                <a:spcPct val="0"/>
              </a:spcBef>
            </a:pPr>
            <a:r>
              <a:rPr lang="en-US" sz="900"/>
              <a:t> Expected Revenue Increase: +10–20% (₹20–40 Lakhs/year)</a:t>
            </a:r>
          </a:p>
        </p:txBody>
      </p:sp>
      <p:sp>
        <p:nvSpPr>
          <p:cNvPr id="55" name="TextBox 54">
            <a:extLst>
              <a:ext uri="{FF2B5EF4-FFF2-40B4-BE49-F238E27FC236}">
                <a16:creationId xmlns:a16="http://schemas.microsoft.com/office/drawing/2014/main" id="{5CE59DD4-C974-1527-7BA5-6F485A8EC6C4}"/>
              </a:ext>
            </a:extLst>
          </p:cNvPr>
          <p:cNvSpPr txBox="1"/>
          <p:nvPr/>
        </p:nvSpPr>
        <p:spPr>
          <a:xfrm>
            <a:off x="3874561" y="4075515"/>
            <a:ext cx="2341449" cy="707886"/>
          </a:xfrm>
          <a:prstGeom prst="rect">
            <a:avLst/>
          </a:prstGeom>
          <a:noFill/>
        </p:spPr>
        <p:txBody>
          <a:bodyPr wrap="square">
            <a:spAutoFit/>
          </a:bodyPr>
          <a:lstStyle/>
          <a:p>
            <a:pPr fontAlgn="base"/>
            <a:r>
              <a:rPr lang="en-US" sz="1000" b="1"/>
              <a:t>Total New Cost </a:t>
            </a:r>
            <a:r>
              <a:rPr lang="en-US" sz="1000"/>
              <a:t>(Year 1): ~₹15–20 Lakhs</a:t>
            </a:r>
          </a:p>
          <a:p>
            <a:br>
              <a:rPr lang="en-US" sz="1000"/>
            </a:br>
            <a:endParaRPr kumimoji="0" lang="en-US" sz="1000" b="1" i="0" u="none" strike="noStrike" kern="1200" cap="none" spc="0" normalizeH="0" baseline="0" noProof="0">
              <a:ln>
                <a:noFill/>
              </a:ln>
              <a:solidFill>
                <a:srgbClr val="000000"/>
              </a:solidFill>
              <a:effectLst/>
              <a:uLnTx/>
              <a:uFillTx/>
              <a:latin typeface="Ubuntu"/>
              <a:ea typeface="+mn-ea"/>
              <a:cs typeface="+mn-cs"/>
            </a:endParaRPr>
          </a:p>
        </p:txBody>
      </p:sp>
      <p:cxnSp>
        <p:nvCxnSpPr>
          <p:cNvPr id="59" name="Straight Connector 58">
            <a:extLst>
              <a:ext uri="{FF2B5EF4-FFF2-40B4-BE49-F238E27FC236}">
                <a16:creationId xmlns:a16="http://schemas.microsoft.com/office/drawing/2014/main" id="{F5FCC555-5619-6160-00C2-32F8DCC53516}"/>
              </a:ext>
            </a:extLst>
          </p:cNvPr>
          <p:cNvCxnSpPr>
            <a:cxnSpLocks/>
          </p:cNvCxnSpPr>
          <p:nvPr/>
        </p:nvCxnSpPr>
        <p:spPr>
          <a:xfrm>
            <a:off x="3825608" y="5715000"/>
            <a:ext cx="7680592"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5F28D58-EC0D-2841-83FE-19B96684F48D}"/>
              </a:ext>
            </a:extLst>
          </p:cNvPr>
          <p:cNvSpPr txBox="1"/>
          <p:nvPr/>
        </p:nvSpPr>
        <p:spPr>
          <a:xfrm>
            <a:off x="3791039" y="5803060"/>
            <a:ext cx="7936451" cy="784830"/>
          </a:xfrm>
          <a:prstGeom prst="rect">
            <a:avLst/>
          </a:prstGeom>
          <a:noFill/>
        </p:spPr>
        <p:txBody>
          <a:bodyPr wrap="square">
            <a:spAutoFit/>
          </a:bodyPr>
          <a:lstStyle/>
          <a:p>
            <a:pPr>
              <a:spcBef>
                <a:spcPct val="0"/>
              </a:spcBef>
              <a:defRPr/>
            </a:pPr>
            <a:r>
              <a:rPr lang="en-US" sz="900" b="1">
                <a:solidFill>
                  <a:srgbClr val="000000"/>
                </a:solidFill>
                <a:latin typeface="Ubuntu"/>
              </a:rPr>
              <a:t>BREAK EVEN: </a:t>
            </a:r>
            <a:r>
              <a:rPr lang="en-US" sz="900"/>
              <a:t>The solution becomes financially viable within the first year due to:</a:t>
            </a:r>
            <a:br>
              <a:rPr lang="en-US" sz="900"/>
            </a:br>
            <a:r>
              <a:rPr lang="en-US" sz="900"/>
              <a:t>Immediate reduction in administrative burden</a:t>
            </a:r>
            <a:br>
              <a:rPr lang="en-US" sz="900"/>
            </a:br>
            <a:r>
              <a:rPr lang="en-US" sz="900"/>
              <a:t>Increased efficiency and patient handling capacity</a:t>
            </a:r>
            <a:br>
              <a:rPr lang="en-US" sz="900"/>
            </a:br>
            <a:r>
              <a:rPr lang="en-US" sz="900"/>
              <a:t>Scalable AI model with long-term cost benefits</a:t>
            </a:r>
            <a:br>
              <a:rPr lang="en-US" sz="900"/>
            </a:br>
            <a:r>
              <a:rPr lang="en-US" sz="900"/>
              <a:t>This makes the solution highly feasible and ROI-positive for healthcare organizations.</a:t>
            </a:r>
            <a:endParaRPr kumimoji="0" lang="en-US" sz="900" i="0" u="none" strike="noStrike" kern="1200" cap="none" spc="0" normalizeH="0" baseline="0" noProof="0">
              <a:ln>
                <a:noFill/>
              </a:ln>
              <a:solidFill>
                <a:srgbClr val="000000"/>
              </a:solidFill>
              <a:effectLst/>
              <a:uLnTx/>
              <a:uFillTx/>
              <a:latin typeface="Ubuntu"/>
              <a:ea typeface="+mn-ea"/>
              <a:cs typeface="+mn-cs"/>
            </a:endParaRPr>
          </a:p>
        </p:txBody>
      </p:sp>
      <p:sp>
        <p:nvSpPr>
          <p:cNvPr id="119" name="TextBox 118">
            <a:extLst>
              <a:ext uri="{FF2B5EF4-FFF2-40B4-BE49-F238E27FC236}">
                <a16:creationId xmlns:a16="http://schemas.microsoft.com/office/drawing/2014/main" id="{DCB584E6-F3A5-A824-4068-1118526B3E64}"/>
              </a:ext>
            </a:extLst>
          </p:cNvPr>
          <p:cNvSpPr txBox="1"/>
          <p:nvPr/>
        </p:nvSpPr>
        <p:spPr>
          <a:xfrm>
            <a:off x="7972805" y="4559495"/>
            <a:ext cx="3533395" cy="787011"/>
          </a:xfrm>
          <a:prstGeom prst="rect">
            <a:avLst/>
          </a:prstGeom>
          <a:noFill/>
        </p:spPr>
        <p:txBody>
          <a:bodyPr vert="horz" wrap="square" lIns="90000" tIns="46800" rIns="90000" bIns="46800" rtlCol="0" anchor="ctr">
            <a:spAutoFit/>
          </a:bodyPr>
          <a:lstStyle/>
          <a:p>
            <a:pPr algn="ctr">
              <a:spcBef>
                <a:spcPct val="0"/>
              </a:spcBef>
            </a:pPr>
            <a:r>
              <a:rPr lang="en-US" sz="900" b="1"/>
              <a:t>BREAK EVEN:</a:t>
            </a:r>
            <a:br>
              <a:rPr lang="en-US" sz="900"/>
            </a:br>
            <a:r>
              <a:rPr lang="en-US" sz="900"/>
              <a:t>Time to recover via extra revenue:</a:t>
            </a:r>
            <a:br>
              <a:rPr lang="en-US" sz="900"/>
            </a:br>
            <a:r>
              <a:rPr lang="en-US" sz="900"/>
              <a:t> 8–12 months due to:</a:t>
            </a:r>
            <a:br>
              <a:rPr lang="en-US" sz="900"/>
            </a:br>
            <a:r>
              <a:rPr lang="en-US" sz="900"/>
              <a:t>Increased patient throughput</a:t>
            </a:r>
            <a:br>
              <a:rPr lang="en-US" sz="900"/>
            </a:br>
            <a:r>
              <a:rPr lang="en-US" sz="900"/>
              <a:t>Better service quality</a:t>
            </a:r>
          </a:p>
        </p:txBody>
      </p:sp>
    </p:spTree>
    <p:extLst>
      <p:ext uri="{BB962C8B-B14F-4D97-AF65-F5344CB8AC3E}">
        <p14:creationId xmlns:p14="http://schemas.microsoft.com/office/powerpoint/2010/main" val="175612282"/>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A0046D-0765-4685-8521-7D1E34B9A377}">
  <ds:schemaRefs>
    <ds:schemaRef ds:uri="289d593b-f9da-44ad-aeed-35e8c5022e75"/>
    <ds:schemaRef ds:uri="71ec4482-8a5f-419e-a3fb-f1ff39837b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3.xml><?xml version="1.0" encoding="utf-8"?>
<ds:datastoreItem xmlns:ds="http://schemas.openxmlformats.org/officeDocument/2006/customXml" ds:itemID="{ED1F2C7C-39F3-40CE-904E-E84BCC0B03BD}">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Application>Microsoft Office PowerPoint</Application>
  <PresentationFormat>Widescreen</PresentationFormat>
  <Slides>8</Slides>
  <Notes>1</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Capgemini_Bright_2025</vt:lpstr>
      <vt:lpstr>INSTRUCTIONS</vt:lpstr>
      <vt:lpstr>USE CASE AND ARCHITECTURE TIPS  </vt:lpstr>
      <vt:lpstr>Half Finals check Criteria  </vt:lpstr>
      <vt:lpstr>PowerPoint Presentation</vt:lpstr>
      <vt:lpstr>Use Case Scope in the Business Process</vt:lpstr>
      <vt:lpstr>Functional Solution + AI-Human Chemistry</vt:lpstr>
      <vt:lpstr>Technical Solution</vt:lpstr>
      <vt:lpstr>    Business Case Proposal – Medical AI      Assistant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revision>1</cp:revision>
  <dcterms:created xsi:type="dcterms:W3CDTF">2026-02-09T11:16:54Z</dcterms:created>
  <dcterms:modified xsi:type="dcterms:W3CDTF">2026-04-01T09:32:03Z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