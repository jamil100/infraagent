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10" r:id="rId4"/>
  </p:sldMasterIdLst>
  <p:notesMasterIdLst>
    <p:notesMasterId r:id="rId13"/>
  </p:notesMasterIdLst>
  <p:sldIdLst>
    <p:sldId id="2145706669" r:id="rId5"/>
    <p:sldId id="257" r:id="rId6"/>
    <p:sldId id="2145706676" r:id="rId7"/>
    <p:sldId id="263" r:id="rId8"/>
    <p:sldId id="2145706670" r:id="rId9"/>
    <p:sldId id="2145706672" r:id="rId10"/>
    <p:sldId id="2145706673" r:id="rId11"/>
    <p:sldId id="2145706671" r:id="rId12"/>
  </p:sldIdLst>
  <p:sldSz cx="12192000" cy="6858000"/>
  <p:notesSz cx="6858000" cy="9144000"/>
  <p:defaultTextStyle>
    <a:defPPr>
      <a:defRPr lang="en-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uidance" id="{99712D63-9960-EA4B-940C-022E3C89852C}">
          <p14:sldIdLst>
            <p14:sldId id="2145706669"/>
            <p14:sldId id="257"/>
            <p14:sldId id="2145706676"/>
            <p14:sldId id="263"/>
            <p14:sldId id="2145706670"/>
            <p14:sldId id="2145706672"/>
            <p14:sldId id="2145706673"/>
            <p14:sldId id="2145706671"/>
          </p14:sldIdLst>
        </p14:section>
        <p14:section name="Untitled Section" id="{BF9A5F03-27B0-478D-9363-154BCB2578BD}">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9369B82-F61C-1DAB-D2B9-DBEF2F861C75}" name="Wójcik, Jakub" initials="WJ" userId="S::jakub.wojcik@capgemini.com::67d39b31-f876-42af-a5d3-3244421dda40" providerId="AD"/>
  <p188:author id="{ABFE7C8A-44D6-C62D-74C1-98F46929C423}" name="Derché, Aurélie" initials="AD" userId="S::aurelie.derche@capgemini.com::5f68c882-6845-4196-8575-a10c2237bca0"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232323"/>
    <a:srgbClr val="010101"/>
    <a:srgbClr val="747474"/>
    <a:srgbClr val="555555"/>
    <a:srgbClr val="1ABAE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AC927B-123B-BC5A-C73D-469EA57CC527}" v="20" dt="2026-03-31T13:19:56.684"/>
    <p1510:client id="{A6AACACA-2086-93AA-9873-F015D51EA052}" v="3" dt="2026-03-31T13:14:46.66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2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hoo, Abhisekh" userId="S::abhisekh.sahoo@capgemini.com::5b702dc9-54aa-45b5-8b2e-8d84e4221512" providerId="AD" clId="Web-{B8A4C47B-6A01-D986-9EF1-C58089069336}"/>
    <pc:docChg chg="addSld delSld modSld modSection">
      <pc:chgData name="Sahoo, Abhisekh" userId="S::abhisekh.sahoo@capgemini.com::5b702dc9-54aa-45b5-8b2e-8d84e4221512" providerId="AD" clId="Web-{B8A4C47B-6A01-D986-9EF1-C58089069336}" dt="2026-03-27T09:27:18.694" v="53" actId="1076"/>
      <pc:docMkLst>
        <pc:docMk/>
      </pc:docMkLst>
      <pc:sldChg chg="addSp modSp">
        <pc:chgData name="Sahoo, Abhisekh" userId="S::abhisekh.sahoo@capgemini.com::5b702dc9-54aa-45b5-8b2e-8d84e4221512" providerId="AD" clId="Web-{B8A4C47B-6A01-D986-9EF1-C58089069336}" dt="2026-03-27T09:27:18.694" v="53" actId="1076"/>
        <pc:sldMkLst>
          <pc:docMk/>
          <pc:sldMk cId="4141162053" sldId="263"/>
        </pc:sldMkLst>
        <pc:spChg chg="add mod">
          <ac:chgData name="Sahoo, Abhisekh" userId="S::abhisekh.sahoo@capgemini.com::5b702dc9-54aa-45b5-8b2e-8d84e4221512" providerId="AD" clId="Web-{B8A4C47B-6A01-D986-9EF1-C58089069336}" dt="2026-03-27T09:12:11.039" v="15" actId="1076"/>
          <ac:spMkLst>
            <pc:docMk/>
            <pc:sldMk cId="4141162053" sldId="263"/>
            <ac:spMk id="2" creationId="{A340DBF3-2F6D-2C29-B6DA-61BD1C7410EF}"/>
          </ac:spMkLst>
        </pc:spChg>
        <pc:spChg chg="mod">
          <ac:chgData name="Sahoo, Abhisekh" userId="S::abhisekh.sahoo@capgemini.com::5b702dc9-54aa-45b5-8b2e-8d84e4221512" providerId="AD" clId="Web-{B8A4C47B-6A01-D986-9EF1-C58089069336}" dt="2026-03-27T09:27:18.694" v="53" actId="1076"/>
          <ac:spMkLst>
            <pc:docMk/>
            <pc:sldMk cId="4141162053" sldId="263"/>
            <ac:spMk id="5" creationId="{D1465B91-F7A8-0EC4-D7FD-61E73A63CB54}"/>
          </ac:spMkLst>
        </pc:spChg>
        <pc:spChg chg="mod">
          <ac:chgData name="Sahoo, Abhisekh" userId="S::abhisekh.sahoo@capgemini.com::5b702dc9-54aa-45b5-8b2e-8d84e4221512" providerId="AD" clId="Web-{B8A4C47B-6A01-D986-9EF1-C58089069336}" dt="2026-03-27T09:24:43.926" v="46" actId="20577"/>
          <ac:spMkLst>
            <pc:docMk/>
            <pc:sldMk cId="4141162053" sldId="263"/>
            <ac:spMk id="8" creationId="{9E97D030-0275-9B97-69F0-882D6132C59B}"/>
          </ac:spMkLst>
        </pc:spChg>
        <pc:spChg chg="add mod">
          <ac:chgData name="Sahoo, Abhisekh" userId="S::abhisekh.sahoo@capgemini.com::5b702dc9-54aa-45b5-8b2e-8d84e4221512" providerId="AD" clId="Web-{B8A4C47B-6A01-D986-9EF1-C58089069336}" dt="2026-03-27T09:11:30.068" v="10" actId="20577"/>
          <ac:spMkLst>
            <pc:docMk/>
            <pc:sldMk cId="4141162053" sldId="263"/>
            <ac:spMk id="10" creationId="{031CECD1-EA4C-0A7F-E09F-C1BA633FF390}"/>
          </ac:spMkLst>
        </pc:spChg>
        <pc:spChg chg="add mod">
          <ac:chgData name="Sahoo, Abhisekh" userId="S::abhisekh.sahoo@capgemini.com::5b702dc9-54aa-45b5-8b2e-8d84e4221512" providerId="AD" clId="Web-{B8A4C47B-6A01-D986-9EF1-C58089069336}" dt="2026-03-27T09:23:56.441" v="35" actId="1076"/>
          <ac:spMkLst>
            <pc:docMk/>
            <pc:sldMk cId="4141162053" sldId="263"/>
            <ac:spMk id="11" creationId="{6A403860-672A-BBA9-1F3B-752E9D823F9E}"/>
          </ac:spMkLst>
        </pc:spChg>
        <pc:spChg chg="mod">
          <ac:chgData name="Sahoo, Abhisekh" userId="S::abhisekh.sahoo@capgemini.com::5b702dc9-54aa-45b5-8b2e-8d84e4221512" providerId="AD" clId="Web-{B8A4C47B-6A01-D986-9EF1-C58089069336}" dt="2026-03-27T09:11:55.554" v="12" actId="1076"/>
          <ac:spMkLst>
            <pc:docMk/>
            <pc:sldMk cId="4141162053" sldId="263"/>
            <ac:spMk id="32" creationId="{C2303EE9-3969-ACA1-BD43-C4EA3992EAB8}"/>
          </ac:spMkLst>
        </pc:spChg>
        <pc:spChg chg="mod">
          <ac:chgData name="Sahoo, Abhisekh" userId="S::abhisekh.sahoo@capgemini.com::5b702dc9-54aa-45b5-8b2e-8d84e4221512" providerId="AD" clId="Web-{B8A4C47B-6A01-D986-9EF1-C58089069336}" dt="2026-03-27T09:11:47.710" v="11" actId="1076"/>
          <ac:spMkLst>
            <pc:docMk/>
            <pc:sldMk cId="4141162053" sldId="263"/>
            <ac:spMk id="33" creationId="{630DAF87-00F5-ECF5-8767-99FD7B4932D2}"/>
          </ac:spMkLst>
        </pc:spChg>
      </pc:sldChg>
    </pc:docChg>
  </pc:docChgLst>
  <pc:docChgLst>
    <pc:chgData name="Das, Arnab" userId="S::arnab.c.das@capgemini.com::aa5e8284-04dd-4922-afbc-7111ef7a75b1" providerId="AD" clId="Web-{DD17930F-D67F-D313-8A01-65C48CE90142}"/>
    <pc:docChg chg="modSld">
      <pc:chgData name="Das, Arnab" userId="S::arnab.c.das@capgemini.com::aa5e8284-04dd-4922-afbc-7111ef7a75b1" providerId="AD" clId="Web-{DD17930F-D67F-D313-8A01-65C48CE90142}" dt="2026-03-26T11:09:58.452" v="3"/>
      <pc:docMkLst>
        <pc:docMk/>
      </pc:docMkLst>
      <pc:sldChg chg="modSp">
        <pc:chgData name="Das, Arnab" userId="S::arnab.c.das@capgemini.com::aa5e8284-04dd-4922-afbc-7111ef7a75b1" providerId="AD" clId="Web-{DD17930F-D67F-D313-8A01-65C48CE90142}" dt="2026-03-26T11:09:58.452" v="3"/>
        <pc:sldMkLst>
          <pc:docMk/>
          <pc:sldMk cId="3657648834" sldId="2145706673"/>
        </pc:sldMkLst>
        <pc:picChg chg="mod modCrop">
          <ac:chgData name="Das, Arnab" userId="S::arnab.c.das@capgemini.com::aa5e8284-04dd-4922-afbc-7111ef7a75b1" providerId="AD" clId="Web-{DD17930F-D67F-D313-8A01-65C48CE90142}" dt="2026-03-26T11:09:58.452" v="3"/>
          <ac:picMkLst>
            <pc:docMk/>
            <pc:sldMk cId="3657648834" sldId="2145706673"/>
            <ac:picMk id="2" creationId="{58A5796B-1A3D-1D3E-C5D5-176BB95728C2}"/>
          </ac:picMkLst>
        </pc:picChg>
      </pc:sldChg>
    </pc:docChg>
  </pc:docChgLst>
  <pc:docChgLst>
    <pc:chgData name="Sahoo, Abhisekh" userId="S::abhisekh.sahoo@capgemini.com::5b702dc9-54aa-45b5-8b2e-8d84e4221512" providerId="AD" clId="Web-{5238D9C0-046D-A7E3-9A05-746735A07516}"/>
    <pc:docChg chg="modSld">
      <pc:chgData name="Sahoo, Abhisekh" userId="S::abhisekh.sahoo@capgemini.com::5b702dc9-54aa-45b5-8b2e-8d84e4221512" providerId="AD" clId="Web-{5238D9C0-046D-A7E3-9A05-746735A07516}" dt="2026-03-27T09:08:55.261" v="84" actId="1076"/>
      <pc:docMkLst>
        <pc:docMk/>
      </pc:docMkLst>
      <pc:sldChg chg="addSp delSp modSp">
        <pc:chgData name="Sahoo, Abhisekh" userId="S::abhisekh.sahoo@capgemini.com::5b702dc9-54aa-45b5-8b2e-8d84e4221512" providerId="AD" clId="Web-{5238D9C0-046D-A7E3-9A05-746735A07516}" dt="2026-03-27T09:08:55.261" v="84" actId="1076"/>
        <pc:sldMkLst>
          <pc:docMk/>
          <pc:sldMk cId="4141162053" sldId="263"/>
        </pc:sldMkLst>
        <pc:spChg chg="add mod">
          <ac:chgData name="Sahoo, Abhisekh" userId="S::abhisekh.sahoo@capgemini.com::5b702dc9-54aa-45b5-8b2e-8d84e4221512" providerId="AD" clId="Web-{5238D9C0-046D-A7E3-9A05-746735A07516}" dt="2026-03-27T08:55:37.938" v="7" actId="20577"/>
          <ac:spMkLst>
            <pc:docMk/>
            <pc:sldMk cId="4141162053" sldId="263"/>
            <ac:spMk id="3" creationId="{C6F285D5-EB00-79C8-3412-C5F1B9D35DE9}"/>
          </ac:spMkLst>
        </pc:spChg>
        <pc:spChg chg="add mod">
          <ac:chgData name="Sahoo, Abhisekh" userId="S::abhisekh.sahoo@capgemini.com::5b702dc9-54aa-45b5-8b2e-8d84e4221512" providerId="AD" clId="Web-{5238D9C0-046D-A7E3-9A05-746735A07516}" dt="2026-03-27T08:58:29.862" v="27" actId="20577"/>
          <ac:spMkLst>
            <pc:docMk/>
            <pc:sldMk cId="4141162053" sldId="263"/>
            <ac:spMk id="4" creationId="{3B31D84B-F989-422A-3786-0848A45EB541}"/>
          </ac:spMkLst>
        </pc:spChg>
        <pc:spChg chg="add mod">
          <ac:chgData name="Sahoo, Abhisekh" userId="S::abhisekh.sahoo@capgemini.com::5b702dc9-54aa-45b5-8b2e-8d84e4221512" providerId="AD" clId="Web-{5238D9C0-046D-A7E3-9A05-746735A07516}" dt="2026-03-27T08:59:25.691" v="32" actId="20577"/>
          <ac:spMkLst>
            <pc:docMk/>
            <pc:sldMk cId="4141162053" sldId="263"/>
            <ac:spMk id="5" creationId="{D1465B91-F7A8-0EC4-D7FD-61E73A63CB54}"/>
          </ac:spMkLst>
        </pc:spChg>
        <pc:spChg chg="add mod">
          <ac:chgData name="Sahoo, Abhisekh" userId="S::abhisekh.sahoo@capgemini.com::5b702dc9-54aa-45b5-8b2e-8d84e4221512" providerId="AD" clId="Web-{5238D9C0-046D-A7E3-9A05-746735A07516}" dt="2026-03-27T09:01:44.419" v="51" actId="20577"/>
          <ac:spMkLst>
            <pc:docMk/>
            <pc:sldMk cId="4141162053" sldId="263"/>
            <ac:spMk id="6" creationId="{B6A186EC-4271-3ACE-6C7C-A737100F6FFB}"/>
          </ac:spMkLst>
        </pc:spChg>
        <pc:spChg chg="mod">
          <ac:chgData name="Sahoo, Abhisekh" userId="S::abhisekh.sahoo@capgemini.com::5b702dc9-54aa-45b5-8b2e-8d84e4221512" providerId="AD" clId="Web-{5238D9C0-046D-A7E3-9A05-746735A07516}" dt="2026-03-27T08:56:24.470" v="11"/>
          <ac:spMkLst>
            <pc:docMk/>
            <pc:sldMk cId="4141162053" sldId="263"/>
            <ac:spMk id="7" creationId="{3EF55D29-D549-A161-BAC6-AF540E6AF3A6}"/>
          </ac:spMkLst>
        </pc:spChg>
        <pc:spChg chg="add mod">
          <ac:chgData name="Sahoo, Abhisekh" userId="S::abhisekh.sahoo@capgemini.com::5b702dc9-54aa-45b5-8b2e-8d84e4221512" providerId="AD" clId="Web-{5238D9C0-046D-A7E3-9A05-746735A07516}" dt="2026-03-27T09:02:42.157" v="59" actId="1076"/>
          <ac:spMkLst>
            <pc:docMk/>
            <pc:sldMk cId="4141162053" sldId="263"/>
            <ac:spMk id="8" creationId="{9E97D030-0275-9B97-69F0-882D6132C59B}"/>
          </ac:spMkLst>
        </pc:spChg>
        <pc:spChg chg="add mod">
          <ac:chgData name="Sahoo, Abhisekh" userId="S::abhisekh.sahoo@capgemini.com::5b702dc9-54aa-45b5-8b2e-8d84e4221512" providerId="AD" clId="Web-{5238D9C0-046D-A7E3-9A05-746735A07516}" dt="2026-03-27T09:08:51.245" v="83" actId="1076"/>
          <ac:spMkLst>
            <pc:docMk/>
            <pc:sldMk cId="4141162053" sldId="263"/>
            <ac:spMk id="9" creationId="{9F9F6E02-BC00-0487-F1E0-0FE65ADA8744}"/>
          </ac:spMkLst>
        </pc:spChg>
        <pc:spChg chg="mod">
          <ac:chgData name="Sahoo, Abhisekh" userId="S::abhisekh.sahoo@capgemini.com::5b702dc9-54aa-45b5-8b2e-8d84e4221512" providerId="AD" clId="Web-{5238D9C0-046D-A7E3-9A05-746735A07516}" dt="2026-03-27T09:08:55.261" v="84" actId="1076"/>
          <ac:spMkLst>
            <pc:docMk/>
            <pc:sldMk cId="4141162053" sldId="263"/>
            <ac:spMk id="32" creationId="{C2303EE9-3969-ACA1-BD43-C4EA3992EAB8}"/>
          </ac:spMkLst>
        </pc:spChg>
        <pc:spChg chg="mod">
          <ac:chgData name="Sahoo, Abhisekh" userId="S::abhisekh.sahoo@capgemini.com::5b702dc9-54aa-45b5-8b2e-8d84e4221512" providerId="AD" clId="Web-{5238D9C0-046D-A7E3-9A05-746735A07516}" dt="2026-03-27T08:57:12.783" v="15" actId="1076"/>
          <ac:spMkLst>
            <pc:docMk/>
            <pc:sldMk cId="4141162053" sldId="263"/>
            <ac:spMk id="37" creationId="{AC704906-FAC6-CC28-217C-0492D17700D9}"/>
          </ac:spMkLst>
        </pc:spChg>
        <pc:spChg chg="mod">
          <ac:chgData name="Sahoo, Abhisekh" userId="S::abhisekh.sahoo@capgemini.com::5b702dc9-54aa-45b5-8b2e-8d84e4221512" providerId="AD" clId="Web-{5238D9C0-046D-A7E3-9A05-746735A07516}" dt="2026-03-27T08:57:29.267" v="17" actId="14100"/>
          <ac:spMkLst>
            <pc:docMk/>
            <pc:sldMk cId="4141162053" sldId="263"/>
            <ac:spMk id="55" creationId="{188D893F-C300-3865-D6C1-F4A96916587D}"/>
          </ac:spMkLst>
        </pc:spChg>
      </pc:sldChg>
    </pc:docChg>
  </pc:docChgLst>
  <pc:docChgLst>
    <pc:chgData name="S, Yogesh" userId="S::yogesh.s@capgemini.com::afb4b480-d282-4a2c-a93e-1b5eac507ba7" providerId="AD" clId="Web-{084911AD-7254-A767-30E2-6CC8E8DACEFC}"/>
    <pc:docChg chg="modSld">
      <pc:chgData name="S, Yogesh" userId="S::yogesh.s@capgemini.com::afb4b480-d282-4a2c-a93e-1b5eac507ba7" providerId="AD" clId="Web-{084911AD-7254-A767-30E2-6CC8E8DACEFC}" dt="2026-03-26T14:30:05.679" v="54" actId="20577"/>
      <pc:docMkLst>
        <pc:docMk/>
      </pc:docMkLst>
      <pc:sldChg chg="modSp">
        <pc:chgData name="S, Yogesh" userId="S::yogesh.s@capgemini.com::afb4b480-d282-4a2c-a93e-1b5eac507ba7" providerId="AD" clId="Web-{084911AD-7254-A767-30E2-6CC8E8DACEFC}" dt="2026-03-26T14:30:05.679" v="54" actId="20577"/>
        <pc:sldMkLst>
          <pc:docMk/>
          <pc:sldMk cId="2946189433" sldId="2145706672"/>
        </pc:sldMkLst>
        <pc:spChg chg="mod">
          <ac:chgData name="S, Yogesh" userId="S::yogesh.s@capgemini.com::afb4b480-d282-4a2c-a93e-1b5eac507ba7" providerId="AD" clId="Web-{084911AD-7254-A767-30E2-6CC8E8DACEFC}" dt="2026-03-26T14:04:09.026" v="31" actId="20577"/>
          <ac:spMkLst>
            <pc:docMk/>
            <pc:sldMk cId="2946189433" sldId="2145706672"/>
            <ac:spMk id="7" creationId="{A3EEC7B5-0FCD-0ADC-1F43-07FE4ED31ADE}"/>
          </ac:spMkLst>
        </pc:spChg>
        <pc:spChg chg="mod">
          <ac:chgData name="S, Yogesh" userId="S::yogesh.s@capgemini.com::afb4b480-d282-4a2c-a93e-1b5eac507ba7" providerId="AD" clId="Web-{084911AD-7254-A767-30E2-6CC8E8DACEFC}" dt="2026-03-26T14:30:05.679" v="54" actId="20577"/>
          <ac:spMkLst>
            <pc:docMk/>
            <pc:sldMk cId="2946189433" sldId="2145706672"/>
            <ac:spMk id="8" creationId="{AAA400FE-1E9C-F79B-289B-ACD657115C56}"/>
          </ac:spMkLst>
        </pc:spChg>
      </pc:sldChg>
    </pc:docChg>
  </pc:docChgLst>
  <pc:docChgLst>
    <pc:chgData clId="Web-{B8A4C47B-6A01-D986-9EF1-C58089069336}"/>
    <pc:docChg chg="modSld">
      <pc:chgData name="" userId="" providerId="" clId="Web-{B8A4C47B-6A01-D986-9EF1-C58089069336}" dt="2026-03-27T09:10:15.315" v="1" actId="1076"/>
      <pc:docMkLst>
        <pc:docMk/>
      </pc:docMkLst>
      <pc:sldChg chg="modSp">
        <pc:chgData name="" userId="" providerId="" clId="Web-{B8A4C47B-6A01-D986-9EF1-C58089069336}" dt="2026-03-27T09:10:15.315" v="1" actId="1076"/>
        <pc:sldMkLst>
          <pc:docMk/>
          <pc:sldMk cId="4141162053" sldId="263"/>
        </pc:sldMkLst>
        <pc:spChg chg="mod">
          <ac:chgData name="" userId="" providerId="" clId="Web-{B8A4C47B-6A01-D986-9EF1-C58089069336}" dt="2026-03-27T09:10:15.315" v="1" actId="1076"/>
          <ac:spMkLst>
            <pc:docMk/>
            <pc:sldMk cId="4141162053" sldId="263"/>
            <ac:spMk id="32" creationId="{C2303EE9-3969-ACA1-BD43-C4EA3992EAB8}"/>
          </ac:spMkLst>
        </pc:spChg>
        <pc:spChg chg="mod">
          <ac:chgData name="" userId="" providerId="" clId="Web-{B8A4C47B-6A01-D986-9EF1-C58089069336}" dt="2026-03-27T09:10:11.408" v="0" actId="1076"/>
          <ac:spMkLst>
            <pc:docMk/>
            <pc:sldMk cId="4141162053" sldId="263"/>
            <ac:spMk id="33" creationId="{630DAF87-00F5-ECF5-8767-99FD7B4932D2}"/>
          </ac:spMkLst>
        </pc:spChg>
      </pc:sldChg>
    </pc:docChg>
  </pc:docChgLst>
  <pc:docChgLst>
    <pc:chgData name="Trimboy, Simon" userId="S::simon.trimboy@capgemini.com::858bad2e-90eb-431b-96f6-0c4f2953b5ea" providerId="AD" clId="Web-{16AC927B-123B-BC5A-C73D-469EA57CC527}"/>
    <pc:docChg chg="modSld">
      <pc:chgData name="Trimboy, Simon" userId="S::simon.trimboy@capgemini.com::858bad2e-90eb-431b-96f6-0c4f2953b5ea" providerId="AD" clId="Web-{16AC927B-123B-BC5A-C73D-469EA57CC527}" dt="2026-03-31T13:19:56.684" v="19" actId="20577"/>
      <pc:docMkLst>
        <pc:docMk/>
      </pc:docMkLst>
      <pc:sldChg chg="modSp">
        <pc:chgData name="Trimboy, Simon" userId="S::simon.trimboy@capgemini.com::858bad2e-90eb-431b-96f6-0c4f2953b5ea" providerId="AD" clId="Web-{16AC927B-123B-BC5A-C73D-469EA57CC527}" dt="2026-03-31T13:19:56.684" v="19" actId="20577"/>
        <pc:sldMkLst>
          <pc:docMk/>
          <pc:sldMk cId="3826729619" sldId="2145706669"/>
        </pc:sldMkLst>
        <pc:spChg chg="mod">
          <ac:chgData name="Trimboy, Simon" userId="S::simon.trimboy@capgemini.com::858bad2e-90eb-431b-96f6-0c4f2953b5ea" providerId="AD" clId="Web-{16AC927B-123B-BC5A-C73D-469EA57CC527}" dt="2026-03-31T13:19:56.684" v="19" actId="20577"/>
          <ac:spMkLst>
            <pc:docMk/>
            <pc:sldMk cId="3826729619" sldId="2145706669"/>
            <ac:spMk id="27" creationId="{3E56202C-5B2D-99F6-7B01-54C59BE2F566}"/>
          </ac:spMkLst>
        </pc:spChg>
      </pc:sldChg>
    </pc:docChg>
  </pc:docChgLst>
  <pc:docChgLst>
    <pc:chgData name="Nazir Shaikh, Sameer" userId="3238b135-2a68-4698-bcc1-df2913656b6a" providerId="ADAL" clId="{B78FA137-0FBF-492F-AEE4-AE50A9112CF0}"/>
    <pc:docChg chg="sldOrd">
      <pc:chgData name="Nazir Shaikh, Sameer" userId="3238b135-2a68-4698-bcc1-df2913656b6a" providerId="ADAL" clId="{B78FA137-0FBF-492F-AEE4-AE50A9112CF0}" dt="2026-03-30T11:55:08.761" v="0" actId="20578"/>
      <pc:docMkLst>
        <pc:docMk/>
      </pc:docMkLst>
      <pc:sldChg chg="ord">
        <pc:chgData name="Nazir Shaikh, Sameer" userId="3238b135-2a68-4698-bcc1-df2913656b6a" providerId="ADAL" clId="{B78FA137-0FBF-492F-AEE4-AE50A9112CF0}" dt="2026-03-30T11:55:08.761" v="0" actId="20578"/>
        <pc:sldMkLst>
          <pc:docMk/>
          <pc:sldMk cId="4141162053" sldId="263"/>
        </pc:sldMkLst>
      </pc:sldChg>
    </pc:docChg>
  </pc:docChgLst>
  <pc:docChgLst>
    <pc:chgData name="Trimboy, Simon" userId="S::simon.trimboy@capgemini.com::858bad2e-90eb-431b-96f6-0c4f2953b5ea" providerId="AD" clId="Web-{A6AACACA-2086-93AA-9873-F015D51EA052}"/>
    <pc:docChg chg="modSld">
      <pc:chgData name="Trimboy, Simon" userId="S::simon.trimboy@capgemini.com::858bad2e-90eb-431b-96f6-0c4f2953b5ea" providerId="AD" clId="Web-{A6AACACA-2086-93AA-9873-F015D51EA052}" dt="2026-03-31T13:14:46.664" v="2" actId="20577"/>
      <pc:docMkLst>
        <pc:docMk/>
      </pc:docMkLst>
      <pc:sldChg chg="modSp">
        <pc:chgData name="Trimboy, Simon" userId="S::simon.trimboy@capgemini.com::858bad2e-90eb-431b-96f6-0c4f2953b5ea" providerId="AD" clId="Web-{A6AACACA-2086-93AA-9873-F015D51EA052}" dt="2026-03-31T13:14:46.664" v="2" actId="20577"/>
        <pc:sldMkLst>
          <pc:docMk/>
          <pc:sldMk cId="3826729619" sldId="2145706669"/>
        </pc:sldMkLst>
        <pc:spChg chg="mod">
          <ac:chgData name="Trimboy, Simon" userId="S::simon.trimboy@capgemini.com::858bad2e-90eb-431b-96f6-0c4f2953b5ea" providerId="AD" clId="Web-{A6AACACA-2086-93AA-9873-F015D51EA052}" dt="2026-03-31T13:14:46.664" v="2" actId="20577"/>
          <ac:spMkLst>
            <pc:docMk/>
            <pc:sldMk cId="3826729619" sldId="2145706669"/>
            <ac:spMk id="27" creationId="{3E56202C-5B2D-99F6-7B01-54C59BE2F566}"/>
          </ac:spMkLst>
        </pc:spChg>
      </pc:sldChg>
    </pc:docChg>
  </pc:docChgLst>
  <pc:docChgLst>
    <pc:chgData name="Balagopalan Nair, Bhavana" userId="S::bhavana.balagopalan-nair@capgemini.com::ed196ea2-11ec-4461-9ad6-34dc7e146762" providerId="AD" clId="Web-{C8DA124C-40C2-28CB-4537-F54C76C5F6F1}"/>
    <pc:docChg chg="modSld">
      <pc:chgData name="Balagopalan Nair, Bhavana" userId="S::bhavana.balagopalan-nair@capgemini.com::ed196ea2-11ec-4461-9ad6-34dc7e146762" providerId="AD" clId="Web-{C8DA124C-40C2-28CB-4537-F54C76C5F6F1}" dt="2026-03-27T16:34:26.285" v="1" actId="14100"/>
      <pc:docMkLst>
        <pc:docMk/>
      </pc:docMkLst>
      <pc:sldChg chg="modSp">
        <pc:chgData name="Balagopalan Nair, Bhavana" userId="S::bhavana.balagopalan-nair@capgemini.com::ed196ea2-11ec-4461-9ad6-34dc7e146762" providerId="AD" clId="Web-{C8DA124C-40C2-28CB-4537-F54C76C5F6F1}" dt="2026-03-27T16:34:26.285" v="1" actId="14100"/>
        <pc:sldMkLst>
          <pc:docMk/>
          <pc:sldMk cId="631914023" sldId="257"/>
        </pc:sldMkLst>
        <pc:spChg chg="mod">
          <ac:chgData name="Balagopalan Nair, Bhavana" userId="S::bhavana.balagopalan-nair@capgemini.com::ed196ea2-11ec-4461-9ad6-34dc7e146762" providerId="AD" clId="Web-{C8DA124C-40C2-28CB-4537-F54C76C5F6F1}" dt="2026-03-27T16:34:26.285" v="1" actId="14100"/>
          <ac:spMkLst>
            <pc:docMk/>
            <pc:sldMk cId="631914023" sldId="257"/>
            <ac:spMk id="27" creationId="{C05F34D7-5322-37EE-A24C-3FA42C47D4B2}"/>
          </ac:spMkLst>
        </pc:spChg>
      </pc:sld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image" Target="../media/image14.svg"/><Relationship Id="rId6" Type="http://schemas.openxmlformats.org/officeDocument/2006/relationships/image" Target="../media/image19.svg"/><Relationship Id="rId5" Type="http://schemas.openxmlformats.org/officeDocument/2006/relationships/image" Target="../media/image18.svg"/><Relationship Id="rId4" Type="http://schemas.openxmlformats.org/officeDocument/2006/relationships/image" Target="../media/image17.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image" Target="../media/image14.svg"/><Relationship Id="rId6" Type="http://schemas.openxmlformats.org/officeDocument/2006/relationships/image" Target="../media/image19.svg"/><Relationship Id="rId5" Type="http://schemas.openxmlformats.org/officeDocument/2006/relationships/image" Target="../media/image18.svg"/><Relationship Id="rId4" Type="http://schemas.openxmlformats.org/officeDocument/2006/relationships/image" Target="../media/image17.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8B3A940-34E7-4621-84F2-C4CA7502E256}" type="doc">
      <dgm:prSet loTypeId="urn:microsoft.com/office/officeart/2005/8/layout/default" loCatId="list" qsTypeId="urn:microsoft.com/office/officeart/2005/8/quickstyle/simple1" qsCatId="simple" csTypeId="urn:microsoft.com/office/officeart/2005/8/colors/accent1_2" csCatId="accent1" phldr="0"/>
      <dgm:spPr/>
      <dgm:t>
        <a:bodyPr/>
        <a:lstStyle/>
        <a:p>
          <a:endParaRPr lang="en-US"/>
        </a:p>
      </dgm:t>
    </dgm:pt>
    <dgm:pt modelId="{C97EAF90-492D-42A3-B162-F0ACCC7BEED1}">
      <dgm:prSet phldrT="[Text]" phldr="1"/>
      <dgm:spPr/>
      <dgm:t>
        <a:bodyPr/>
        <a:lstStyle/>
        <a:p>
          <a:endParaRPr lang="en-US"/>
        </a:p>
      </dgm:t>
    </dgm:pt>
    <dgm:pt modelId="{F828F779-1DD3-4AFC-8FC9-1F8BA388139A}" type="parTrans" cxnId="{77147DF3-2454-42C9-9FAE-BEBD9703A1A5}">
      <dgm:prSet/>
      <dgm:spPr/>
      <dgm:t>
        <a:bodyPr/>
        <a:lstStyle/>
        <a:p>
          <a:endParaRPr lang="en-US"/>
        </a:p>
      </dgm:t>
    </dgm:pt>
    <dgm:pt modelId="{FE717E21-1C46-4453-A912-8A49ED14ADE4}" type="sibTrans" cxnId="{77147DF3-2454-42C9-9FAE-BEBD9703A1A5}">
      <dgm:prSet/>
      <dgm:spPr/>
      <dgm:t>
        <a:bodyPr/>
        <a:lstStyle/>
        <a:p>
          <a:endParaRPr lang="en-US"/>
        </a:p>
      </dgm:t>
    </dgm:pt>
    <dgm:pt modelId="{416E625D-F3AD-4F42-8CC6-FA6F000F7680}">
      <dgm:prSet phldrT="[Text]" phldr="1"/>
      <dgm:spPr/>
      <dgm:t>
        <a:bodyPr/>
        <a:lstStyle/>
        <a:p>
          <a:endParaRPr lang="en-US"/>
        </a:p>
      </dgm:t>
    </dgm:pt>
    <dgm:pt modelId="{5D001D2E-9A1A-4007-A00C-110764426DCB}" type="parTrans" cxnId="{B02E88B7-B5AE-421C-AE93-7E965F7DB8C7}">
      <dgm:prSet/>
      <dgm:spPr/>
      <dgm:t>
        <a:bodyPr/>
        <a:lstStyle/>
        <a:p>
          <a:endParaRPr lang="en-US"/>
        </a:p>
      </dgm:t>
    </dgm:pt>
    <dgm:pt modelId="{8B9C5376-A5A5-4379-8709-502094E1A993}" type="sibTrans" cxnId="{B02E88B7-B5AE-421C-AE93-7E965F7DB8C7}">
      <dgm:prSet/>
      <dgm:spPr/>
      <dgm:t>
        <a:bodyPr/>
        <a:lstStyle/>
        <a:p>
          <a:endParaRPr lang="en-US"/>
        </a:p>
      </dgm:t>
    </dgm:pt>
    <dgm:pt modelId="{B0F573E1-41E0-471E-9F77-1201E5EA1ED5}">
      <dgm:prSet phldrT="[Text]" phldr="1"/>
      <dgm:spPr/>
      <dgm:t>
        <a:bodyPr/>
        <a:lstStyle/>
        <a:p>
          <a:endParaRPr lang="en-US"/>
        </a:p>
      </dgm:t>
    </dgm:pt>
    <dgm:pt modelId="{009E6704-EB0D-4CB0-A995-1EE021FA02D0}" type="parTrans" cxnId="{67DCDE8A-96B0-4698-98FE-B90EC6DC68C3}">
      <dgm:prSet/>
      <dgm:spPr/>
      <dgm:t>
        <a:bodyPr/>
        <a:lstStyle/>
        <a:p>
          <a:endParaRPr lang="en-US"/>
        </a:p>
      </dgm:t>
    </dgm:pt>
    <dgm:pt modelId="{75F77700-6CD7-44F6-A879-837DDCBA18DD}" type="sibTrans" cxnId="{67DCDE8A-96B0-4698-98FE-B90EC6DC68C3}">
      <dgm:prSet/>
      <dgm:spPr/>
      <dgm:t>
        <a:bodyPr/>
        <a:lstStyle/>
        <a:p>
          <a:endParaRPr lang="en-US"/>
        </a:p>
      </dgm:t>
    </dgm:pt>
    <dgm:pt modelId="{C560DE04-14CA-4CF2-9BC9-51E5D536C02C}">
      <dgm:prSet phldrT="[Text]" phldr="1"/>
      <dgm:spPr/>
      <dgm:t>
        <a:bodyPr/>
        <a:lstStyle/>
        <a:p>
          <a:endParaRPr lang="en-US"/>
        </a:p>
      </dgm:t>
    </dgm:pt>
    <dgm:pt modelId="{7C6AE16F-5A5C-49B6-B693-A50CA03C1822}" type="parTrans" cxnId="{708FAC72-E414-450A-883A-B6C05D5E3E1C}">
      <dgm:prSet/>
      <dgm:spPr/>
      <dgm:t>
        <a:bodyPr/>
        <a:lstStyle/>
        <a:p>
          <a:endParaRPr lang="en-US"/>
        </a:p>
      </dgm:t>
    </dgm:pt>
    <dgm:pt modelId="{41F692AC-991F-4DEB-B315-66DBF68D4032}" type="sibTrans" cxnId="{708FAC72-E414-450A-883A-B6C05D5E3E1C}">
      <dgm:prSet/>
      <dgm:spPr/>
      <dgm:t>
        <a:bodyPr/>
        <a:lstStyle/>
        <a:p>
          <a:endParaRPr lang="en-US"/>
        </a:p>
      </dgm:t>
    </dgm:pt>
    <dgm:pt modelId="{AE7738AB-A7F9-4F62-92DF-A1572CF038BB}">
      <dgm:prSet phldrT="[Text]" phldr="1"/>
      <dgm:spPr/>
      <dgm:t>
        <a:bodyPr/>
        <a:lstStyle/>
        <a:p>
          <a:endParaRPr lang="en-US"/>
        </a:p>
      </dgm:t>
    </dgm:pt>
    <dgm:pt modelId="{315522A0-B679-4763-B964-3FBA96E0D9BC}" type="parTrans" cxnId="{BD2BAFA9-99A6-4A14-87A9-1D3B3AA64588}">
      <dgm:prSet/>
      <dgm:spPr/>
      <dgm:t>
        <a:bodyPr/>
        <a:lstStyle/>
        <a:p>
          <a:endParaRPr lang="en-US"/>
        </a:p>
      </dgm:t>
    </dgm:pt>
    <dgm:pt modelId="{AA3168E4-0171-42B5-93B5-8DC8FED916E2}" type="sibTrans" cxnId="{BD2BAFA9-99A6-4A14-87A9-1D3B3AA64588}">
      <dgm:prSet/>
      <dgm:spPr/>
      <dgm:t>
        <a:bodyPr/>
        <a:lstStyle/>
        <a:p>
          <a:endParaRPr lang="en-US"/>
        </a:p>
      </dgm:t>
    </dgm:pt>
    <dgm:pt modelId="{460C01D0-68E5-4811-9D7E-ADE532D4BAED}" type="pres">
      <dgm:prSet presAssocID="{58B3A940-34E7-4621-84F2-C4CA7502E256}" presName="diagram" presStyleCnt="0">
        <dgm:presLayoutVars>
          <dgm:dir/>
          <dgm:resizeHandles val="exact"/>
        </dgm:presLayoutVars>
      </dgm:prSet>
      <dgm:spPr/>
    </dgm:pt>
    <dgm:pt modelId="{211F04F6-4307-4515-B241-63F232B0CB3E}" type="pres">
      <dgm:prSet presAssocID="{C97EAF90-492D-42A3-B162-F0ACCC7BEED1}" presName="node" presStyleLbl="node1" presStyleIdx="0" presStyleCnt="5">
        <dgm:presLayoutVars>
          <dgm:bulletEnabled val="1"/>
        </dgm:presLayoutVars>
      </dgm:prSet>
      <dgm:spPr/>
    </dgm:pt>
    <dgm:pt modelId="{D2CF0BF3-5F79-4F6C-AF7F-0C562E92433A}" type="pres">
      <dgm:prSet presAssocID="{FE717E21-1C46-4453-A912-8A49ED14ADE4}" presName="sibTrans" presStyleCnt="0"/>
      <dgm:spPr/>
    </dgm:pt>
    <dgm:pt modelId="{000EEE16-3412-4F4E-8CCD-F934C9D7F146}" type="pres">
      <dgm:prSet presAssocID="{416E625D-F3AD-4F42-8CC6-FA6F000F7680}" presName="node" presStyleLbl="node1" presStyleIdx="1" presStyleCnt="5">
        <dgm:presLayoutVars>
          <dgm:bulletEnabled val="1"/>
        </dgm:presLayoutVars>
      </dgm:prSet>
      <dgm:spPr/>
    </dgm:pt>
    <dgm:pt modelId="{27CB0101-2319-4D50-B0EA-A5D857A34B1C}" type="pres">
      <dgm:prSet presAssocID="{8B9C5376-A5A5-4379-8709-502094E1A993}" presName="sibTrans" presStyleCnt="0"/>
      <dgm:spPr/>
    </dgm:pt>
    <dgm:pt modelId="{0F814ED6-6C1A-40D1-BB68-EA1B4538DA04}" type="pres">
      <dgm:prSet presAssocID="{B0F573E1-41E0-471E-9F77-1201E5EA1ED5}" presName="node" presStyleLbl="node1" presStyleIdx="2" presStyleCnt="5">
        <dgm:presLayoutVars>
          <dgm:bulletEnabled val="1"/>
        </dgm:presLayoutVars>
      </dgm:prSet>
      <dgm:spPr/>
    </dgm:pt>
    <dgm:pt modelId="{9E28AF2E-C30A-4F7E-98EF-82FDB8FE4BB2}" type="pres">
      <dgm:prSet presAssocID="{75F77700-6CD7-44F6-A879-837DDCBA18DD}" presName="sibTrans" presStyleCnt="0"/>
      <dgm:spPr/>
    </dgm:pt>
    <dgm:pt modelId="{4C85A490-F7E0-4F11-B3BB-3626AC75A82E}" type="pres">
      <dgm:prSet presAssocID="{C560DE04-14CA-4CF2-9BC9-51E5D536C02C}" presName="node" presStyleLbl="node1" presStyleIdx="3" presStyleCnt="5">
        <dgm:presLayoutVars>
          <dgm:bulletEnabled val="1"/>
        </dgm:presLayoutVars>
      </dgm:prSet>
      <dgm:spPr/>
    </dgm:pt>
    <dgm:pt modelId="{E3887FD1-8BE0-4DE3-99F4-641EB1F54C95}" type="pres">
      <dgm:prSet presAssocID="{41F692AC-991F-4DEB-B315-66DBF68D4032}" presName="sibTrans" presStyleCnt="0"/>
      <dgm:spPr/>
    </dgm:pt>
    <dgm:pt modelId="{5FCE8B4B-B98C-498C-B13B-04028B8DF99F}" type="pres">
      <dgm:prSet presAssocID="{AE7738AB-A7F9-4F62-92DF-A1572CF038BB}" presName="node" presStyleLbl="node1" presStyleIdx="4" presStyleCnt="5">
        <dgm:presLayoutVars>
          <dgm:bulletEnabled val="1"/>
        </dgm:presLayoutVars>
      </dgm:prSet>
      <dgm:spPr/>
    </dgm:pt>
  </dgm:ptLst>
  <dgm:cxnLst>
    <dgm:cxn modelId="{1BA9D003-1583-4F9E-BDDF-BAC1AFFAA489}" type="presOf" srcId="{416E625D-F3AD-4F42-8CC6-FA6F000F7680}" destId="{000EEE16-3412-4F4E-8CCD-F934C9D7F146}" srcOrd="0" destOrd="0" presId="urn:microsoft.com/office/officeart/2005/8/layout/default"/>
    <dgm:cxn modelId="{39A21B19-2DFC-44CF-B953-7713FC634EFE}" type="presOf" srcId="{C97EAF90-492D-42A3-B162-F0ACCC7BEED1}" destId="{211F04F6-4307-4515-B241-63F232B0CB3E}" srcOrd="0" destOrd="0" presId="urn:microsoft.com/office/officeart/2005/8/layout/default"/>
    <dgm:cxn modelId="{6F909F45-EE07-4EEA-8CCF-E14CD11B11A8}" type="presOf" srcId="{B0F573E1-41E0-471E-9F77-1201E5EA1ED5}" destId="{0F814ED6-6C1A-40D1-BB68-EA1B4538DA04}" srcOrd="0" destOrd="0" presId="urn:microsoft.com/office/officeart/2005/8/layout/default"/>
    <dgm:cxn modelId="{BC713C52-EE75-4F93-93EC-F075B20AC62D}" type="presOf" srcId="{AE7738AB-A7F9-4F62-92DF-A1572CF038BB}" destId="{5FCE8B4B-B98C-498C-B13B-04028B8DF99F}" srcOrd="0" destOrd="0" presId="urn:microsoft.com/office/officeart/2005/8/layout/default"/>
    <dgm:cxn modelId="{708FAC72-E414-450A-883A-B6C05D5E3E1C}" srcId="{58B3A940-34E7-4621-84F2-C4CA7502E256}" destId="{C560DE04-14CA-4CF2-9BC9-51E5D536C02C}" srcOrd="3" destOrd="0" parTransId="{7C6AE16F-5A5C-49B6-B693-A50CA03C1822}" sibTransId="{41F692AC-991F-4DEB-B315-66DBF68D4032}"/>
    <dgm:cxn modelId="{67DCDE8A-96B0-4698-98FE-B90EC6DC68C3}" srcId="{58B3A940-34E7-4621-84F2-C4CA7502E256}" destId="{B0F573E1-41E0-471E-9F77-1201E5EA1ED5}" srcOrd="2" destOrd="0" parTransId="{009E6704-EB0D-4CB0-A995-1EE021FA02D0}" sibTransId="{75F77700-6CD7-44F6-A879-837DDCBA18DD}"/>
    <dgm:cxn modelId="{BD2BAFA9-99A6-4A14-87A9-1D3B3AA64588}" srcId="{58B3A940-34E7-4621-84F2-C4CA7502E256}" destId="{AE7738AB-A7F9-4F62-92DF-A1572CF038BB}" srcOrd="4" destOrd="0" parTransId="{315522A0-B679-4763-B964-3FBA96E0D9BC}" sibTransId="{AA3168E4-0171-42B5-93B5-8DC8FED916E2}"/>
    <dgm:cxn modelId="{B02E88B7-B5AE-421C-AE93-7E965F7DB8C7}" srcId="{58B3A940-34E7-4621-84F2-C4CA7502E256}" destId="{416E625D-F3AD-4F42-8CC6-FA6F000F7680}" srcOrd="1" destOrd="0" parTransId="{5D001D2E-9A1A-4007-A00C-110764426DCB}" sibTransId="{8B9C5376-A5A5-4379-8709-502094E1A993}"/>
    <dgm:cxn modelId="{76B597B8-7861-43D8-9283-2C2AFB54AA7D}" type="presOf" srcId="{C560DE04-14CA-4CF2-9BC9-51E5D536C02C}" destId="{4C85A490-F7E0-4F11-B3BB-3626AC75A82E}" srcOrd="0" destOrd="0" presId="urn:microsoft.com/office/officeart/2005/8/layout/default"/>
    <dgm:cxn modelId="{772B9ABD-5BBC-4453-BA73-A2CC9697D431}" type="presOf" srcId="{58B3A940-34E7-4621-84F2-C4CA7502E256}" destId="{460C01D0-68E5-4811-9D7E-ADE532D4BAED}" srcOrd="0" destOrd="0" presId="urn:microsoft.com/office/officeart/2005/8/layout/default"/>
    <dgm:cxn modelId="{77147DF3-2454-42C9-9FAE-BEBD9703A1A5}" srcId="{58B3A940-34E7-4621-84F2-C4CA7502E256}" destId="{C97EAF90-492D-42A3-B162-F0ACCC7BEED1}" srcOrd="0" destOrd="0" parTransId="{F828F779-1DD3-4AFC-8FC9-1F8BA388139A}" sibTransId="{FE717E21-1C46-4453-A912-8A49ED14ADE4}"/>
    <dgm:cxn modelId="{0F78AE0C-7595-456C-A952-BC959B1C69E8}" type="presParOf" srcId="{460C01D0-68E5-4811-9D7E-ADE532D4BAED}" destId="{211F04F6-4307-4515-B241-63F232B0CB3E}" srcOrd="0" destOrd="0" presId="urn:microsoft.com/office/officeart/2005/8/layout/default"/>
    <dgm:cxn modelId="{AB675BEC-8209-4B28-891E-643A50AF8E03}" type="presParOf" srcId="{460C01D0-68E5-4811-9D7E-ADE532D4BAED}" destId="{D2CF0BF3-5F79-4F6C-AF7F-0C562E92433A}" srcOrd="1" destOrd="0" presId="urn:microsoft.com/office/officeart/2005/8/layout/default"/>
    <dgm:cxn modelId="{02707845-DFD8-422E-BC78-F2D738E5083A}" type="presParOf" srcId="{460C01D0-68E5-4811-9D7E-ADE532D4BAED}" destId="{000EEE16-3412-4F4E-8CCD-F934C9D7F146}" srcOrd="2" destOrd="0" presId="urn:microsoft.com/office/officeart/2005/8/layout/default"/>
    <dgm:cxn modelId="{80BC21BA-B3D1-415A-8193-946CFF28B06F}" type="presParOf" srcId="{460C01D0-68E5-4811-9D7E-ADE532D4BAED}" destId="{27CB0101-2319-4D50-B0EA-A5D857A34B1C}" srcOrd="3" destOrd="0" presId="urn:microsoft.com/office/officeart/2005/8/layout/default"/>
    <dgm:cxn modelId="{5B60DA99-3B3D-44F0-BDEE-20055A90F2E8}" type="presParOf" srcId="{460C01D0-68E5-4811-9D7E-ADE532D4BAED}" destId="{0F814ED6-6C1A-40D1-BB68-EA1B4538DA04}" srcOrd="4" destOrd="0" presId="urn:microsoft.com/office/officeart/2005/8/layout/default"/>
    <dgm:cxn modelId="{8D34ECB0-43EC-4F50-88FB-31530971B884}" type="presParOf" srcId="{460C01D0-68E5-4811-9D7E-ADE532D4BAED}" destId="{9E28AF2E-C30A-4F7E-98EF-82FDB8FE4BB2}" srcOrd="5" destOrd="0" presId="urn:microsoft.com/office/officeart/2005/8/layout/default"/>
    <dgm:cxn modelId="{6CD56077-6581-4FAC-BAF3-380E9F131E25}" type="presParOf" srcId="{460C01D0-68E5-4811-9D7E-ADE532D4BAED}" destId="{4C85A490-F7E0-4F11-B3BB-3626AC75A82E}" srcOrd="6" destOrd="0" presId="urn:microsoft.com/office/officeart/2005/8/layout/default"/>
    <dgm:cxn modelId="{364BA4E4-62E3-45F8-AEFE-0597A658DF8E}" type="presParOf" srcId="{460C01D0-68E5-4811-9D7E-ADE532D4BAED}" destId="{E3887FD1-8BE0-4DE3-99F4-641EB1F54C95}" srcOrd="7" destOrd="0" presId="urn:microsoft.com/office/officeart/2005/8/layout/default"/>
    <dgm:cxn modelId="{886DE0DE-E974-4E06-9F80-AF9AE5BCA709}" type="presParOf" srcId="{460C01D0-68E5-4811-9D7E-ADE532D4BAED}" destId="{5FCE8B4B-B98C-498C-B13B-04028B8DF99F}"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8651682-E79B-4F60-9D59-B106A9F4D62E}"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639D769B-C078-4E3D-808B-B30ED49D4343}">
      <dgm:prSet/>
      <dgm:spPr/>
      <dgm:t>
        <a:bodyPr/>
        <a:lstStyle/>
        <a:p>
          <a:pPr rtl="0">
            <a:lnSpc>
              <a:spcPct val="100000"/>
            </a:lnSpc>
          </a:pPr>
          <a:r>
            <a:rPr lang="en-US"/>
            <a:t>The purpose of this </a:t>
          </a:r>
          <a:r>
            <a:rPr lang="en-US">
              <a:latin typeface="Ubuntu Medium"/>
            </a:rPr>
            <a:t>template is</a:t>
          </a:r>
          <a:r>
            <a:rPr lang="en-US"/>
            <a:t> to provide a guidance of the key elements that need to be covered by the different teams who participate in the Microsoft Agentic Industry Hackathon 2026 initiative.</a:t>
          </a:r>
        </a:p>
      </dgm:t>
    </dgm:pt>
    <dgm:pt modelId="{FF4DB434-2A73-487E-A2C6-D4B056B8E37C}" type="parTrans" cxnId="{D0F0435F-768E-4F56-A2E3-F75EC15287A6}">
      <dgm:prSet/>
      <dgm:spPr/>
      <dgm:t>
        <a:bodyPr/>
        <a:lstStyle/>
        <a:p>
          <a:endParaRPr lang="en-US"/>
        </a:p>
      </dgm:t>
    </dgm:pt>
    <dgm:pt modelId="{4330486B-EBFC-43AC-8A15-5EB87324AFC4}" type="sibTrans" cxnId="{D0F0435F-768E-4F56-A2E3-F75EC15287A6}">
      <dgm:prSet/>
      <dgm:spPr/>
      <dgm:t>
        <a:bodyPr/>
        <a:lstStyle/>
        <a:p>
          <a:endParaRPr lang="en-US"/>
        </a:p>
      </dgm:t>
    </dgm:pt>
    <dgm:pt modelId="{BD249395-2277-4587-A68B-94A7AC7DE4F9}">
      <dgm:prSet/>
      <dgm:spPr/>
      <dgm:t>
        <a:bodyPr/>
        <a:lstStyle/>
        <a:p>
          <a:pPr>
            <a:lnSpc>
              <a:spcPct val="100000"/>
            </a:lnSpc>
          </a:pPr>
          <a:r>
            <a:rPr lang="en-US"/>
            <a:t>The whole initiative starts with an idea: How we can use AI Agents to improve the business. </a:t>
          </a:r>
        </a:p>
      </dgm:t>
    </dgm:pt>
    <dgm:pt modelId="{7C94E645-28DA-416B-9FF1-163FC5077D11}" type="parTrans" cxnId="{A47A7D6B-E15A-4C3D-A9F4-3B969B55C272}">
      <dgm:prSet/>
      <dgm:spPr/>
      <dgm:t>
        <a:bodyPr/>
        <a:lstStyle/>
        <a:p>
          <a:endParaRPr lang="en-US"/>
        </a:p>
      </dgm:t>
    </dgm:pt>
    <dgm:pt modelId="{5DF9B465-2C5B-4EC6-BDE9-241B94786482}" type="sibTrans" cxnId="{A47A7D6B-E15A-4C3D-A9F4-3B969B55C272}">
      <dgm:prSet/>
      <dgm:spPr/>
      <dgm:t>
        <a:bodyPr/>
        <a:lstStyle/>
        <a:p>
          <a:endParaRPr lang="en-US"/>
        </a:p>
      </dgm:t>
    </dgm:pt>
    <dgm:pt modelId="{EA99DCDB-7592-467D-B49E-30C50B0EC959}">
      <dgm:prSet/>
      <dgm:spPr/>
      <dgm:t>
        <a:bodyPr/>
        <a:lstStyle/>
        <a:p>
          <a:pPr>
            <a:lnSpc>
              <a:spcPct val="100000"/>
            </a:lnSpc>
          </a:pPr>
          <a:r>
            <a:rPr lang="en-US"/>
            <a:t>Once the idea is clear, use this template to define and design the Use Case around it so it can be evaluated by the Microsoft Agentic Industry Hackathon 2026 judging team who will decide which ones are the best ones to move to the implementation phase. To evaluate each idea, it must come with the elements described in this deck, so apples can be compared with apples.</a:t>
          </a:r>
        </a:p>
      </dgm:t>
    </dgm:pt>
    <dgm:pt modelId="{53B22150-776D-4337-803A-717DF3EA9FA9}" type="parTrans" cxnId="{0D7BE0E1-7377-4A39-9EE6-0E9CD2C901F8}">
      <dgm:prSet/>
      <dgm:spPr/>
      <dgm:t>
        <a:bodyPr/>
        <a:lstStyle/>
        <a:p>
          <a:endParaRPr lang="en-US"/>
        </a:p>
      </dgm:t>
    </dgm:pt>
    <dgm:pt modelId="{12EFA576-C016-40D5-AE2A-E98B3C50DF7F}" type="sibTrans" cxnId="{0D7BE0E1-7377-4A39-9EE6-0E9CD2C901F8}">
      <dgm:prSet/>
      <dgm:spPr/>
      <dgm:t>
        <a:bodyPr/>
        <a:lstStyle/>
        <a:p>
          <a:endParaRPr lang="en-US"/>
        </a:p>
      </dgm:t>
    </dgm:pt>
    <dgm:pt modelId="{A8233EF8-4562-4713-A72F-F698C8C42C64}">
      <dgm:prSet/>
      <dgm:spPr/>
      <dgm:t>
        <a:bodyPr/>
        <a:lstStyle/>
        <a:p>
          <a:pPr>
            <a:lnSpc>
              <a:spcPct val="100000"/>
            </a:lnSpc>
          </a:pPr>
          <a:r>
            <a:rPr lang="en-US"/>
            <a:t>There are 4 key elements to be described:</a:t>
          </a:r>
        </a:p>
      </dgm:t>
    </dgm:pt>
    <dgm:pt modelId="{EC089961-1201-4328-BB28-26A39C183A11}" type="parTrans" cxnId="{2C2602FE-6F9A-4075-9921-A4A49A0DE94C}">
      <dgm:prSet/>
      <dgm:spPr/>
      <dgm:t>
        <a:bodyPr/>
        <a:lstStyle/>
        <a:p>
          <a:endParaRPr lang="en-US"/>
        </a:p>
      </dgm:t>
    </dgm:pt>
    <dgm:pt modelId="{87E7B687-BBC1-417D-97D0-3703907C8047}" type="sibTrans" cxnId="{2C2602FE-6F9A-4075-9921-A4A49A0DE94C}">
      <dgm:prSet/>
      <dgm:spPr/>
      <dgm:t>
        <a:bodyPr/>
        <a:lstStyle/>
        <a:p>
          <a:endParaRPr lang="en-US"/>
        </a:p>
      </dgm:t>
    </dgm:pt>
    <dgm:pt modelId="{8094A723-E59D-4977-8F52-52B50A9EDD88}">
      <dgm:prSet/>
      <dgm:spPr/>
      <dgm:t>
        <a:bodyPr/>
        <a:lstStyle/>
        <a:p>
          <a:pPr>
            <a:lnSpc>
              <a:spcPct val="100000"/>
            </a:lnSpc>
          </a:pPr>
          <a:r>
            <a:rPr lang="en-US"/>
            <a:t>Use Case </a:t>
          </a:r>
          <a:r>
            <a:rPr lang="en-US" b="1"/>
            <a:t>description</a:t>
          </a:r>
          <a:r>
            <a:rPr lang="en-US"/>
            <a:t> from functional and business perspective:</a:t>
          </a:r>
        </a:p>
      </dgm:t>
    </dgm:pt>
    <dgm:pt modelId="{AA5BA9B0-73DC-4C80-8710-EF70B5664A7B}" type="parTrans" cxnId="{BA0FFAE0-8B9A-487A-84FD-1C875673246C}">
      <dgm:prSet/>
      <dgm:spPr/>
      <dgm:t>
        <a:bodyPr/>
        <a:lstStyle/>
        <a:p>
          <a:endParaRPr lang="en-US"/>
        </a:p>
      </dgm:t>
    </dgm:pt>
    <dgm:pt modelId="{5804E049-B08A-44CF-B4D2-25EE09C999BC}" type="sibTrans" cxnId="{BA0FFAE0-8B9A-487A-84FD-1C875673246C}">
      <dgm:prSet/>
      <dgm:spPr/>
      <dgm:t>
        <a:bodyPr/>
        <a:lstStyle/>
        <a:p>
          <a:endParaRPr lang="en-US"/>
        </a:p>
      </dgm:t>
    </dgm:pt>
    <dgm:pt modelId="{3E596880-1691-4074-A145-0DDE4DCD2863}">
      <dgm:prSet/>
      <dgm:spPr/>
      <dgm:t>
        <a:bodyPr/>
        <a:lstStyle/>
        <a:p>
          <a:pPr>
            <a:lnSpc>
              <a:spcPct val="100000"/>
            </a:lnSpc>
          </a:pPr>
          <a:r>
            <a:rPr lang="en-US"/>
            <a:t>Business </a:t>
          </a:r>
          <a:r>
            <a:rPr lang="en-US" b="1"/>
            <a:t>Process</a:t>
          </a:r>
          <a:r>
            <a:rPr lang="en-US"/>
            <a:t> of which the Use Case is part of and what part of the process is covered by the Use Case</a:t>
          </a:r>
        </a:p>
      </dgm:t>
    </dgm:pt>
    <dgm:pt modelId="{90907E50-602A-42A0-966D-3F3B7C5FE4CA}" type="parTrans" cxnId="{9F4611CD-62E3-440F-858F-188F90AF5F56}">
      <dgm:prSet/>
      <dgm:spPr/>
      <dgm:t>
        <a:bodyPr/>
        <a:lstStyle/>
        <a:p>
          <a:endParaRPr lang="en-US"/>
        </a:p>
      </dgm:t>
    </dgm:pt>
    <dgm:pt modelId="{378F83EB-1832-4F2D-93E8-27C6216FADDE}" type="sibTrans" cxnId="{9F4611CD-62E3-440F-858F-188F90AF5F56}">
      <dgm:prSet/>
      <dgm:spPr/>
      <dgm:t>
        <a:bodyPr/>
        <a:lstStyle/>
        <a:p>
          <a:endParaRPr lang="en-US"/>
        </a:p>
      </dgm:t>
    </dgm:pt>
    <dgm:pt modelId="{07FDBBD9-41F0-4FFF-A952-E8D0CA879B3D}">
      <dgm:prSet/>
      <dgm:spPr/>
      <dgm:t>
        <a:bodyPr/>
        <a:lstStyle/>
        <a:p>
          <a:pPr>
            <a:lnSpc>
              <a:spcPct val="100000"/>
            </a:lnSpc>
          </a:pPr>
          <a:r>
            <a:rPr lang="en-US"/>
            <a:t>Business </a:t>
          </a:r>
          <a:r>
            <a:rPr lang="en-US" b="1"/>
            <a:t>Case</a:t>
          </a:r>
          <a:r>
            <a:rPr lang="en-US"/>
            <a:t> to implement it.</a:t>
          </a:r>
        </a:p>
      </dgm:t>
    </dgm:pt>
    <dgm:pt modelId="{0EF3A12C-6B7E-4573-B40B-5D2D1C413985}" type="parTrans" cxnId="{0EB4CECC-A77C-496F-92D0-8EC14F1F3325}">
      <dgm:prSet/>
      <dgm:spPr/>
      <dgm:t>
        <a:bodyPr/>
        <a:lstStyle/>
        <a:p>
          <a:endParaRPr lang="en-US"/>
        </a:p>
      </dgm:t>
    </dgm:pt>
    <dgm:pt modelId="{D787D709-C1D2-4D20-A014-D956CD1C4C52}" type="sibTrans" cxnId="{0EB4CECC-A77C-496F-92D0-8EC14F1F3325}">
      <dgm:prSet/>
      <dgm:spPr/>
      <dgm:t>
        <a:bodyPr/>
        <a:lstStyle/>
        <a:p>
          <a:endParaRPr lang="en-US"/>
        </a:p>
      </dgm:t>
    </dgm:pt>
    <dgm:pt modelId="{787E7E1B-2F7F-4EDE-9D4E-AF09C21A10A6}">
      <dgm:prSet/>
      <dgm:spPr/>
      <dgm:t>
        <a:bodyPr/>
        <a:lstStyle/>
        <a:p>
          <a:pPr>
            <a:lnSpc>
              <a:spcPct val="100000"/>
            </a:lnSpc>
          </a:pPr>
          <a:r>
            <a:rPr lang="en-US"/>
            <a:t>High Level </a:t>
          </a:r>
          <a:r>
            <a:rPr lang="en-US" b="1"/>
            <a:t>Solution</a:t>
          </a:r>
          <a:r>
            <a:rPr lang="en-US"/>
            <a:t> from Functional and Technical perspective</a:t>
          </a:r>
        </a:p>
      </dgm:t>
    </dgm:pt>
    <dgm:pt modelId="{866A69E3-2D8A-4A17-9D44-D60328A9CA82}" type="parTrans" cxnId="{784AEA11-309F-42BA-A3F6-40E687800433}">
      <dgm:prSet/>
      <dgm:spPr/>
      <dgm:t>
        <a:bodyPr/>
        <a:lstStyle/>
        <a:p>
          <a:endParaRPr lang="en-US"/>
        </a:p>
      </dgm:t>
    </dgm:pt>
    <dgm:pt modelId="{E5DC01EA-D26B-4C3E-A64E-AB6ABF636412}" type="sibTrans" cxnId="{784AEA11-309F-42BA-A3F6-40E687800433}">
      <dgm:prSet/>
      <dgm:spPr/>
      <dgm:t>
        <a:bodyPr/>
        <a:lstStyle/>
        <a:p>
          <a:endParaRPr lang="en-US"/>
        </a:p>
      </dgm:t>
    </dgm:pt>
    <dgm:pt modelId="{0E34257D-19E4-40DD-9136-8DA0E81F3FD2}">
      <dgm:prSet/>
      <dgm:spPr/>
      <dgm:t>
        <a:bodyPr/>
        <a:lstStyle/>
        <a:p>
          <a:pPr>
            <a:lnSpc>
              <a:spcPct val="100000"/>
            </a:lnSpc>
          </a:pPr>
          <a:r>
            <a:rPr lang="en-US"/>
            <a:t>The following slides will allow you to provide the necessary content. All the content included is provided as an example. Please update the template master to include the name of the process and update the content accordingly.</a:t>
          </a:r>
        </a:p>
      </dgm:t>
    </dgm:pt>
    <dgm:pt modelId="{47A54B12-FC9F-4C14-AB52-3C1575F03D9C}" type="parTrans" cxnId="{17A0BE9E-BAC7-4CA0-AA6D-61DE05E3DF94}">
      <dgm:prSet/>
      <dgm:spPr/>
      <dgm:t>
        <a:bodyPr/>
        <a:lstStyle/>
        <a:p>
          <a:endParaRPr lang="en-US"/>
        </a:p>
      </dgm:t>
    </dgm:pt>
    <dgm:pt modelId="{C6F88378-EF81-42D7-B4E7-0915D7200DD6}" type="sibTrans" cxnId="{17A0BE9E-BAC7-4CA0-AA6D-61DE05E3DF94}">
      <dgm:prSet/>
      <dgm:spPr/>
      <dgm:t>
        <a:bodyPr/>
        <a:lstStyle/>
        <a:p>
          <a:endParaRPr lang="en-US"/>
        </a:p>
      </dgm:t>
    </dgm:pt>
    <dgm:pt modelId="{DFF19CF5-1DAB-47F2-881D-26E1E5EE6541}">
      <dgm:prSet/>
      <dgm:spPr/>
      <dgm:t>
        <a:bodyPr/>
        <a:lstStyle/>
        <a:p>
          <a:pPr>
            <a:lnSpc>
              <a:spcPct val="100000"/>
            </a:lnSpc>
          </a:pPr>
          <a:r>
            <a:rPr lang="en-US"/>
            <a:t>Good luck!</a:t>
          </a:r>
        </a:p>
      </dgm:t>
    </dgm:pt>
    <dgm:pt modelId="{1B109205-2D6C-4746-A9FB-A3659BD60D02}" type="parTrans" cxnId="{25F33F1D-BFA3-45E0-A08A-FF90FAF36297}">
      <dgm:prSet/>
      <dgm:spPr/>
      <dgm:t>
        <a:bodyPr/>
        <a:lstStyle/>
        <a:p>
          <a:endParaRPr lang="en-US"/>
        </a:p>
      </dgm:t>
    </dgm:pt>
    <dgm:pt modelId="{4B1989C8-14AC-4166-A3C8-7AD19C3B9770}" type="sibTrans" cxnId="{25F33F1D-BFA3-45E0-A08A-FF90FAF36297}">
      <dgm:prSet/>
      <dgm:spPr/>
      <dgm:t>
        <a:bodyPr/>
        <a:lstStyle/>
        <a:p>
          <a:endParaRPr lang="en-US"/>
        </a:p>
      </dgm:t>
    </dgm:pt>
    <dgm:pt modelId="{B6B39C73-79BF-4D77-BCC3-8CF12E85DE49}" type="pres">
      <dgm:prSet presAssocID="{68651682-E79B-4F60-9D59-B106A9F4D62E}" presName="root" presStyleCnt="0">
        <dgm:presLayoutVars>
          <dgm:dir/>
          <dgm:resizeHandles val="exact"/>
        </dgm:presLayoutVars>
      </dgm:prSet>
      <dgm:spPr/>
    </dgm:pt>
    <dgm:pt modelId="{A17083CE-4395-4CE9-8659-20DF747B0531}" type="pres">
      <dgm:prSet presAssocID="{639D769B-C078-4E3D-808B-B30ED49D4343}" presName="compNode" presStyleCnt="0"/>
      <dgm:spPr/>
    </dgm:pt>
    <dgm:pt modelId="{6565E1EB-882F-4F19-B5FA-6C6C85898520}" type="pres">
      <dgm:prSet presAssocID="{639D769B-C078-4E3D-808B-B30ED49D4343}" presName="bgRect" presStyleLbl="bgShp" presStyleIdx="0" presStyleCnt="6"/>
      <dgm:spPr/>
    </dgm:pt>
    <dgm:pt modelId="{DEC5452F-7A67-4EE2-8B60-61CBDF0441FA}" type="pres">
      <dgm:prSet presAssocID="{639D769B-C078-4E3D-808B-B30ED49D4343}" presName="iconRect" presStyleLbl="node1" presStyleIdx="0"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Users"/>
        </a:ext>
      </dgm:extLst>
    </dgm:pt>
    <dgm:pt modelId="{5863E20E-8C18-4819-B3AB-D0C0B05A3E6E}" type="pres">
      <dgm:prSet presAssocID="{639D769B-C078-4E3D-808B-B30ED49D4343}" presName="spaceRect" presStyleCnt="0"/>
      <dgm:spPr/>
    </dgm:pt>
    <dgm:pt modelId="{3AC968D8-0765-4134-9FC6-74D44B73FAE0}" type="pres">
      <dgm:prSet presAssocID="{639D769B-C078-4E3D-808B-B30ED49D4343}" presName="parTx" presStyleLbl="revTx" presStyleIdx="0" presStyleCnt="7">
        <dgm:presLayoutVars>
          <dgm:chMax val="0"/>
          <dgm:chPref val="0"/>
        </dgm:presLayoutVars>
      </dgm:prSet>
      <dgm:spPr/>
    </dgm:pt>
    <dgm:pt modelId="{94091454-DBA3-4514-9EA9-66278601AB36}" type="pres">
      <dgm:prSet presAssocID="{4330486B-EBFC-43AC-8A15-5EB87324AFC4}" presName="sibTrans" presStyleCnt="0"/>
      <dgm:spPr/>
    </dgm:pt>
    <dgm:pt modelId="{D1A11032-B227-4CD9-BFEC-A0F209A870E4}" type="pres">
      <dgm:prSet presAssocID="{BD249395-2277-4587-A68B-94A7AC7DE4F9}" presName="compNode" presStyleCnt="0"/>
      <dgm:spPr/>
    </dgm:pt>
    <dgm:pt modelId="{E0B7A530-D491-4EB8-B4E3-B2095C5D51BF}" type="pres">
      <dgm:prSet presAssocID="{BD249395-2277-4587-A68B-94A7AC7DE4F9}" presName="bgRect" presStyleLbl="bgShp" presStyleIdx="1" presStyleCnt="6"/>
      <dgm:spPr/>
    </dgm:pt>
    <dgm:pt modelId="{BA1BF274-6E7E-4625-B5AB-B1E213F33018}" type="pres">
      <dgm:prSet presAssocID="{BD249395-2277-4587-A68B-94A7AC7DE4F9}" presName="iconRect" presStyleLbl="node1" presStyleIdx="1"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erson with Idea"/>
        </a:ext>
      </dgm:extLst>
    </dgm:pt>
    <dgm:pt modelId="{A4734B12-4144-4164-819C-DCCE89C22B61}" type="pres">
      <dgm:prSet presAssocID="{BD249395-2277-4587-A68B-94A7AC7DE4F9}" presName="spaceRect" presStyleCnt="0"/>
      <dgm:spPr/>
    </dgm:pt>
    <dgm:pt modelId="{64735737-253B-4848-9689-85D71DAC8BFF}" type="pres">
      <dgm:prSet presAssocID="{BD249395-2277-4587-A68B-94A7AC7DE4F9}" presName="parTx" presStyleLbl="revTx" presStyleIdx="1" presStyleCnt="7">
        <dgm:presLayoutVars>
          <dgm:chMax val="0"/>
          <dgm:chPref val="0"/>
        </dgm:presLayoutVars>
      </dgm:prSet>
      <dgm:spPr/>
    </dgm:pt>
    <dgm:pt modelId="{C7AA5A06-0DF0-483B-A63C-1FDB361C2B58}" type="pres">
      <dgm:prSet presAssocID="{5DF9B465-2C5B-4EC6-BDE9-241B94786482}" presName="sibTrans" presStyleCnt="0"/>
      <dgm:spPr/>
    </dgm:pt>
    <dgm:pt modelId="{07E529F4-7D5B-4DD1-833F-13A6C200A9D4}" type="pres">
      <dgm:prSet presAssocID="{EA99DCDB-7592-467D-B49E-30C50B0EC959}" presName="compNode" presStyleCnt="0"/>
      <dgm:spPr/>
    </dgm:pt>
    <dgm:pt modelId="{89B35039-C09C-466F-875B-BE23ADF8A597}" type="pres">
      <dgm:prSet presAssocID="{EA99DCDB-7592-467D-B49E-30C50B0EC959}" presName="bgRect" presStyleLbl="bgShp" presStyleIdx="2" presStyleCnt="6"/>
      <dgm:spPr/>
    </dgm:pt>
    <dgm:pt modelId="{ADBF51B8-A9EC-4D8A-966A-9CEC3DCBE348}" type="pres">
      <dgm:prSet presAssocID="{EA99DCDB-7592-467D-B49E-30C50B0EC959}" presName="iconRect" presStyleLbl="node1" presStyleIdx="2"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Lightbulb"/>
        </a:ext>
      </dgm:extLst>
    </dgm:pt>
    <dgm:pt modelId="{6D283E96-8B4B-4F6F-9A36-34FD9124EF24}" type="pres">
      <dgm:prSet presAssocID="{EA99DCDB-7592-467D-B49E-30C50B0EC959}" presName="spaceRect" presStyleCnt="0"/>
      <dgm:spPr/>
    </dgm:pt>
    <dgm:pt modelId="{EAB3206B-FA3D-4DBA-8076-B6A51C11955F}" type="pres">
      <dgm:prSet presAssocID="{EA99DCDB-7592-467D-B49E-30C50B0EC959}" presName="parTx" presStyleLbl="revTx" presStyleIdx="2" presStyleCnt="7">
        <dgm:presLayoutVars>
          <dgm:chMax val="0"/>
          <dgm:chPref val="0"/>
        </dgm:presLayoutVars>
      </dgm:prSet>
      <dgm:spPr/>
    </dgm:pt>
    <dgm:pt modelId="{0D675D9E-5D54-4C74-9AE2-2176383D5B24}" type="pres">
      <dgm:prSet presAssocID="{12EFA576-C016-40D5-AE2A-E98B3C50DF7F}" presName="sibTrans" presStyleCnt="0"/>
      <dgm:spPr/>
    </dgm:pt>
    <dgm:pt modelId="{75136DCB-E7FD-4207-A4EA-EB8EDED74EF1}" type="pres">
      <dgm:prSet presAssocID="{A8233EF8-4562-4713-A72F-F698C8C42C64}" presName="compNode" presStyleCnt="0"/>
      <dgm:spPr/>
    </dgm:pt>
    <dgm:pt modelId="{9D594C38-FD9A-4CAA-ABD8-93F797ADF645}" type="pres">
      <dgm:prSet presAssocID="{A8233EF8-4562-4713-A72F-F698C8C42C64}" presName="bgRect" presStyleLbl="bgShp" presStyleIdx="3" presStyleCnt="6"/>
      <dgm:spPr/>
    </dgm:pt>
    <dgm:pt modelId="{28412A3B-EF1E-4741-812C-A4749A3568C8}" type="pres">
      <dgm:prSet presAssocID="{A8233EF8-4562-4713-A72F-F698C8C42C64}" presName="iconRect" presStyleLbl="node1" presStyleIdx="3"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ierarchy"/>
        </a:ext>
      </dgm:extLst>
    </dgm:pt>
    <dgm:pt modelId="{F6EC4BDC-1249-425B-9407-EC30BF658FE6}" type="pres">
      <dgm:prSet presAssocID="{A8233EF8-4562-4713-A72F-F698C8C42C64}" presName="spaceRect" presStyleCnt="0"/>
      <dgm:spPr/>
    </dgm:pt>
    <dgm:pt modelId="{2B17FE46-3C99-4C46-96ED-C975A6AC8916}" type="pres">
      <dgm:prSet presAssocID="{A8233EF8-4562-4713-A72F-F698C8C42C64}" presName="parTx" presStyleLbl="revTx" presStyleIdx="3" presStyleCnt="7">
        <dgm:presLayoutVars>
          <dgm:chMax val="0"/>
          <dgm:chPref val="0"/>
        </dgm:presLayoutVars>
      </dgm:prSet>
      <dgm:spPr/>
    </dgm:pt>
    <dgm:pt modelId="{8FC9CE45-2A01-4FC8-9AC7-9998FC0AA68D}" type="pres">
      <dgm:prSet presAssocID="{A8233EF8-4562-4713-A72F-F698C8C42C64}" presName="desTx" presStyleLbl="revTx" presStyleIdx="4" presStyleCnt="7">
        <dgm:presLayoutVars/>
      </dgm:prSet>
      <dgm:spPr/>
    </dgm:pt>
    <dgm:pt modelId="{E3F57FB1-006B-4D51-8DCA-2E471059E8D3}" type="pres">
      <dgm:prSet presAssocID="{87E7B687-BBC1-417D-97D0-3703907C8047}" presName="sibTrans" presStyleCnt="0"/>
      <dgm:spPr/>
    </dgm:pt>
    <dgm:pt modelId="{2A7B4432-F2CF-423A-8682-90E3CFA560EB}" type="pres">
      <dgm:prSet presAssocID="{0E34257D-19E4-40DD-9136-8DA0E81F3FD2}" presName="compNode" presStyleCnt="0"/>
      <dgm:spPr/>
    </dgm:pt>
    <dgm:pt modelId="{9B869973-147C-4232-A98F-CF2C30C4A5A2}" type="pres">
      <dgm:prSet presAssocID="{0E34257D-19E4-40DD-9136-8DA0E81F3FD2}" presName="bgRect" presStyleLbl="bgShp" presStyleIdx="4" presStyleCnt="6"/>
      <dgm:spPr/>
    </dgm:pt>
    <dgm:pt modelId="{B775BF5D-946A-4D7B-8E33-2B91C24F46E0}" type="pres">
      <dgm:prSet presAssocID="{0E34257D-19E4-40DD-9136-8DA0E81F3FD2}" presName="iconRect" presStyleLbl="node1" presStyleIdx="4"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Document"/>
        </a:ext>
      </dgm:extLst>
    </dgm:pt>
    <dgm:pt modelId="{8B25AF82-32E6-4158-B503-683CD602163D}" type="pres">
      <dgm:prSet presAssocID="{0E34257D-19E4-40DD-9136-8DA0E81F3FD2}" presName="spaceRect" presStyleCnt="0"/>
      <dgm:spPr/>
    </dgm:pt>
    <dgm:pt modelId="{6F204213-7C99-44F2-88C8-CCF8506ECFCD}" type="pres">
      <dgm:prSet presAssocID="{0E34257D-19E4-40DD-9136-8DA0E81F3FD2}" presName="parTx" presStyleLbl="revTx" presStyleIdx="5" presStyleCnt="7">
        <dgm:presLayoutVars>
          <dgm:chMax val="0"/>
          <dgm:chPref val="0"/>
        </dgm:presLayoutVars>
      </dgm:prSet>
      <dgm:spPr/>
    </dgm:pt>
    <dgm:pt modelId="{820852DF-B7DA-4752-8D7F-10FDFDDBC565}" type="pres">
      <dgm:prSet presAssocID="{C6F88378-EF81-42D7-B4E7-0915D7200DD6}" presName="sibTrans" presStyleCnt="0"/>
      <dgm:spPr/>
    </dgm:pt>
    <dgm:pt modelId="{FD31A1E8-2393-4DE5-8AA2-CB0702A1BC48}" type="pres">
      <dgm:prSet presAssocID="{DFF19CF5-1DAB-47F2-881D-26E1E5EE6541}" presName="compNode" presStyleCnt="0"/>
      <dgm:spPr/>
    </dgm:pt>
    <dgm:pt modelId="{50C6CF35-73AA-4F7D-887C-EBC8FD51E56E}" type="pres">
      <dgm:prSet presAssocID="{DFF19CF5-1DAB-47F2-881D-26E1E5EE6541}" presName="bgRect" presStyleLbl="bgShp" presStyleIdx="5" presStyleCnt="6"/>
      <dgm:spPr/>
    </dgm:pt>
    <dgm:pt modelId="{74AD7D73-A8F5-4039-8F87-AA7FA5B50731}" type="pres">
      <dgm:prSet presAssocID="{DFF19CF5-1DAB-47F2-881D-26E1E5EE6541}" presName="iconRect" presStyleLbl="node1" presStyleIdx="5"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hamrock"/>
        </a:ext>
      </dgm:extLst>
    </dgm:pt>
    <dgm:pt modelId="{94D234A7-400C-43F3-A894-9E63EA2E7D1E}" type="pres">
      <dgm:prSet presAssocID="{DFF19CF5-1DAB-47F2-881D-26E1E5EE6541}" presName="spaceRect" presStyleCnt="0"/>
      <dgm:spPr/>
    </dgm:pt>
    <dgm:pt modelId="{3509E073-4A82-4B0F-9601-91B51AF3D12A}" type="pres">
      <dgm:prSet presAssocID="{DFF19CF5-1DAB-47F2-881D-26E1E5EE6541}" presName="parTx" presStyleLbl="revTx" presStyleIdx="6" presStyleCnt="7">
        <dgm:presLayoutVars>
          <dgm:chMax val="0"/>
          <dgm:chPref val="0"/>
        </dgm:presLayoutVars>
      </dgm:prSet>
      <dgm:spPr/>
    </dgm:pt>
  </dgm:ptLst>
  <dgm:cxnLst>
    <dgm:cxn modelId="{AE535804-0382-41FF-B0F9-44619C30BE22}" type="presOf" srcId="{3E596880-1691-4074-A145-0DDE4DCD2863}" destId="{8FC9CE45-2A01-4FC8-9AC7-9998FC0AA68D}" srcOrd="0" destOrd="1" presId="urn:microsoft.com/office/officeart/2018/2/layout/IconVerticalSolidList"/>
    <dgm:cxn modelId="{92026E0E-4A7A-4C5C-9E14-1659A4D7914C}" type="presOf" srcId="{8094A723-E59D-4977-8F52-52B50A9EDD88}" destId="{8FC9CE45-2A01-4FC8-9AC7-9998FC0AA68D}" srcOrd="0" destOrd="0" presId="urn:microsoft.com/office/officeart/2018/2/layout/IconVerticalSolidList"/>
    <dgm:cxn modelId="{784AEA11-309F-42BA-A3F6-40E687800433}" srcId="{A8233EF8-4562-4713-A72F-F698C8C42C64}" destId="{787E7E1B-2F7F-4EDE-9D4E-AF09C21A10A6}" srcOrd="3" destOrd="0" parTransId="{866A69E3-2D8A-4A17-9D44-D60328A9CA82}" sibTransId="{E5DC01EA-D26B-4C3E-A64E-AB6ABF636412}"/>
    <dgm:cxn modelId="{25F33F1D-BFA3-45E0-A08A-FF90FAF36297}" srcId="{68651682-E79B-4F60-9D59-B106A9F4D62E}" destId="{DFF19CF5-1DAB-47F2-881D-26E1E5EE6541}" srcOrd="5" destOrd="0" parTransId="{1B109205-2D6C-4746-A9FB-A3659BD60D02}" sibTransId="{4B1989C8-14AC-4166-A3C8-7AD19C3B9770}"/>
    <dgm:cxn modelId="{084D0A22-2060-408D-B400-0813D9EDD2F9}" type="presOf" srcId="{787E7E1B-2F7F-4EDE-9D4E-AF09C21A10A6}" destId="{8FC9CE45-2A01-4FC8-9AC7-9998FC0AA68D}" srcOrd="0" destOrd="3" presId="urn:microsoft.com/office/officeart/2018/2/layout/IconVerticalSolidList"/>
    <dgm:cxn modelId="{D0F0435F-768E-4F56-A2E3-F75EC15287A6}" srcId="{68651682-E79B-4F60-9D59-B106A9F4D62E}" destId="{639D769B-C078-4E3D-808B-B30ED49D4343}" srcOrd="0" destOrd="0" parTransId="{FF4DB434-2A73-487E-A2C6-D4B056B8E37C}" sibTransId="{4330486B-EBFC-43AC-8A15-5EB87324AFC4}"/>
    <dgm:cxn modelId="{F4F39747-5E92-4E93-BD51-835E620C22A2}" type="presOf" srcId="{EA99DCDB-7592-467D-B49E-30C50B0EC959}" destId="{EAB3206B-FA3D-4DBA-8076-B6A51C11955F}" srcOrd="0" destOrd="0" presId="urn:microsoft.com/office/officeart/2018/2/layout/IconVerticalSolidList"/>
    <dgm:cxn modelId="{A47A7D6B-E15A-4C3D-A9F4-3B969B55C272}" srcId="{68651682-E79B-4F60-9D59-B106A9F4D62E}" destId="{BD249395-2277-4587-A68B-94A7AC7DE4F9}" srcOrd="1" destOrd="0" parTransId="{7C94E645-28DA-416B-9FF1-163FC5077D11}" sibTransId="{5DF9B465-2C5B-4EC6-BDE9-241B94786482}"/>
    <dgm:cxn modelId="{0CCC734C-0CD5-4ACC-8CD0-FF56EBCC7825}" type="presOf" srcId="{A8233EF8-4562-4713-A72F-F698C8C42C64}" destId="{2B17FE46-3C99-4C46-96ED-C975A6AC8916}" srcOrd="0" destOrd="0" presId="urn:microsoft.com/office/officeart/2018/2/layout/IconVerticalSolidList"/>
    <dgm:cxn modelId="{DA945E51-6D02-4FBA-B540-3C9FEFE0794D}" type="presOf" srcId="{BD249395-2277-4587-A68B-94A7AC7DE4F9}" destId="{64735737-253B-4848-9689-85D71DAC8BFF}" srcOrd="0" destOrd="0" presId="urn:microsoft.com/office/officeart/2018/2/layout/IconVerticalSolidList"/>
    <dgm:cxn modelId="{38A5538D-6AC8-4885-81D6-D080B94527CC}" type="presOf" srcId="{639D769B-C078-4E3D-808B-B30ED49D4343}" destId="{3AC968D8-0765-4134-9FC6-74D44B73FAE0}" srcOrd="0" destOrd="0" presId="urn:microsoft.com/office/officeart/2018/2/layout/IconVerticalSolidList"/>
    <dgm:cxn modelId="{17A0BE9E-BAC7-4CA0-AA6D-61DE05E3DF94}" srcId="{68651682-E79B-4F60-9D59-B106A9F4D62E}" destId="{0E34257D-19E4-40DD-9136-8DA0E81F3FD2}" srcOrd="4" destOrd="0" parTransId="{47A54B12-FC9F-4C14-AB52-3C1575F03D9C}" sibTransId="{C6F88378-EF81-42D7-B4E7-0915D7200DD6}"/>
    <dgm:cxn modelId="{0E0855B2-6AA2-4E52-B6AF-E4B852777B2A}" type="presOf" srcId="{0E34257D-19E4-40DD-9136-8DA0E81F3FD2}" destId="{6F204213-7C99-44F2-88C8-CCF8506ECFCD}" srcOrd="0" destOrd="0" presId="urn:microsoft.com/office/officeart/2018/2/layout/IconVerticalSolidList"/>
    <dgm:cxn modelId="{0EB4CECC-A77C-496F-92D0-8EC14F1F3325}" srcId="{A8233EF8-4562-4713-A72F-F698C8C42C64}" destId="{07FDBBD9-41F0-4FFF-A952-E8D0CA879B3D}" srcOrd="2" destOrd="0" parTransId="{0EF3A12C-6B7E-4573-B40B-5D2D1C413985}" sibTransId="{D787D709-C1D2-4D20-A014-D956CD1C4C52}"/>
    <dgm:cxn modelId="{9F4611CD-62E3-440F-858F-188F90AF5F56}" srcId="{A8233EF8-4562-4713-A72F-F698C8C42C64}" destId="{3E596880-1691-4074-A145-0DDE4DCD2863}" srcOrd="1" destOrd="0" parTransId="{90907E50-602A-42A0-966D-3F3B7C5FE4CA}" sibTransId="{378F83EB-1832-4F2D-93E8-27C6216FADDE}"/>
    <dgm:cxn modelId="{BA0FFAE0-8B9A-487A-84FD-1C875673246C}" srcId="{A8233EF8-4562-4713-A72F-F698C8C42C64}" destId="{8094A723-E59D-4977-8F52-52B50A9EDD88}" srcOrd="0" destOrd="0" parTransId="{AA5BA9B0-73DC-4C80-8710-EF70B5664A7B}" sibTransId="{5804E049-B08A-44CF-B4D2-25EE09C999BC}"/>
    <dgm:cxn modelId="{0D7BE0E1-7377-4A39-9EE6-0E9CD2C901F8}" srcId="{68651682-E79B-4F60-9D59-B106A9F4D62E}" destId="{EA99DCDB-7592-467D-B49E-30C50B0EC959}" srcOrd="2" destOrd="0" parTransId="{53B22150-776D-4337-803A-717DF3EA9FA9}" sibTransId="{12EFA576-C016-40D5-AE2A-E98B3C50DF7F}"/>
    <dgm:cxn modelId="{9837F3E3-6AD5-4D86-9BFA-E8570209324F}" type="presOf" srcId="{DFF19CF5-1DAB-47F2-881D-26E1E5EE6541}" destId="{3509E073-4A82-4B0F-9601-91B51AF3D12A}" srcOrd="0" destOrd="0" presId="urn:microsoft.com/office/officeart/2018/2/layout/IconVerticalSolidList"/>
    <dgm:cxn modelId="{80E2D6EB-0314-4F27-BC1B-8DF5EB0EE682}" type="presOf" srcId="{68651682-E79B-4F60-9D59-B106A9F4D62E}" destId="{B6B39C73-79BF-4D77-BCC3-8CF12E85DE49}" srcOrd="0" destOrd="0" presId="urn:microsoft.com/office/officeart/2018/2/layout/IconVerticalSolidList"/>
    <dgm:cxn modelId="{21A9B9F1-85FF-47CF-910E-C46CF8F0C9BF}" type="presOf" srcId="{07FDBBD9-41F0-4FFF-A952-E8D0CA879B3D}" destId="{8FC9CE45-2A01-4FC8-9AC7-9998FC0AA68D}" srcOrd="0" destOrd="2" presId="urn:microsoft.com/office/officeart/2018/2/layout/IconVerticalSolidList"/>
    <dgm:cxn modelId="{2C2602FE-6F9A-4075-9921-A4A49A0DE94C}" srcId="{68651682-E79B-4F60-9D59-B106A9F4D62E}" destId="{A8233EF8-4562-4713-A72F-F698C8C42C64}" srcOrd="3" destOrd="0" parTransId="{EC089961-1201-4328-BB28-26A39C183A11}" sibTransId="{87E7B687-BBC1-417D-97D0-3703907C8047}"/>
    <dgm:cxn modelId="{8BEA4E9D-3D86-4A19-872E-6B0E15100D23}" type="presParOf" srcId="{B6B39C73-79BF-4D77-BCC3-8CF12E85DE49}" destId="{A17083CE-4395-4CE9-8659-20DF747B0531}" srcOrd="0" destOrd="0" presId="urn:microsoft.com/office/officeart/2018/2/layout/IconVerticalSolidList"/>
    <dgm:cxn modelId="{D623AD12-FCBA-49DC-B17E-850563B7838F}" type="presParOf" srcId="{A17083CE-4395-4CE9-8659-20DF747B0531}" destId="{6565E1EB-882F-4F19-B5FA-6C6C85898520}" srcOrd="0" destOrd="0" presId="urn:microsoft.com/office/officeart/2018/2/layout/IconVerticalSolidList"/>
    <dgm:cxn modelId="{21C598BE-EDE8-4C64-8E79-E21A0763D2A7}" type="presParOf" srcId="{A17083CE-4395-4CE9-8659-20DF747B0531}" destId="{DEC5452F-7A67-4EE2-8B60-61CBDF0441FA}" srcOrd="1" destOrd="0" presId="urn:microsoft.com/office/officeart/2018/2/layout/IconVerticalSolidList"/>
    <dgm:cxn modelId="{1B495A0E-2878-4EF2-A016-BA23A2B0B223}" type="presParOf" srcId="{A17083CE-4395-4CE9-8659-20DF747B0531}" destId="{5863E20E-8C18-4819-B3AB-D0C0B05A3E6E}" srcOrd="2" destOrd="0" presId="urn:microsoft.com/office/officeart/2018/2/layout/IconVerticalSolidList"/>
    <dgm:cxn modelId="{89DD91B3-986E-423A-9274-F0EE2C4FF0B4}" type="presParOf" srcId="{A17083CE-4395-4CE9-8659-20DF747B0531}" destId="{3AC968D8-0765-4134-9FC6-74D44B73FAE0}" srcOrd="3" destOrd="0" presId="urn:microsoft.com/office/officeart/2018/2/layout/IconVerticalSolidList"/>
    <dgm:cxn modelId="{74D7677D-A10E-406E-A968-9E8198B309E2}" type="presParOf" srcId="{B6B39C73-79BF-4D77-BCC3-8CF12E85DE49}" destId="{94091454-DBA3-4514-9EA9-66278601AB36}" srcOrd="1" destOrd="0" presId="urn:microsoft.com/office/officeart/2018/2/layout/IconVerticalSolidList"/>
    <dgm:cxn modelId="{AB8C3672-46A5-4634-8641-7DF80DA5C2D9}" type="presParOf" srcId="{B6B39C73-79BF-4D77-BCC3-8CF12E85DE49}" destId="{D1A11032-B227-4CD9-BFEC-A0F209A870E4}" srcOrd="2" destOrd="0" presId="urn:microsoft.com/office/officeart/2018/2/layout/IconVerticalSolidList"/>
    <dgm:cxn modelId="{3986C13D-81D0-48DB-BAAE-AB188EDFB876}" type="presParOf" srcId="{D1A11032-B227-4CD9-BFEC-A0F209A870E4}" destId="{E0B7A530-D491-4EB8-B4E3-B2095C5D51BF}" srcOrd="0" destOrd="0" presId="urn:microsoft.com/office/officeart/2018/2/layout/IconVerticalSolidList"/>
    <dgm:cxn modelId="{ED4351EE-3F8D-4324-BC5F-4D48DD0DEB72}" type="presParOf" srcId="{D1A11032-B227-4CD9-BFEC-A0F209A870E4}" destId="{BA1BF274-6E7E-4625-B5AB-B1E213F33018}" srcOrd="1" destOrd="0" presId="urn:microsoft.com/office/officeart/2018/2/layout/IconVerticalSolidList"/>
    <dgm:cxn modelId="{18BE3428-F7AB-4083-A2CD-5481D9598B76}" type="presParOf" srcId="{D1A11032-B227-4CD9-BFEC-A0F209A870E4}" destId="{A4734B12-4144-4164-819C-DCCE89C22B61}" srcOrd="2" destOrd="0" presId="urn:microsoft.com/office/officeart/2018/2/layout/IconVerticalSolidList"/>
    <dgm:cxn modelId="{572C8C9E-187D-4E11-B89F-1809AFD1AF75}" type="presParOf" srcId="{D1A11032-B227-4CD9-BFEC-A0F209A870E4}" destId="{64735737-253B-4848-9689-85D71DAC8BFF}" srcOrd="3" destOrd="0" presId="urn:microsoft.com/office/officeart/2018/2/layout/IconVerticalSolidList"/>
    <dgm:cxn modelId="{7FFDEB1C-D03C-4C5C-84B8-699387A1BBA3}" type="presParOf" srcId="{B6B39C73-79BF-4D77-BCC3-8CF12E85DE49}" destId="{C7AA5A06-0DF0-483B-A63C-1FDB361C2B58}" srcOrd="3" destOrd="0" presId="urn:microsoft.com/office/officeart/2018/2/layout/IconVerticalSolidList"/>
    <dgm:cxn modelId="{EFEC33BC-45D5-4680-B0EC-9878C9968309}" type="presParOf" srcId="{B6B39C73-79BF-4D77-BCC3-8CF12E85DE49}" destId="{07E529F4-7D5B-4DD1-833F-13A6C200A9D4}" srcOrd="4" destOrd="0" presId="urn:microsoft.com/office/officeart/2018/2/layout/IconVerticalSolidList"/>
    <dgm:cxn modelId="{BBA28FEF-27B1-425E-A21F-F8CC9E775C7F}" type="presParOf" srcId="{07E529F4-7D5B-4DD1-833F-13A6C200A9D4}" destId="{89B35039-C09C-466F-875B-BE23ADF8A597}" srcOrd="0" destOrd="0" presId="urn:microsoft.com/office/officeart/2018/2/layout/IconVerticalSolidList"/>
    <dgm:cxn modelId="{AD916E47-78DA-499B-B6D9-7F5B4B79673B}" type="presParOf" srcId="{07E529F4-7D5B-4DD1-833F-13A6C200A9D4}" destId="{ADBF51B8-A9EC-4D8A-966A-9CEC3DCBE348}" srcOrd="1" destOrd="0" presId="urn:microsoft.com/office/officeart/2018/2/layout/IconVerticalSolidList"/>
    <dgm:cxn modelId="{DA920357-A81D-4698-A25C-0988ECD60DF5}" type="presParOf" srcId="{07E529F4-7D5B-4DD1-833F-13A6C200A9D4}" destId="{6D283E96-8B4B-4F6F-9A36-34FD9124EF24}" srcOrd="2" destOrd="0" presId="urn:microsoft.com/office/officeart/2018/2/layout/IconVerticalSolidList"/>
    <dgm:cxn modelId="{E9711083-BF61-4E65-BA39-FF66B51AF0C4}" type="presParOf" srcId="{07E529F4-7D5B-4DD1-833F-13A6C200A9D4}" destId="{EAB3206B-FA3D-4DBA-8076-B6A51C11955F}" srcOrd="3" destOrd="0" presId="urn:microsoft.com/office/officeart/2018/2/layout/IconVerticalSolidList"/>
    <dgm:cxn modelId="{96041754-67B4-4389-B6AC-AAC08EF409D8}" type="presParOf" srcId="{B6B39C73-79BF-4D77-BCC3-8CF12E85DE49}" destId="{0D675D9E-5D54-4C74-9AE2-2176383D5B24}" srcOrd="5" destOrd="0" presId="urn:microsoft.com/office/officeart/2018/2/layout/IconVerticalSolidList"/>
    <dgm:cxn modelId="{EEB2CD57-521F-4ACA-A619-0F131968D841}" type="presParOf" srcId="{B6B39C73-79BF-4D77-BCC3-8CF12E85DE49}" destId="{75136DCB-E7FD-4207-A4EA-EB8EDED74EF1}" srcOrd="6" destOrd="0" presId="urn:microsoft.com/office/officeart/2018/2/layout/IconVerticalSolidList"/>
    <dgm:cxn modelId="{23A26077-A4FB-4FDA-BAC6-DDB3B07CB9C2}" type="presParOf" srcId="{75136DCB-E7FD-4207-A4EA-EB8EDED74EF1}" destId="{9D594C38-FD9A-4CAA-ABD8-93F797ADF645}" srcOrd="0" destOrd="0" presId="urn:microsoft.com/office/officeart/2018/2/layout/IconVerticalSolidList"/>
    <dgm:cxn modelId="{CDD723B4-AB64-4AA8-AA6C-8D6B746F3BC6}" type="presParOf" srcId="{75136DCB-E7FD-4207-A4EA-EB8EDED74EF1}" destId="{28412A3B-EF1E-4741-812C-A4749A3568C8}" srcOrd="1" destOrd="0" presId="urn:microsoft.com/office/officeart/2018/2/layout/IconVerticalSolidList"/>
    <dgm:cxn modelId="{55E6A541-613F-4E3F-A042-996042C8B047}" type="presParOf" srcId="{75136DCB-E7FD-4207-A4EA-EB8EDED74EF1}" destId="{F6EC4BDC-1249-425B-9407-EC30BF658FE6}" srcOrd="2" destOrd="0" presId="urn:microsoft.com/office/officeart/2018/2/layout/IconVerticalSolidList"/>
    <dgm:cxn modelId="{DF646B3C-2623-4BE8-86C8-4889A0183FC5}" type="presParOf" srcId="{75136DCB-E7FD-4207-A4EA-EB8EDED74EF1}" destId="{2B17FE46-3C99-4C46-96ED-C975A6AC8916}" srcOrd="3" destOrd="0" presId="urn:microsoft.com/office/officeart/2018/2/layout/IconVerticalSolidList"/>
    <dgm:cxn modelId="{5EF98614-9C49-4DBC-B60B-F4A06CC57D49}" type="presParOf" srcId="{75136DCB-E7FD-4207-A4EA-EB8EDED74EF1}" destId="{8FC9CE45-2A01-4FC8-9AC7-9998FC0AA68D}" srcOrd="4" destOrd="0" presId="urn:microsoft.com/office/officeart/2018/2/layout/IconVerticalSolidList"/>
    <dgm:cxn modelId="{A6BEC086-E2A0-41A2-95B3-0E19BC8F58B3}" type="presParOf" srcId="{B6B39C73-79BF-4D77-BCC3-8CF12E85DE49}" destId="{E3F57FB1-006B-4D51-8DCA-2E471059E8D3}" srcOrd="7" destOrd="0" presId="urn:microsoft.com/office/officeart/2018/2/layout/IconVerticalSolidList"/>
    <dgm:cxn modelId="{B230C9F7-04FD-4FDF-BC4C-2BE1BD9E8C46}" type="presParOf" srcId="{B6B39C73-79BF-4D77-BCC3-8CF12E85DE49}" destId="{2A7B4432-F2CF-423A-8682-90E3CFA560EB}" srcOrd="8" destOrd="0" presId="urn:microsoft.com/office/officeart/2018/2/layout/IconVerticalSolidList"/>
    <dgm:cxn modelId="{776206B9-198F-4A46-8D00-FB127E2D1DEF}" type="presParOf" srcId="{2A7B4432-F2CF-423A-8682-90E3CFA560EB}" destId="{9B869973-147C-4232-A98F-CF2C30C4A5A2}" srcOrd="0" destOrd="0" presId="urn:microsoft.com/office/officeart/2018/2/layout/IconVerticalSolidList"/>
    <dgm:cxn modelId="{D04FE338-4FDC-4934-8DA1-E224F748CD7C}" type="presParOf" srcId="{2A7B4432-F2CF-423A-8682-90E3CFA560EB}" destId="{B775BF5D-946A-4D7B-8E33-2B91C24F46E0}" srcOrd="1" destOrd="0" presId="urn:microsoft.com/office/officeart/2018/2/layout/IconVerticalSolidList"/>
    <dgm:cxn modelId="{AD9B12C7-AB7A-41DF-9037-4595A0F08130}" type="presParOf" srcId="{2A7B4432-F2CF-423A-8682-90E3CFA560EB}" destId="{8B25AF82-32E6-4158-B503-683CD602163D}" srcOrd="2" destOrd="0" presId="urn:microsoft.com/office/officeart/2018/2/layout/IconVerticalSolidList"/>
    <dgm:cxn modelId="{B64588F1-8229-4993-BC43-BD351516ECDD}" type="presParOf" srcId="{2A7B4432-F2CF-423A-8682-90E3CFA560EB}" destId="{6F204213-7C99-44F2-88C8-CCF8506ECFCD}" srcOrd="3" destOrd="0" presId="urn:microsoft.com/office/officeart/2018/2/layout/IconVerticalSolidList"/>
    <dgm:cxn modelId="{1F6299EC-0E24-4D6C-969B-E316D7E51BD8}" type="presParOf" srcId="{B6B39C73-79BF-4D77-BCC3-8CF12E85DE49}" destId="{820852DF-B7DA-4752-8D7F-10FDFDDBC565}" srcOrd="9" destOrd="0" presId="urn:microsoft.com/office/officeart/2018/2/layout/IconVerticalSolidList"/>
    <dgm:cxn modelId="{B5147FF6-20E8-4D85-8F10-73B84E34E238}" type="presParOf" srcId="{B6B39C73-79BF-4D77-BCC3-8CF12E85DE49}" destId="{FD31A1E8-2393-4DE5-8AA2-CB0702A1BC48}" srcOrd="10" destOrd="0" presId="urn:microsoft.com/office/officeart/2018/2/layout/IconVerticalSolidList"/>
    <dgm:cxn modelId="{F98F9C3B-636D-4018-8BB8-66903057D171}" type="presParOf" srcId="{FD31A1E8-2393-4DE5-8AA2-CB0702A1BC48}" destId="{50C6CF35-73AA-4F7D-887C-EBC8FD51E56E}" srcOrd="0" destOrd="0" presId="urn:microsoft.com/office/officeart/2018/2/layout/IconVerticalSolidList"/>
    <dgm:cxn modelId="{F450D1EB-4185-4B54-81DD-4C39ECB2B527}" type="presParOf" srcId="{FD31A1E8-2393-4DE5-8AA2-CB0702A1BC48}" destId="{74AD7D73-A8F5-4039-8F87-AA7FA5B50731}" srcOrd="1" destOrd="0" presId="urn:microsoft.com/office/officeart/2018/2/layout/IconVerticalSolidList"/>
    <dgm:cxn modelId="{4621C429-9268-4B05-A93D-4446A32CDDE5}" type="presParOf" srcId="{FD31A1E8-2393-4DE5-8AA2-CB0702A1BC48}" destId="{94D234A7-400C-43F3-A894-9E63EA2E7D1E}" srcOrd="2" destOrd="0" presId="urn:microsoft.com/office/officeart/2018/2/layout/IconVerticalSolidList"/>
    <dgm:cxn modelId="{F5A8BD90-C2D6-4AD1-81E7-372882CC176B}" type="presParOf" srcId="{FD31A1E8-2393-4DE5-8AA2-CB0702A1BC48}" destId="{3509E073-4A82-4B0F-9601-91B51AF3D12A}" srcOrd="3" destOrd="0" presId="urn:microsoft.com/office/officeart/2018/2/layout/IconVerticalSolid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1F04F6-4307-4515-B241-63F232B0CB3E}">
      <dsp:nvSpPr>
        <dsp:cNvPr id="0" name=""/>
        <dsp:cNvSpPr/>
      </dsp:nvSpPr>
      <dsp:spPr>
        <a:xfrm>
          <a:off x="569753" y="570"/>
          <a:ext cx="1236980" cy="74218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endParaRPr lang="en-US" sz="2900" kern="1200"/>
        </a:p>
      </dsp:txBody>
      <dsp:txXfrm>
        <a:off x="569753" y="570"/>
        <a:ext cx="1236980" cy="742188"/>
      </dsp:txXfrm>
    </dsp:sp>
    <dsp:sp modelId="{000EEE16-3412-4F4E-8CCD-F934C9D7F146}">
      <dsp:nvSpPr>
        <dsp:cNvPr id="0" name=""/>
        <dsp:cNvSpPr/>
      </dsp:nvSpPr>
      <dsp:spPr>
        <a:xfrm>
          <a:off x="569753" y="866456"/>
          <a:ext cx="1236980" cy="74218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endParaRPr lang="en-US" sz="2900" kern="1200"/>
        </a:p>
      </dsp:txBody>
      <dsp:txXfrm>
        <a:off x="569753" y="866456"/>
        <a:ext cx="1236980" cy="742188"/>
      </dsp:txXfrm>
    </dsp:sp>
    <dsp:sp modelId="{0F814ED6-6C1A-40D1-BB68-EA1B4538DA04}">
      <dsp:nvSpPr>
        <dsp:cNvPr id="0" name=""/>
        <dsp:cNvSpPr/>
      </dsp:nvSpPr>
      <dsp:spPr>
        <a:xfrm>
          <a:off x="569753" y="1732343"/>
          <a:ext cx="1236980" cy="74218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endParaRPr lang="en-US" sz="2900" kern="1200"/>
        </a:p>
      </dsp:txBody>
      <dsp:txXfrm>
        <a:off x="569753" y="1732343"/>
        <a:ext cx="1236980" cy="742188"/>
      </dsp:txXfrm>
    </dsp:sp>
    <dsp:sp modelId="{4C85A490-F7E0-4F11-B3BB-3626AC75A82E}">
      <dsp:nvSpPr>
        <dsp:cNvPr id="0" name=""/>
        <dsp:cNvSpPr/>
      </dsp:nvSpPr>
      <dsp:spPr>
        <a:xfrm>
          <a:off x="569753" y="2598229"/>
          <a:ext cx="1236980" cy="74218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endParaRPr lang="en-US" sz="2900" kern="1200"/>
        </a:p>
      </dsp:txBody>
      <dsp:txXfrm>
        <a:off x="569753" y="2598229"/>
        <a:ext cx="1236980" cy="742188"/>
      </dsp:txXfrm>
    </dsp:sp>
    <dsp:sp modelId="{5FCE8B4B-B98C-498C-B13B-04028B8DF99F}">
      <dsp:nvSpPr>
        <dsp:cNvPr id="0" name=""/>
        <dsp:cNvSpPr/>
      </dsp:nvSpPr>
      <dsp:spPr>
        <a:xfrm>
          <a:off x="569753" y="3464116"/>
          <a:ext cx="1236980" cy="74218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endParaRPr lang="en-US" sz="2900" kern="1200"/>
        </a:p>
      </dsp:txBody>
      <dsp:txXfrm>
        <a:off x="569753" y="3464116"/>
        <a:ext cx="1236980" cy="74218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65E1EB-882F-4F19-B5FA-6C6C85898520}">
      <dsp:nvSpPr>
        <dsp:cNvPr id="0" name=""/>
        <dsp:cNvSpPr/>
      </dsp:nvSpPr>
      <dsp:spPr>
        <a:xfrm>
          <a:off x="0" y="4049"/>
          <a:ext cx="8227646" cy="581818"/>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EC5452F-7A67-4EE2-8B60-61CBDF0441FA}">
      <dsp:nvSpPr>
        <dsp:cNvPr id="0" name=""/>
        <dsp:cNvSpPr/>
      </dsp:nvSpPr>
      <dsp:spPr>
        <a:xfrm>
          <a:off x="176000" y="134959"/>
          <a:ext cx="320313" cy="32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AC968D8-0765-4134-9FC6-74D44B73FAE0}">
      <dsp:nvSpPr>
        <dsp:cNvPr id="0" name=""/>
        <dsp:cNvSpPr/>
      </dsp:nvSpPr>
      <dsp:spPr>
        <a:xfrm>
          <a:off x="672313" y="4049"/>
          <a:ext cx="7158880" cy="5823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1636" tIns="61636" rIns="61636" bIns="61636" numCol="1" spcCol="1270" anchor="ctr" anchorCtr="0">
          <a:noAutofit/>
        </a:bodyPr>
        <a:lstStyle/>
        <a:p>
          <a:pPr marL="0" lvl="0" indent="0" algn="l" defTabSz="622300" rtl="0">
            <a:lnSpc>
              <a:spcPct val="100000"/>
            </a:lnSpc>
            <a:spcBef>
              <a:spcPct val="0"/>
            </a:spcBef>
            <a:spcAft>
              <a:spcPct val="35000"/>
            </a:spcAft>
            <a:buNone/>
          </a:pPr>
          <a:r>
            <a:rPr lang="en-US" sz="1400" kern="1200"/>
            <a:t>The purpose of this </a:t>
          </a:r>
          <a:r>
            <a:rPr lang="en-US" sz="1400" kern="1200">
              <a:latin typeface="Ubuntu Medium"/>
            </a:rPr>
            <a:t>template is</a:t>
          </a:r>
          <a:r>
            <a:rPr lang="en-US" sz="1400" kern="1200"/>
            <a:t> to provide a guidance of the key elements that need to be covered by the different teams who participate in the Microsoft Agentic Industry Hackathon 2026 initiative.</a:t>
          </a:r>
        </a:p>
      </dsp:txBody>
      <dsp:txXfrm>
        <a:off x="672313" y="4049"/>
        <a:ext cx="7158880" cy="582387"/>
      </dsp:txXfrm>
    </dsp:sp>
    <dsp:sp modelId="{E0B7A530-D491-4EB8-B4E3-B2095C5D51BF}">
      <dsp:nvSpPr>
        <dsp:cNvPr id="0" name=""/>
        <dsp:cNvSpPr/>
      </dsp:nvSpPr>
      <dsp:spPr>
        <a:xfrm>
          <a:off x="0" y="727622"/>
          <a:ext cx="8227646" cy="581818"/>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A1BF274-6E7E-4625-B5AB-B1E213F33018}">
      <dsp:nvSpPr>
        <dsp:cNvPr id="0" name=""/>
        <dsp:cNvSpPr/>
      </dsp:nvSpPr>
      <dsp:spPr>
        <a:xfrm>
          <a:off x="176000" y="858531"/>
          <a:ext cx="320313" cy="32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4735737-253B-4848-9689-85D71DAC8BFF}">
      <dsp:nvSpPr>
        <dsp:cNvPr id="0" name=""/>
        <dsp:cNvSpPr/>
      </dsp:nvSpPr>
      <dsp:spPr>
        <a:xfrm>
          <a:off x="672313" y="727622"/>
          <a:ext cx="7158880" cy="5823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1636" tIns="61636" rIns="61636" bIns="61636" numCol="1" spcCol="1270" anchor="ctr" anchorCtr="0">
          <a:noAutofit/>
        </a:bodyPr>
        <a:lstStyle/>
        <a:p>
          <a:pPr marL="0" lvl="0" indent="0" algn="l" defTabSz="622300">
            <a:lnSpc>
              <a:spcPct val="100000"/>
            </a:lnSpc>
            <a:spcBef>
              <a:spcPct val="0"/>
            </a:spcBef>
            <a:spcAft>
              <a:spcPct val="35000"/>
            </a:spcAft>
            <a:buNone/>
          </a:pPr>
          <a:r>
            <a:rPr lang="en-US" sz="1400" kern="1200"/>
            <a:t>The whole initiative starts with an idea: How we can use AI Agents to improve the business. </a:t>
          </a:r>
        </a:p>
      </dsp:txBody>
      <dsp:txXfrm>
        <a:off x="672313" y="727622"/>
        <a:ext cx="7158880" cy="582387"/>
      </dsp:txXfrm>
    </dsp:sp>
    <dsp:sp modelId="{89B35039-C09C-466F-875B-BE23ADF8A597}">
      <dsp:nvSpPr>
        <dsp:cNvPr id="0" name=""/>
        <dsp:cNvSpPr/>
      </dsp:nvSpPr>
      <dsp:spPr>
        <a:xfrm>
          <a:off x="0" y="1451194"/>
          <a:ext cx="8227646" cy="581818"/>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DBF51B8-A9EC-4D8A-966A-9CEC3DCBE348}">
      <dsp:nvSpPr>
        <dsp:cNvPr id="0" name=""/>
        <dsp:cNvSpPr/>
      </dsp:nvSpPr>
      <dsp:spPr>
        <a:xfrm>
          <a:off x="176000" y="1582103"/>
          <a:ext cx="320313" cy="32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AB3206B-FA3D-4DBA-8076-B6A51C11955F}">
      <dsp:nvSpPr>
        <dsp:cNvPr id="0" name=""/>
        <dsp:cNvSpPr/>
      </dsp:nvSpPr>
      <dsp:spPr>
        <a:xfrm>
          <a:off x="672313" y="1451194"/>
          <a:ext cx="7158880" cy="5823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1636" tIns="61636" rIns="61636" bIns="61636" numCol="1" spcCol="1270" anchor="ctr" anchorCtr="0">
          <a:noAutofit/>
        </a:bodyPr>
        <a:lstStyle/>
        <a:p>
          <a:pPr marL="0" lvl="0" indent="0" algn="l" defTabSz="622300">
            <a:lnSpc>
              <a:spcPct val="100000"/>
            </a:lnSpc>
            <a:spcBef>
              <a:spcPct val="0"/>
            </a:spcBef>
            <a:spcAft>
              <a:spcPct val="35000"/>
            </a:spcAft>
            <a:buNone/>
          </a:pPr>
          <a:r>
            <a:rPr lang="en-US" sz="1400" kern="1200"/>
            <a:t>Once the idea is clear, use this template to define and design the Use Case around it so it can be evaluated by the Microsoft Agentic Industry Hackathon 2026 judging team who will decide which ones are the best ones to move to the implementation phase. To evaluate each idea, it must come with the elements described in this deck, so apples can be compared with apples.</a:t>
          </a:r>
        </a:p>
      </dsp:txBody>
      <dsp:txXfrm>
        <a:off x="672313" y="1451194"/>
        <a:ext cx="7158880" cy="582387"/>
      </dsp:txXfrm>
    </dsp:sp>
    <dsp:sp modelId="{9D594C38-FD9A-4CAA-ABD8-93F797ADF645}">
      <dsp:nvSpPr>
        <dsp:cNvPr id="0" name=""/>
        <dsp:cNvSpPr/>
      </dsp:nvSpPr>
      <dsp:spPr>
        <a:xfrm>
          <a:off x="0" y="2174766"/>
          <a:ext cx="8227646" cy="581818"/>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8412A3B-EF1E-4741-812C-A4749A3568C8}">
      <dsp:nvSpPr>
        <dsp:cNvPr id="0" name=""/>
        <dsp:cNvSpPr/>
      </dsp:nvSpPr>
      <dsp:spPr>
        <a:xfrm>
          <a:off x="176000" y="2305675"/>
          <a:ext cx="320313" cy="32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B17FE46-3C99-4C46-96ED-C975A6AC8916}">
      <dsp:nvSpPr>
        <dsp:cNvPr id="0" name=""/>
        <dsp:cNvSpPr/>
      </dsp:nvSpPr>
      <dsp:spPr>
        <a:xfrm>
          <a:off x="672313" y="2174766"/>
          <a:ext cx="3702440" cy="5823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1636" tIns="61636" rIns="61636" bIns="61636" numCol="1" spcCol="1270" anchor="ctr" anchorCtr="0">
          <a:noAutofit/>
        </a:bodyPr>
        <a:lstStyle/>
        <a:p>
          <a:pPr marL="0" lvl="0" indent="0" algn="l" defTabSz="622300">
            <a:lnSpc>
              <a:spcPct val="100000"/>
            </a:lnSpc>
            <a:spcBef>
              <a:spcPct val="0"/>
            </a:spcBef>
            <a:spcAft>
              <a:spcPct val="35000"/>
            </a:spcAft>
            <a:buNone/>
          </a:pPr>
          <a:r>
            <a:rPr lang="en-US" sz="1400" kern="1200"/>
            <a:t>There are 4 key elements to be described:</a:t>
          </a:r>
        </a:p>
      </dsp:txBody>
      <dsp:txXfrm>
        <a:off x="672313" y="2174766"/>
        <a:ext cx="3702440" cy="582387"/>
      </dsp:txXfrm>
    </dsp:sp>
    <dsp:sp modelId="{8FC9CE45-2A01-4FC8-9AC7-9998FC0AA68D}">
      <dsp:nvSpPr>
        <dsp:cNvPr id="0" name=""/>
        <dsp:cNvSpPr/>
      </dsp:nvSpPr>
      <dsp:spPr>
        <a:xfrm>
          <a:off x="4374753" y="2174766"/>
          <a:ext cx="3456439" cy="5823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1636" tIns="61636" rIns="61636" bIns="61636" numCol="1" spcCol="1270" anchor="ctr" anchorCtr="0">
          <a:noAutofit/>
        </a:bodyPr>
        <a:lstStyle/>
        <a:p>
          <a:pPr marL="0" lvl="0" indent="0" algn="l" defTabSz="488950">
            <a:lnSpc>
              <a:spcPct val="100000"/>
            </a:lnSpc>
            <a:spcBef>
              <a:spcPct val="0"/>
            </a:spcBef>
            <a:spcAft>
              <a:spcPct val="35000"/>
            </a:spcAft>
            <a:buNone/>
          </a:pPr>
          <a:r>
            <a:rPr lang="en-US" sz="1100" kern="1200"/>
            <a:t>Use Case </a:t>
          </a:r>
          <a:r>
            <a:rPr lang="en-US" sz="1100" b="1" kern="1200"/>
            <a:t>description</a:t>
          </a:r>
          <a:r>
            <a:rPr lang="en-US" sz="1100" kern="1200"/>
            <a:t> from functional and business perspective:</a:t>
          </a:r>
        </a:p>
        <a:p>
          <a:pPr marL="0" lvl="0" indent="0" algn="l" defTabSz="488950">
            <a:lnSpc>
              <a:spcPct val="100000"/>
            </a:lnSpc>
            <a:spcBef>
              <a:spcPct val="0"/>
            </a:spcBef>
            <a:spcAft>
              <a:spcPct val="35000"/>
            </a:spcAft>
            <a:buNone/>
          </a:pPr>
          <a:r>
            <a:rPr lang="en-US" sz="1100" kern="1200"/>
            <a:t>Business </a:t>
          </a:r>
          <a:r>
            <a:rPr lang="en-US" sz="1100" b="1" kern="1200"/>
            <a:t>Process</a:t>
          </a:r>
          <a:r>
            <a:rPr lang="en-US" sz="1100" kern="1200"/>
            <a:t> of which the Use Case is part of and what part of the process is covered by the Use Case</a:t>
          </a:r>
        </a:p>
        <a:p>
          <a:pPr marL="0" lvl="0" indent="0" algn="l" defTabSz="488950">
            <a:lnSpc>
              <a:spcPct val="100000"/>
            </a:lnSpc>
            <a:spcBef>
              <a:spcPct val="0"/>
            </a:spcBef>
            <a:spcAft>
              <a:spcPct val="35000"/>
            </a:spcAft>
            <a:buNone/>
          </a:pPr>
          <a:r>
            <a:rPr lang="en-US" sz="1100" kern="1200"/>
            <a:t>Business </a:t>
          </a:r>
          <a:r>
            <a:rPr lang="en-US" sz="1100" b="1" kern="1200"/>
            <a:t>Case</a:t>
          </a:r>
          <a:r>
            <a:rPr lang="en-US" sz="1100" kern="1200"/>
            <a:t> to implement it.</a:t>
          </a:r>
        </a:p>
        <a:p>
          <a:pPr marL="0" lvl="0" indent="0" algn="l" defTabSz="488950">
            <a:lnSpc>
              <a:spcPct val="100000"/>
            </a:lnSpc>
            <a:spcBef>
              <a:spcPct val="0"/>
            </a:spcBef>
            <a:spcAft>
              <a:spcPct val="35000"/>
            </a:spcAft>
            <a:buNone/>
          </a:pPr>
          <a:r>
            <a:rPr lang="en-US" sz="1100" kern="1200"/>
            <a:t>High Level </a:t>
          </a:r>
          <a:r>
            <a:rPr lang="en-US" sz="1100" b="1" kern="1200"/>
            <a:t>Solution</a:t>
          </a:r>
          <a:r>
            <a:rPr lang="en-US" sz="1100" kern="1200"/>
            <a:t> from Functional and Technical perspective</a:t>
          </a:r>
        </a:p>
      </dsp:txBody>
      <dsp:txXfrm>
        <a:off x="4374753" y="2174766"/>
        <a:ext cx="3456439" cy="582387"/>
      </dsp:txXfrm>
    </dsp:sp>
    <dsp:sp modelId="{9B869973-147C-4232-A98F-CF2C30C4A5A2}">
      <dsp:nvSpPr>
        <dsp:cNvPr id="0" name=""/>
        <dsp:cNvSpPr/>
      </dsp:nvSpPr>
      <dsp:spPr>
        <a:xfrm>
          <a:off x="0" y="2898338"/>
          <a:ext cx="8227646" cy="581818"/>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775BF5D-946A-4D7B-8E33-2B91C24F46E0}">
      <dsp:nvSpPr>
        <dsp:cNvPr id="0" name=""/>
        <dsp:cNvSpPr/>
      </dsp:nvSpPr>
      <dsp:spPr>
        <a:xfrm>
          <a:off x="176000" y="3029247"/>
          <a:ext cx="320313" cy="32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F204213-7C99-44F2-88C8-CCF8506ECFCD}">
      <dsp:nvSpPr>
        <dsp:cNvPr id="0" name=""/>
        <dsp:cNvSpPr/>
      </dsp:nvSpPr>
      <dsp:spPr>
        <a:xfrm>
          <a:off x="672313" y="2898338"/>
          <a:ext cx="7158880" cy="5823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1636" tIns="61636" rIns="61636" bIns="61636" numCol="1" spcCol="1270" anchor="ctr" anchorCtr="0">
          <a:noAutofit/>
        </a:bodyPr>
        <a:lstStyle/>
        <a:p>
          <a:pPr marL="0" lvl="0" indent="0" algn="l" defTabSz="622300">
            <a:lnSpc>
              <a:spcPct val="100000"/>
            </a:lnSpc>
            <a:spcBef>
              <a:spcPct val="0"/>
            </a:spcBef>
            <a:spcAft>
              <a:spcPct val="35000"/>
            </a:spcAft>
            <a:buNone/>
          </a:pPr>
          <a:r>
            <a:rPr lang="en-US" sz="1400" kern="1200"/>
            <a:t>The following slides will allow you to provide the necessary content. All the content included is provided as an example. Please update the template master to include the name of the process and update the content accordingly.</a:t>
          </a:r>
        </a:p>
      </dsp:txBody>
      <dsp:txXfrm>
        <a:off x="672313" y="2898338"/>
        <a:ext cx="7158880" cy="582387"/>
      </dsp:txXfrm>
    </dsp:sp>
    <dsp:sp modelId="{50C6CF35-73AA-4F7D-887C-EBC8FD51E56E}">
      <dsp:nvSpPr>
        <dsp:cNvPr id="0" name=""/>
        <dsp:cNvSpPr/>
      </dsp:nvSpPr>
      <dsp:spPr>
        <a:xfrm>
          <a:off x="0" y="3621910"/>
          <a:ext cx="8227646" cy="581818"/>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4AD7D73-A8F5-4039-8F87-AA7FA5B50731}">
      <dsp:nvSpPr>
        <dsp:cNvPr id="0" name=""/>
        <dsp:cNvSpPr/>
      </dsp:nvSpPr>
      <dsp:spPr>
        <a:xfrm>
          <a:off x="176000" y="3752819"/>
          <a:ext cx="320313" cy="32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509E073-4A82-4B0F-9601-91B51AF3D12A}">
      <dsp:nvSpPr>
        <dsp:cNvPr id="0" name=""/>
        <dsp:cNvSpPr/>
      </dsp:nvSpPr>
      <dsp:spPr>
        <a:xfrm>
          <a:off x="672313" y="3621910"/>
          <a:ext cx="7158880" cy="5823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1636" tIns="61636" rIns="61636" bIns="61636" numCol="1" spcCol="1270" anchor="ctr" anchorCtr="0">
          <a:noAutofit/>
        </a:bodyPr>
        <a:lstStyle/>
        <a:p>
          <a:pPr marL="0" lvl="0" indent="0" algn="l" defTabSz="622300">
            <a:lnSpc>
              <a:spcPct val="100000"/>
            </a:lnSpc>
            <a:spcBef>
              <a:spcPct val="0"/>
            </a:spcBef>
            <a:spcAft>
              <a:spcPct val="35000"/>
            </a:spcAft>
            <a:buNone/>
          </a:pPr>
          <a:r>
            <a:rPr lang="en-US" sz="1400" kern="1200"/>
            <a:t>Good luck!</a:t>
          </a:r>
        </a:p>
      </dsp:txBody>
      <dsp:txXfrm>
        <a:off x="672313" y="3621910"/>
        <a:ext cx="7158880" cy="582387"/>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EFCD6C-6423-8F47-8CE2-0C68727CE676}" type="datetimeFigureOut">
              <a:rPr lang="en-PL" smtClean="0"/>
              <a:t>03/31/2026</a:t>
            </a:fld>
            <a:endParaRPr lang="en-P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B1FBD7-F02D-4C4F-915F-35E35DACACBF}" type="slidenum">
              <a:rPr lang="en-PL" smtClean="0"/>
              <a:t>‹#›</a:t>
            </a:fld>
            <a:endParaRPr lang="en-PL"/>
          </a:p>
        </p:txBody>
      </p:sp>
    </p:spTree>
    <p:extLst>
      <p:ext uri="{BB962C8B-B14F-4D97-AF65-F5344CB8AC3E}">
        <p14:creationId xmlns:p14="http://schemas.microsoft.com/office/powerpoint/2010/main" val="713401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7DB1FBD7-F02D-4C4F-915F-35E35DACACBF}" type="slidenum">
              <a:rPr lang="en-PL" smtClean="0"/>
              <a:t>4</a:t>
            </a:fld>
            <a:endParaRPr lang="en-PL"/>
          </a:p>
        </p:txBody>
      </p:sp>
    </p:spTree>
    <p:extLst>
      <p:ext uri="{BB962C8B-B14F-4D97-AF65-F5344CB8AC3E}">
        <p14:creationId xmlns:p14="http://schemas.microsoft.com/office/powerpoint/2010/main" val="9735688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8" Type="http://schemas.openxmlformats.org/officeDocument/2006/relationships/hyperlink" Target="http://www.linkedin.com/company/capgemini" TargetMode="External"/><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hyperlink" Target="https://www.glassdoor.com/Overview/Working-at-Capgemini-EI_IE3803.11,20.htm" TargetMode="External"/><Relationship Id="rId1" Type="http://schemas.openxmlformats.org/officeDocument/2006/relationships/slideMaster" Target="../slideMasters/slideMaster1.xml"/><Relationship Id="rId6" Type="http://schemas.openxmlformats.org/officeDocument/2006/relationships/hyperlink" Target="http://www.facebook.com/capgemini" TargetMode="External"/><Relationship Id="rId11" Type="http://schemas.openxmlformats.org/officeDocument/2006/relationships/image" Target="../media/image8.png"/><Relationship Id="rId5" Type="http://schemas.openxmlformats.org/officeDocument/2006/relationships/image" Target="../media/image5.png"/><Relationship Id="rId10" Type="http://schemas.openxmlformats.org/officeDocument/2006/relationships/hyperlink" Target="https://www.instagram.com/capgemini/" TargetMode="External"/><Relationship Id="rId4" Type="http://schemas.openxmlformats.org/officeDocument/2006/relationships/hyperlink" Target="http://www.youtube.com/capgeminimedia" TargetMode="External"/><Relationship Id="rId9" Type="http://schemas.openxmlformats.org/officeDocument/2006/relationships/image" Target="../media/image7.png"/></Relationships>
</file>

<file path=ppt/slideLayouts/_rels/slideLayout33.xml.rels><?xml version="1.0" encoding="UTF-8" standalone="yes"?>
<Relationships xmlns="http://schemas.openxmlformats.org/package/2006/relationships"><Relationship Id="rId8" Type="http://schemas.openxmlformats.org/officeDocument/2006/relationships/hyperlink" Target="http://www.facebook.com/capgemini" TargetMode="External"/><Relationship Id="rId13" Type="http://schemas.microsoft.com/office/2007/relationships/hdphoto" Target="../media/hdphoto4.wdp"/><Relationship Id="rId3" Type="http://schemas.openxmlformats.org/officeDocument/2006/relationships/image" Target="../media/image9.png"/><Relationship Id="rId7" Type="http://schemas.microsoft.com/office/2007/relationships/hdphoto" Target="../media/hdphoto2.wdp"/><Relationship Id="rId12" Type="http://schemas.openxmlformats.org/officeDocument/2006/relationships/image" Target="../media/image12.png"/><Relationship Id="rId2" Type="http://schemas.openxmlformats.org/officeDocument/2006/relationships/hyperlink" Target="https://www.glassdoor.com/Overview/Working-at-Capgemini-EI_IE3803.11,20.htm" TargetMode="External"/><Relationship Id="rId16" Type="http://schemas.microsoft.com/office/2007/relationships/hdphoto" Target="../media/hdphoto5.wdp"/><Relationship Id="rId1" Type="http://schemas.openxmlformats.org/officeDocument/2006/relationships/slideMaster" Target="../slideMasters/slideMaster1.xml"/><Relationship Id="rId6" Type="http://schemas.openxmlformats.org/officeDocument/2006/relationships/image" Target="../media/image10.png"/><Relationship Id="rId11" Type="http://schemas.openxmlformats.org/officeDocument/2006/relationships/hyperlink" Target="http://www.linkedin.com/company/capgemini" TargetMode="External"/><Relationship Id="rId5" Type="http://schemas.openxmlformats.org/officeDocument/2006/relationships/hyperlink" Target="http://www.youtube.com/capgeminimedia" TargetMode="External"/><Relationship Id="rId15" Type="http://schemas.openxmlformats.org/officeDocument/2006/relationships/image" Target="../media/image13.png"/><Relationship Id="rId10" Type="http://schemas.microsoft.com/office/2007/relationships/hdphoto" Target="../media/hdphoto3.wdp"/><Relationship Id="rId4" Type="http://schemas.microsoft.com/office/2007/relationships/hdphoto" Target="../media/hdphoto1.wdp"/><Relationship Id="rId9" Type="http://schemas.openxmlformats.org/officeDocument/2006/relationships/image" Target="../media/image11.png"/><Relationship Id="rId14" Type="http://schemas.openxmlformats.org/officeDocument/2006/relationships/hyperlink" Target="https://www.instagram.com/capgemini/" TargetMode="Externa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Logo Cut">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2765723" y="1489457"/>
            <a:ext cx="6480175" cy="1677988"/>
          </a:xfrm>
          <a:noFill/>
        </p:spPr>
        <p:txBody>
          <a:bodyPr anchor="b"/>
          <a:lstStyle>
            <a:lvl1pPr algn="ctr">
              <a:defRPr kumimoji="0" lang="en-PL" sz="5400" b="0" i="0" u="none" strike="noStrike" kern="1200" cap="none" spc="0" normalizeH="0" baseline="0" noProof="0" dirty="0">
                <a:ln>
                  <a:noFill/>
                </a:ln>
                <a:solidFill>
                  <a:schemeClr val="bg1"/>
                </a:solidFill>
                <a:effectLst/>
                <a:uLnTx/>
                <a:uFillTx/>
                <a:latin typeface="+mn-lt"/>
                <a:ea typeface="+mj-ea"/>
                <a:cs typeface="+mj-cs"/>
              </a:defRPr>
            </a:lvl1pPr>
          </a:lstStyle>
          <a:p>
            <a:r>
              <a:rPr lang="en-US"/>
              <a:t>Click to edit Master title style</a:t>
            </a:r>
            <a:endParaRPr lang="en-PL"/>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2764136" y="3167445"/>
            <a:ext cx="6478587" cy="348286"/>
          </a:xfrm>
          <a:prstGeom prst="rect">
            <a:avLst/>
          </a:prstGeom>
        </p:spPr>
        <p:txBody>
          <a:bodyPr/>
          <a:lstStyle>
            <a:lvl1pPr algn="ctr">
              <a:defRPr lang="en-GB" sz="20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2763761" y="3709694"/>
            <a:ext cx="6479535" cy="253029"/>
          </a:xfrm>
          <a:prstGeom prst="rect">
            <a:avLst/>
          </a:prstGeom>
        </p:spPr>
        <p:txBody>
          <a:bodyPr/>
          <a:lstStyle>
            <a:lvl1pPr algn="ctr">
              <a:defRPr lang="en-GB" sz="14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grpSp>
        <p:nvGrpSpPr>
          <p:cNvPr id="3" name="Group 2">
            <a:extLst>
              <a:ext uri="{FF2B5EF4-FFF2-40B4-BE49-F238E27FC236}">
                <a16:creationId xmlns:a16="http://schemas.microsoft.com/office/drawing/2014/main" id="{29019898-C562-0E25-C4F3-334360D03193}"/>
              </a:ext>
            </a:extLst>
          </p:cNvPr>
          <p:cNvGrpSpPr>
            <a:grpSpLocks noChangeAspect="1"/>
          </p:cNvGrpSpPr>
          <p:nvPr userDrawn="1"/>
        </p:nvGrpSpPr>
        <p:grpSpPr>
          <a:xfrm>
            <a:off x="-175885" y="4642089"/>
            <a:ext cx="12564529" cy="2824804"/>
            <a:chOff x="5094083" y="5360390"/>
            <a:chExt cx="3039349" cy="683316"/>
          </a:xfrm>
          <a:solidFill>
            <a:schemeClr val="tx2"/>
          </a:solidFill>
        </p:grpSpPr>
        <p:sp>
          <p:nvSpPr>
            <p:cNvPr id="7" name="Freeform: Shape 4">
              <a:extLst>
                <a:ext uri="{FF2B5EF4-FFF2-40B4-BE49-F238E27FC236}">
                  <a16:creationId xmlns:a16="http://schemas.microsoft.com/office/drawing/2014/main" id="{F8CB933C-09AA-8C71-2E78-1561B27414F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8" name="Freeform: Shape 5">
              <a:extLst>
                <a:ext uri="{FF2B5EF4-FFF2-40B4-BE49-F238E27FC236}">
                  <a16:creationId xmlns:a16="http://schemas.microsoft.com/office/drawing/2014/main" id="{99E6D307-271F-C8DB-706F-FE50815F9A3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9" name="Freeform: Shape 6">
              <a:extLst>
                <a:ext uri="{FF2B5EF4-FFF2-40B4-BE49-F238E27FC236}">
                  <a16:creationId xmlns:a16="http://schemas.microsoft.com/office/drawing/2014/main" id="{C39B46B1-97A6-4B30-142D-E2A1330E057D}"/>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0" name="Freeform: Shape 7">
              <a:extLst>
                <a:ext uri="{FF2B5EF4-FFF2-40B4-BE49-F238E27FC236}">
                  <a16:creationId xmlns:a16="http://schemas.microsoft.com/office/drawing/2014/main" id="{9BFEC525-2C7E-E980-B007-932804D5D51E}"/>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1" name="Freeform: Shape 8">
              <a:extLst>
                <a:ext uri="{FF2B5EF4-FFF2-40B4-BE49-F238E27FC236}">
                  <a16:creationId xmlns:a16="http://schemas.microsoft.com/office/drawing/2014/main" id="{4A1347D2-8F0A-9DF0-EE43-F2AA0C1B4213}"/>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grpSp>
      <p:sp>
        <p:nvSpPr>
          <p:cNvPr id="12" name="Rectangle 11">
            <a:extLst>
              <a:ext uri="{FF2B5EF4-FFF2-40B4-BE49-F238E27FC236}">
                <a16:creationId xmlns:a16="http://schemas.microsoft.com/office/drawing/2014/main" id="{AEB98D74-27E3-F044-4F08-EF3F7C226178}"/>
              </a:ext>
            </a:extLst>
          </p:cNvPr>
          <p:cNvSpPr/>
          <p:nvPr userDrawn="1"/>
        </p:nvSpPr>
        <p:spPr>
          <a:xfrm>
            <a:off x="-902128" y="2536529"/>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16" name="Rectangle 15">
            <a:extLst>
              <a:ext uri="{FF2B5EF4-FFF2-40B4-BE49-F238E27FC236}">
                <a16:creationId xmlns:a16="http://schemas.microsoft.com/office/drawing/2014/main" id="{B977B1B2-8ECC-4719-803F-E7EBCFD4BEF8}"/>
              </a:ext>
            </a:extLst>
          </p:cNvPr>
          <p:cNvSpPr/>
          <p:nvPr userDrawn="1"/>
        </p:nvSpPr>
        <p:spPr>
          <a:xfrm>
            <a:off x="7696229" y="3673621"/>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1999762969"/>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2_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2" name="Rounded Rectangle 1">
            <a:extLst>
              <a:ext uri="{FF2B5EF4-FFF2-40B4-BE49-F238E27FC236}">
                <a16:creationId xmlns:a16="http://schemas.microsoft.com/office/drawing/2014/main" id="{FB5E1A75-4EBA-DF96-78B5-DDD08BCCF2AF}"/>
              </a:ext>
            </a:extLst>
          </p:cNvPr>
          <p:cNvSpPr/>
          <p:nvPr userDrawn="1"/>
        </p:nvSpPr>
        <p:spPr>
          <a:xfrm>
            <a:off x="228600" y="152400"/>
            <a:ext cx="3276600" cy="3810000"/>
          </a:xfrm>
          <a:prstGeom prst="roundRect">
            <a:avLst>
              <a:gd name="adj" fmla="val 5069"/>
            </a:avLst>
          </a:prstGeom>
          <a:gradFill flip="none" rotWithShape="1">
            <a:gsLst>
              <a:gs pos="37000">
                <a:schemeClr val="accent1">
                  <a:lumMod val="67000"/>
                </a:schemeClr>
              </a:gs>
              <a:gs pos="82000">
                <a:schemeClr val="accent1">
                  <a:lumMod val="97000"/>
                  <a:lumOff val="3000"/>
                </a:schemeClr>
              </a:gs>
              <a:gs pos="100000">
                <a:schemeClr val="accent1">
                  <a:lumMod val="60000"/>
                  <a:lumOff val="40000"/>
                </a:schemeClr>
              </a:gs>
            </a:gsLst>
            <a:lin ang="17400000" scaled="0"/>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5" name="TextBox 4">
            <a:extLst>
              <a:ext uri="{FF2B5EF4-FFF2-40B4-BE49-F238E27FC236}">
                <a16:creationId xmlns:a16="http://schemas.microsoft.com/office/drawing/2014/main" id="{057B955F-1B62-B2CB-9B0D-4438B88344F6}"/>
              </a:ext>
            </a:extLst>
          </p:cNvPr>
          <p:cNvSpPr txBox="1"/>
          <p:nvPr userDrawn="1"/>
        </p:nvSpPr>
        <p:spPr>
          <a:xfrm>
            <a:off x="381000" y="228600"/>
            <a:ext cx="1263785"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CASE OVERVIEW</a:t>
            </a:r>
          </a:p>
        </p:txBody>
      </p:sp>
      <p:sp>
        <p:nvSpPr>
          <p:cNvPr id="7" name="TextBox 6">
            <a:extLst>
              <a:ext uri="{FF2B5EF4-FFF2-40B4-BE49-F238E27FC236}">
                <a16:creationId xmlns:a16="http://schemas.microsoft.com/office/drawing/2014/main" id="{3A0C21DE-586C-397B-8753-F537C4EBAA4A}"/>
              </a:ext>
            </a:extLst>
          </p:cNvPr>
          <p:cNvSpPr txBox="1"/>
          <p:nvPr userDrawn="1"/>
        </p:nvSpPr>
        <p:spPr>
          <a:xfrm>
            <a:off x="2587361" y="189020"/>
            <a:ext cx="710749"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Industry</a:t>
            </a:r>
          </a:p>
        </p:txBody>
      </p:sp>
      <p:sp>
        <p:nvSpPr>
          <p:cNvPr id="8" name="TextBox 7">
            <a:extLst>
              <a:ext uri="{FF2B5EF4-FFF2-40B4-BE49-F238E27FC236}">
                <a16:creationId xmlns:a16="http://schemas.microsoft.com/office/drawing/2014/main" id="{AFCE576E-A8B5-0322-4A16-038C0A6525C3}"/>
              </a:ext>
            </a:extLst>
          </p:cNvPr>
          <p:cNvSpPr txBox="1"/>
          <p:nvPr userDrawn="1"/>
        </p:nvSpPr>
        <p:spPr>
          <a:xfrm>
            <a:off x="381000" y="533400"/>
            <a:ext cx="1820027" cy="402291"/>
          </a:xfrm>
          <a:prstGeom prst="rect">
            <a:avLst/>
          </a:prstGeom>
          <a:noFill/>
        </p:spPr>
        <p:txBody>
          <a:bodyPr vert="horz" wrap="none" lIns="90000" tIns="46800" rIns="90000" bIns="46800" rtlCol="0" anchor="ctr">
            <a:spAutoFit/>
          </a:bodyPr>
          <a:lstStyle/>
          <a:p>
            <a:pPr algn="l">
              <a:spcBef>
                <a:spcPct val="0"/>
              </a:spcBef>
            </a:pPr>
            <a:r>
              <a:rPr lang="en-US" sz="2000">
                <a:solidFill>
                  <a:schemeClr val="bg1"/>
                </a:solidFill>
              </a:rPr>
              <a:t>Process Name</a:t>
            </a:r>
          </a:p>
        </p:txBody>
      </p:sp>
    </p:spTree>
    <p:extLst>
      <p:ext uri="{BB962C8B-B14F-4D97-AF65-F5344CB8AC3E}">
        <p14:creationId xmlns:p14="http://schemas.microsoft.com/office/powerpoint/2010/main" val="7160377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2" name="Rounded Rectangle 1">
            <a:extLst>
              <a:ext uri="{FF2B5EF4-FFF2-40B4-BE49-F238E27FC236}">
                <a16:creationId xmlns:a16="http://schemas.microsoft.com/office/drawing/2014/main" id="{5ED96F17-8E1D-2DFB-9678-C900A36D701E}"/>
              </a:ext>
            </a:extLst>
          </p:cNvPr>
          <p:cNvSpPr/>
          <p:nvPr userDrawn="1"/>
        </p:nvSpPr>
        <p:spPr>
          <a:xfrm>
            <a:off x="228599" y="152400"/>
            <a:ext cx="3882053" cy="1066800"/>
          </a:xfrm>
          <a:prstGeom prst="roundRect">
            <a:avLst>
              <a:gd name="adj" fmla="val 5069"/>
            </a:avLst>
          </a:prstGeom>
          <a:gradFill flip="none" rotWithShape="1">
            <a:gsLst>
              <a:gs pos="37000">
                <a:schemeClr val="accent1">
                  <a:lumMod val="67000"/>
                </a:schemeClr>
              </a:gs>
              <a:gs pos="82000">
                <a:schemeClr val="accent1">
                  <a:lumMod val="97000"/>
                  <a:lumOff val="3000"/>
                </a:schemeClr>
              </a:gs>
              <a:gs pos="100000">
                <a:schemeClr val="accent1">
                  <a:lumMod val="60000"/>
                  <a:lumOff val="40000"/>
                </a:schemeClr>
              </a:gs>
            </a:gsLst>
            <a:lin ang="17400000" scaled="0"/>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5" name="Rounded Rectangle 4">
            <a:extLst>
              <a:ext uri="{FF2B5EF4-FFF2-40B4-BE49-F238E27FC236}">
                <a16:creationId xmlns:a16="http://schemas.microsoft.com/office/drawing/2014/main" id="{A3563060-2936-91B7-E585-2D5F933D7905}"/>
              </a:ext>
            </a:extLst>
          </p:cNvPr>
          <p:cNvSpPr/>
          <p:nvPr userDrawn="1"/>
        </p:nvSpPr>
        <p:spPr>
          <a:xfrm>
            <a:off x="3888611" y="148291"/>
            <a:ext cx="7838984" cy="1070910"/>
          </a:xfrm>
          <a:prstGeom prst="roundRect">
            <a:avLst>
              <a:gd name="adj" fmla="val 5069"/>
            </a:avLst>
          </a:prstGeom>
          <a:solidFill>
            <a:schemeClr val="bg1"/>
          </a:solidFill>
          <a:ln w="9525">
            <a:solidFill>
              <a:schemeClr val="tx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7" name="TextBox 6">
            <a:extLst>
              <a:ext uri="{FF2B5EF4-FFF2-40B4-BE49-F238E27FC236}">
                <a16:creationId xmlns:a16="http://schemas.microsoft.com/office/drawing/2014/main" id="{3A7A9AF7-E939-3D90-CEDE-40D540F3D66D}"/>
              </a:ext>
            </a:extLst>
          </p:cNvPr>
          <p:cNvSpPr txBox="1"/>
          <p:nvPr userDrawn="1"/>
        </p:nvSpPr>
        <p:spPr>
          <a:xfrm>
            <a:off x="381000" y="228600"/>
            <a:ext cx="1263785"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CASE OVERVIEW</a:t>
            </a:r>
          </a:p>
        </p:txBody>
      </p:sp>
      <p:sp>
        <p:nvSpPr>
          <p:cNvPr id="8" name="TextBox 7">
            <a:extLst>
              <a:ext uri="{FF2B5EF4-FFF2-40B4-BE49-F238E27FC236}">
                <a16:creationId xmlns:a16="http://schemas.microsoft.com/office/drawing/2014/main" id="{088CC983-49C6-B05D-A518-613477F4D1C8}"/>
              </a:ext>
            </a:extLst>
          </p:cNvPr>
          <p:cNvSpPr txBox="1"/>
          <p:nvPr userDrawn="1"/>
        </p:nvSpPr>
        <p:spPr>
          <a:xfrm>
            <a:off x="2587361" y="189020"/>
            <a:ext cx="710749"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Industry</a:t>
            </a:r>
          </a:p>
        </p:txBody>
      </p:sp>
      <p:sp>
        <p:nvSpPr>
          <p:cNvPr id="9" name="TextBox 8">
            <a:extLst>
              <a:ext uri="{FF2B5EF4-FFF2-40B4-BE49-F238E27FC236}">
                <a16:creationId xmlns:a16="http://schemas.microsoft.com/office/drawing/2014/main" id="{7781B0B2-34DD-8721-F816-E4CB93485CEE}"/>
              </a:ext>
            </a:extLst>
          </p:cNvPr>
          <p:cNvSpPr txBox="1"/>
          <p:nvPr userDrawn="1"/>
        </p:nvSpPr>
        <p:spPr>
          <a:xfrm>
            <a:off x="381000" y="533400"/>
            <a:ext cx="1820027" cy="402291"/>
          </a:xfrm>
          <a:prstGeom prst="rect">
            <a:avLst/>
          </a:prstGeom>
          <a:noFill/>
        </p:spPr>
        <p:txBody>
          <a:bodyPr vert="horz" wrap="none" lIns="90000" tIns="46800" rIns="90000" bIns="46800" rtlCol="0" anchor="ctr">
            <a:spAutoFit/>
          </a:bodyPr>
          <a:lstStyle/>
          <a:p>
            <a:pPr algn="l">
              <a:spcBef>
                <a:spcPct val="0"/>
              </a:spcBef>
            </a:pPr>
            <a:r>
              <a:rPr lang="en-US" sz="2000">
                <a:solidFill>
                  <a:schemeClr val="bg1"/>
                </a:solidFill>
              </a:rPr>
              <a:t>Process Name</a:t>
            </a:r>
          </a:p>
        </p:txBody>
      </p:sp>
      <p:sp>
        <p:nvSpPr>
          <p:cNvPr id="12" name="Title 11">
            <a:extLst>
              <a:ext uri="{FF2B5EF4-FFF2-40B4-BE49-F238E27FC236}">
                <a16:creationId xmlns:a16="http://schemas.microsoft.com/office/drawing/2014/main" id="{D017FCA3-A06A-DB4F-F4AC-54523E730D07}"/>
              </a:ext>
            </a:extLst>
          </p:cNvPr>
          <p:cNvSpPr>
            <a:spLocks noGrp="1"/>
          </p:cNvSpPr>
          <p:nvPr>
            <p:ph type="title"/>
          </p:nvPr>
        </p:nvSpPr>
        <p:spPr>
          <a:xfrm>
            <a:off x="3888610" y="324019"/>
            <a:ext cx="7753711" cy="666581"/>
          </a:xfrm>
        </p:spPr>
        <p:txBody>
          <a:bodyPr/>
          <a:lstStyle>
            <a:lvl1pPr algn="l">
              <a:spcBef>
                <a:spcPct val="0"/>
              </a:spcBef>
              <a:defRPr>
                <a:solidFill>
                  <a:schemeClr val="tx2"/>
                </a:solidFill>
              </a:defRPr>
            </a:lvl1pPr>
          </a:lstStyle>
          <a:p>
            <a:pPr algn="l">
              <a:spcBef>
                <a:spcPct val="0"/>
              </a:spcBef>
            </a:pPr>
            <a:r>
              <a:rPr lang="en-US"/>
              <a:t>Click to edit Master title style</a:t>
            </a:r>
            <a:endParaRPr lang="en-US" sz="2800">
              <a:solidFill>
                <a:schemeClr val="tx2"/>
              </a:solidFill>
            </a:endParaRPr>
          </a:p>
        </p:txBody>
      </p:sp>
    </p:spTree>
    <p:extLst>
      <p:ext uri="{BB962C8B-B14F-4D97-AF65-F5344CB8AC3E}">
        <p14:creationId xmlns:p14="http://schemas.microsoft.com/office/powerpoint/2010/main" val="15839222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577985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0D6E650F-BA4C-6AA4-9148-F570EFB99F38}"/>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tx2"/>
                </a:solidFill>
              </a:defRPr>
            </a:lvl1pPr>
          </a:lstStyle>
          <a:p>
            <a:pPr lvl="0"/>
            <a:r>
              <a:rPr lang="en-US"/>
              <a:t>Click to edit Master text styles</a:t>
            </a:r>
          </a:p>
        </p:txBody>
      </p:sp>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F51FE388-96EB-60B4-BDE5-75205588111D}"/>
              </a:ext>
            </a:extLst>
          </p:cNvPr>
          <p:cNvSpPr>
            <a:spLocks noGrp="1"/>
          </p:cNvSpPr>
          <p:nvPr>
            <p:ph type="title"/>
          </p:nvPr>
        </p:nvSpPr>
        <p:spPr/>
        <p:txBody>
          <a:bodyPr/>
          <a:lstStyle/>
          <a:p>
            <a:r>
              <a:rPr lang="en-US"/>
              <a:t>Click to edit Master title style</a:t>
            </a:r>
          </a:p>
        </p:txBody>
      </p:sp>
      <p:sp>
        <p:nvSpPr>
          <p:cNvPr id="6" name="Content Placeholder 5">
            <a:extLst>
              <a:ext uri="{FF2B5EF4-FFF2-40B4-BE49-F238E27FC236}">
                <a16:creationId xmlns:a16="http://schemas.microsoft.com/office/drawing/2014/main" id="{B1642B4B-22B4-952E-DD1B-30B2523729DC}"/>
              </a:ext>
            </a:extLst>
          </p:cNvPr>
          <p:cNvSpPr>
            <a:spLocks noGrp="1"/>
          </p:cNvSpPr>
          <p:nvPr>
            <p:ph sz="quarter" idx="31"/>
          </p:nvPr>
        </p:nvSpPr>
        <p:spPr>
          <a:xfrm>
            <a:off x="551384" y="2132856"/>
            <a:ext cx="1109093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982144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Content 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7" name="Text Placeholder 10">
            <a:extLst>
              <a:ext uri="{FF2B5EF4-FFF2-40B4-BE49-F238E27FC236}">
                <a16:creationId xmlns:a16="http://schemas.microsoft.com/office/drawing/2014/main" id="{90464251-F267-6F64-58DE-3A8369AE008F}"/>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
        <p:nvSpPr>
          <p:cNvPr id="21" name="Content Placeholder 20">
            <a:extLst>
              <a:ext uri="{FF2B5EF4-FFF2-40B4-BE49-F238E27FC236}">
                <a16:creationId xmlns:a16="http://schemas.microsoft.com/office/drawing/2014/main" id="{E70BDE52-9B00-C2A8-F626-B256D02BD0F0}"/>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9">
            <a:extLst>
              <a:ext uri="{FF2B5EF4-FFF2-40B4-BE49-F238E27FC236}">
                <a16:creationId xmlns:a16="http://schemas.microsoft.com/office/drawing/2014/main" id="{11D06750-D717-3C72-A9E7-30B20496520E}"/>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621CAE5D-3E25-1FC1-0588-6D3144862513}"/>
              </a:ext>
            </a:extLst>
          </p:cNvPr>
          <p:cNvSpPr>
            <a:spLocks noGrp="1"/>
          </p:cNvSpPr>
          <p:nvPr>
            <p:ph type="title"/>
          </p:nvPr>
        </p:nvSpPr>
        <p:spPr>
          <a:xfrm>
            <a:off x="551384" y="549274"/>
            <a:ext cx="3312368" cy="930372"/>
          </a:xfrm>
        </p:spPr>
        <p:txBody>
          <a:bodyPr/>
          <a:lstStyle/>
          <a:p>
            <a:r>
              <a:rPr lang="en-US"/>
              <a:t>Click to edit Master title style</a:t>
            </a:r>
          </a:p>
        </p:txBody>
      </p:sp>
      <p:sp>
        <p:nvSpPr>
          <p:cNvPr id="11" name="Content Placeholder 5">
            <a:extLst>
              <a:ext uri="{FF2B5EF4-FFF2-40B4-BE49-F238E27FC236}">
                <a16:creationId xmlns:a16="http://schemas.microsoft.com/office/drawing/2014/main" id="{929189C8-410E-9C4A-019C-9B1A47D8D2ED}"/>
              </a:ext>
            </a:extLst>
          </p:cNvPr>
          <p:cNvSpPr>
            <a:spLocks noGrp="1"/>
          </p:cNvSpPr>
          <p:nvPr>
            <p:ph sz="quarter" idx="31"/>
          </p:nvPr>
        </p:nvSpPr>
        <p:spPr>
          <a:xfrm>
            <a:off x="551384" y="2132856"/>
            <a:ext cx="33123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220210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Content 2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9" name="Content Placeholder 20">
            <a:extLst>
              <a:ext uri="{FF2B5EF4-FFF2-40B4-BE49-F238E27FC236}">
                <a16:creationId xmlns:a16="http://schemas.microsoft.com/office/drawing/2014/main" id="{8AF30424-EC22-815F-0364-A40BD8FB5A94}"/>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9">
            <a:extLst>
              <a:ext uri="{FF2B5EF4-FFF2-40B4-BE49-F238E27FC236}">
                <a16:creationId xmlns:a16="http://schemas.microsoft.com/office/drawing/2014/main" id="{3D8C5119-2E27-2F8D-2393-F11C985DEEFE}"/>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3" name="Title 4">
            <a:extLst>
              <a:ext uri="{FF2B5EF4-FFF2-40B4-BE49-F238E27FC236}">
                <a16:creationId xmlns:a16="http://schemas.microsoft.com/office/drawing/2014/main" id="{AFA6B1A6-69A7-1CAE-0836-CA4C24413C3B}"/>
              </a:ext>
            </a:extLst>
          </p:cNvPr>
          <p:cNvSpPr>
            <a:spLocks noGrp="1"/>
          </p:cNvSpPr>
          <p:nvPr>
            <p:ph type="title"/>
          </p:nvPr>
        </p:nvSpPr>
        <p:spPr>
          <a:xfrm>
            <a:off x="551384" y="549274"/>
            <a:ext cx="3312368" cy="930372"/>
          </a:xfrm>
        </p:spPr>
        <p:txBody>
          <a:bodyPr/>
          <a:lstStyle/>
          <a:p>
            <a:r>
              <a:rPr lang="en-US"/>
              <a:t>Click to edit Master title style</a:t>
            </a:r>
          </a:p>
        </p:txBody>
      </p:sp>
      <p:sp>
        <p:nvSpPr>
          <p:cNvPr id="18" name="Content Placeholder 5">
            <a:extLst>
              <a:ext uri="{FF2B5EF4-FFF2-40B4-BE49-F238E27FC236}">
                <a16:creationId xmlns:a16="http://schemas.microsoft.com/office/drawing/2014/main" id="{98A4F07B-7612-308A-3654-BE7DBBF41070}"/>
              </a:ext>
            </a:extLst>
          </p:cNvPr>
          <p:cNvSpPr>
            <a:spLocks noGrp="1"/>
          </p:cNvSpPr>
          <p:nvPr>
            <p:ph sz="quarter" idx="31"/>
          </p:nvPr>
        </p:nvSpPr>
        <p:spPr>
          <a:xfrm>
            <a:off x="551384" y="2132856"/>
            <a:ext cx="33123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hapter Placeholder 2">
            <a:extLst>
              <a:ext uri="{FF2B5EF4-FFF2-40B4-BE49-F238E27FC236}">
                <a16:creationId xmlns:a16="http://schemas.microsoft.com/office/drawing/2014/main" id="{45C81183-EAF5-59AC-9312-889607D0BF65}"/>
              </a:ext>
            </a:extLst>
          </p:cNvPr>
          <p:cNvSpPr>
            <a:spLocks noGrp="1"/>
          </p:cNvSpPr>
          <p:nvPr>
            <p:ph type="body" sz="quarter" idx="13" hasCustomPrompt="1"/>
          </p:nvPr>
        </p:nvSpPr>
        <p:spPr>
          <a:xfrm>
            <a:off x="550863" y="266219"/>
            <a:ext cx="3311705"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20" name="Text Placeholder 10">
            <a:extLst>
              <a:ext uri="{FF2B5EF4-FFF2-40B4-BE49-F238E27FC236}">
                <a16:creationId xmlns:a16="http://schemas.microsoft.com/office/drawing/2014/main" id="{AF667FFB-A6CF-0DAC-F73F-F6AC39EE2761}"/>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569334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Content 3">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0999"/>
            <a:ext cx="6857998" cy="609600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F94673B4-77FE-F1CB-0F2B-E9CA250FB2B6}"/>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1E48061D-F3E5-383D-6B8F-2C827E9EE8FD}"/>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2" name="Content Placeholder 5">
            <a:extLst>
              <a:ext uri="{FF2B5EF4-FFF2-40B4-BE49-F238E27FC236}">
                <a16:creationId xmlns:a16="http://schemas.microsoft.com/office/drawing/2014/main" id="{626CD0FD-2710-377C-0AF5-3D235D7D2581}"/>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2B515CA7-8DCF-54B4-09AA-94A802519A74}"/>
              </a:ext>
            </a:extLst>
          </p:cNvPr>
          <p:cNvSpPr>
            <a:spLocks noGrp="1"/>
          </p:cNvSpPr>
          <p:nvPr>
            <p:ph sz="quarter" idx="28"/>
          </p:nvPr>
        </p:nvSpPr>
        <p:spPr>
          <a:xfrm>
            <a:off x="6491381" y="2132856"/>
            <a:ext cx="514975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0">
            <a:extLst>
              <a:ext uri="{FF2B5EF4-FFF2-40B4-BE49-F238E27FC236}">
                <a16:creationId xmlns:a16="http://schemas.microsoft.com/office/drawing/2014/main" id="{2ED5F6CF-D037-F768-2935-84A770471395}"/>
              </a:ext>
            </a:extLst>
          </p:cNvPr>
          <p:cNvSpPr>
            <a:spLocks noGrp="1"/>
          </p:cNvSpPr>
          <p:nvPr>
            <p:ph type="body" sz="quarter" idx="27"/>
          </p:nvPr>
        </p:nvSpPr>
        <p:spPr>
          <a:xfrm>
            <a:off x="6491381" y="1634285"/>
            <a:ext cx="514975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3103676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Content 3 Chapterbox">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1000"/>
            <a:ext cx="6857998" cy="609600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B596F1C6-4A2C-32A4-F91B-7A46197FE40E}"/>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Title 4">
            <a:extLst>
              <a:ext uri="{FF2B5EF4-FFF2-40B4-BE49-F238E27FC236}">
                <a16:creationId xmlns:a16="http://schemas.microsoft.com/office/drawing/2014/main" id="{028C5415-53AD-E669-9486-5FBA89A04F29}"/>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1BEDBCBF-3BC8-AA4A-1F58-81530B90708A}"/>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0">
            <a:extLst>
              <a:ext uri="{FF2B5EF4-FFF2-40B4-BE49-F238E27FC236}">
                <a16:creationId xmlns:a16="http://schemas.microsoft.com/office/drawing/2014/main" id="{1B7CBEC2-7246-C86B-4339-C14AFC3677BC}"/>
              </a:ext>
            </a:extLst>
          </p:cNvPr>
          <p:cNvSpPr>
            <a:spLocks noGrp="1"/>
          </p:cNvSpPr>
          <p:nvPr>
            <p:ph sz="quarter" idx="28"/>
          </p:nvPr>
        </p:nvSpPr>
        <p:spPr>
          <a:xfrm>
            <a:off x="6491381" y="2132856"/>
            <a:ext cx="514975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hapter Placeholder 2">
            <a:extLst>
              <a:ext uri="{FF2B5EF4-FFF2-40B4-BE49-F238E27FC236}">
                <a16:creationId xmlns:a16="http://schemas.microsoft.com/office/drawing/2014/main" id="{81125B0F-654E-18D6-D135-80BD1EED9DED}"/>
              </a:ext>
            </a:extLst>
          </p:cNvPr>
          <p:cNvSpPr>
            <a:spLocks noGrp="1"/>
          </p:cNvSpPr>
          <p:nvPr>
            <p:ph type="body" sz="quarter" idx="13" hasCustomPrompt="1"/>
          </p:nvPr>
        </p:nvSpPr>
        <p:spPr>
          <a:xfrm>
            <a:off x="550863" y="266219"/>
            <a:ext cx="5111905"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8" name="Text Placeholder 10">
            <a:extLst>
              <a:ext uri="{FF2B5EF4-FFF2-40B4-BE49-F238E27FC236}">
                <a16:creationId xmlns:a16="http://schemas.microsoft.com/office/drawing/2014/main" id="{258EBFC3-CBC8-925F-B836-0EE26BFE8CF5}"/>
              </a:ext>
            </a:extLst>
          </p:cNvPr>
          <p:cNvSpPr>
            <a:spLocks noGrp="1"/>
          </p:cNvSpPr>
          <p:nvPr>
            <p:ph type="body" sz="quarter" idx="27"/>
          </p:nvPr>
        </p:nvSpPr>
        <p:spPr>
          <a:xfrm>
            <a:off x="6491381" y="1634285"/>
            <a:ext cx="514975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4906851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ontent 4">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1ED26950-AB5A-C0D9-81A8-A04EA350762D}"/>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8EC1972F-9263-1D56-27E9-E603C2AABB72}"/>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7FBCB093-A7B1-0D7A-1FAF-74CB36D79D0C}"/>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392BB9FB-913E-27BD-009B-3894E1694801}"/>
              </a:ext>
            </a:extLst>
          </p:cNvPr>
          <p:cNvSpPr>
            <a:spLocks noGrp="1"/>
          </p:cNvSpPr>
          <p:nvPr>
            <p:ph sz="quarter" idx="28"/>
          </p:nvPr>
        </p:nvSpPr>
        <p:spPr>
          <a:xfrm>
            <a:off x="8341401" y="2132856"/>
            <a:ext cx="329973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0">
            <a:extLst>
              <a:ext uri="{FF2B5EF4-FFF2-40B4-BE49-F238E27FC236}">
                <a16:creationId xmlns:a16="http://schemas.microsoft.com/office/drawing/2014/main" id="{A2B384BF-001B-7351-C51D-C08A1F393AB6}"/>
              </a:ext>
            </a:extLst>
          </p:cNvPr>
          <p:cNvSpPr>
            <a:spLocks noGrp="1"/>
          </p:cNvSpPr>
          <p:nvPr>
            <p:ph type="body" sz="quarter" idx="27" hasCustomPrompt="1"/>
          </p:nvPr>
        </p:nvSpPr>
        <p:spPr>
          <a:xfrm>
            <a:off x="8341401" y="1634285"/>
            <a:ext cx="329973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styles</a:t>
            </a:r>
          </a:p>
        </p:txBody>
      </p:sp>
    </p:spTree>
    <p:extLst>
      <p:ext uri="{BB962C8B-B14F-4D97-AF65-F5344CB8AC3E}">
        <p14:creationId xmlns:p14="http://schemas.microsoft.com/office/powerpoint/2010/main" val="647113677"/>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Content 4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239C7379-C19E-9AE6-CB5B-2451CFFD4A17}"/>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3" name="Title 4">
            <a:extLst>
              <a:ext uri="{FF2B5EF4-FFF2-40B4-BE49-F238E27FC236}">
                <a16:creationId xmlns:a16="http://schemas.microsoft.com/office/drawing/2014/main" id="{21AAEB23-95CA-45A9-837B-CD7BF8DDE56C}"/>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4" name="Content Placeholder 5">
            <a:extLst>
              <a:ext uri="{FF2B5EF4-FFF2-40B4-BE49-F238E27FC236}">
                <a16:creationId xmlns:a16="http://schemas.microsoft.com/office/drawing/2014/main" id="{F9DB2775-E9C6-BBF6-4F21-AC89CB5A2445}"/>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0">
            <a:extLst>
              <a:ext uri="{FF2B5EF4-FFF2-40B4-BE49-F238E27FC236}">
                <a16:creationId xmlns:a16="http://schemas.microsoft.com/office/drawing/2014/main" id="{C3ABAB46-458D-AA82-5E79-A54A7AF168E3}"/>
              </a:ext>
            </a:extLst>
          </p:cNvPr>
          <p:cNvSpPr>
            <a:spLocks noGrp="1"/>
          </p:cNvSpPr>
          <p:nvPr>
            <p:ph sz="quarter" idx="28"/>
          </p:nvPr>
        </p:nvSpPr>
        <p:spPr>
          <a:xfrm>
            <a:off x="8341401" y="2132856"/>
            <a:ext cx="329973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hapter Placeholder 2">
            <a:extLst>
              <a:ext uri="{FF2B5EF4-FFF2-40B4-BE49-F238E27FC236}">
                <a16:creationId xmlns:a16="http://schemas.microsoft.com/office/drawing/2014/main" id="{6A60C175-61A3-58D8-BABE-160BC93795DC}"/>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7" name="Text Placeholder 10">
            <a:extLst>
              <a:ext uri="{FF2B5EF4-FFF2-40B4-BE49-F238E27FC236}">
                <a16:creationId xmlns:a16="http://schemas.microsoft.com/office/drawing/2014/main" id="{6C357538-B7AF-C31E-63AB-4F5FF078BFCB}"/>
              </a:ext>
            </a:extLst>
          </p:cNvPr>
          <p:cNvSpPr>
            <a:spLocks noGrp="1"/>
          </p:cNvSpPr>
          <p:nvPr>
            <p:ph type="body" sz="quarter" idx="27" hasCustomPrompt="1"/>
          </p:nvPr>
        </p:nvSpPr>
        <p:spPr>
          <a:xfrm>
            <a:off x="8341401" y="1634285"/>
            <a:ext cx="329973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styles</a:t>
            </a:r>
          </a:p>
        </p:txBody>
      </p:sp>
    </p:spTree>
    <p:extLst>
      <p:ext uri="{BB962C8B-B14F-4D97-AF65-F5344CB8AC3E}">
        <p14:creationId xmlns:p14="http://schemas.microsoft.com/office/powerpoint/2010/main" val="4185219580"/>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Content 5">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1FD69EF5-DC55-0043-E707-9957A11A30E5}"/>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7" name="Title 4">
            <a:extLst>
              <a:ext uri="{FF2B5EF4-FFF2-40B4-BE49-F238E27FC236}">
                <a16:creationId xmlns:a16="http://schemas.microsoft.com/office/drawing/2014/main" id="{C93203A2-28D5-E542-8692-E8BEA6720D63}"/>
              </a:ext>
            </a:extLst>
          </p:cNvPr>
          <p:cNvSpPr>
            <a:spLocks noGrp="1"/>
          </p:cNvSpPr>
          <p:nvPr>
            <p:ph type="title"/>
          </p:nvPr>
        </p:nvSpPr>
        <p:spPr>
          <a:xfrm>
            <a:off x="551384" y="549274"/>
            <a:ext cx="7920880"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D5680A08-73A9-5D82-7781-A59825059862}"/>
              </a:ext>
            </a:extLst>
          </p:cNvPr>
          <p:cNvSpPr>
            <a:spLocks noGrp="1"/>
          </p:cNvSpPr>
          <p:nvPr>
            <p:ph sz="quarter" idx="31"/>
          </p:nvPr>
        </p:nvSpPr>
        <p:spPr>
          <a:xfrm>
            <a:off x="551384" y="2132856"/>
            <a:ext cx="792088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20">
            <a:extLst>
              <a:ext uri="{FF2B5EF4-FFF2-40B4-BE49-F238E27FC236}">
                <a16:creationId xmlns:a16="http://schemas.microsoft.com/office/drawing/2014/main" id="{2D43B5A9-14F0-DD78-070F-A995030041DA}"/>
              </a:ext>
            </a:extLst>
          </p:cNvPr>
          <p:cNvSpPr>
            <a:spLocks noGrp="1"/>
          </p:cNvSpPr>
          <p:nvPr>
            <p:ph sz="quarter" idx="28"/>
          </p:nvPr>
        </p:nvSpPr>
        <p:spPr>
          <a:xfrm>
            <a:off x="9264352" y="2132856"/>
            <a:ext cx="237678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0">
            <a:extLst>
              <a:ext uri="{FF2B5EF4-FFF2-40B4-BE49-F238E27FC236}">
                <a16:creationId xmlns:a16="http://schemas.microsoft.com/office/drawing/2014/main" id="{5F56F677-F5B9-1784-B704-0F0DD8F83E23}"/>
              </a:ext>
            </a:extLst>
          </p:cNvPr>
          <p:cNvSpPr>
            <a:spLocks noGrp="1"/>
          </p:cNvSpPr>
          <p:nvPr>
            <p:ph type="body" sz="quarter" idx="27"/>
          </p:nvPr>
        </p:nvSpPr>
        <p:spPr>
          <a:xfrm>
            <a:off x="9264351" y="1635328"/>
            <a:ext cx="2376787"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9426378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ontent 5 Chapterbox">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77CB4701-5EA8-F228-EB41-0CFF2D895F32}"/>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A5D329F4-F440-1971-934F-BB7E30406179}"/>
              </a:ext>
            </a:extLst>
          </p:cNvPr>
          <p:cNvSpPr>
            <a:spLocks noGrp="1"/>
          </p:cNvSpPr>
          <p:nvPr>
            <p:ph type="title"/>
          </p:nvPr>
        </p:nvSpPr>
        <p:spPr>
          <a:xfrm>
            <a:off x="551384" y="549274"/>
            <a:ext cx="7920880" cy="930372"/>
          </a:xfrm>
        </p:spPr>
        <p:txBody>
          <a:bodyPr/>
          <a:lstStyle/>
          <a:p>
            <a:r>
              <a:rPr lang="en-US"/>
              <a:t>Click to edit Master title style</a:t>
            </a:r>
          </a:p>
        </p:txBody>
      </p:sp>
      <p:sp>
        <p:nvSpPr>
          <p:cNvPr id="11" name="Content Placeholder 5">
            <a:extLst>
              <a:ext uri="{FF2B5EF4-FFF2-40B4-BE49-F238E27FC236}">
                <a16:creationId xmlns:a16="http://schemas.microsoft.com/office/drawing/2014/main" id="{C57AAAE3-15FB-8EBD-D80A-38D40EBDDEBF}"/>
              </a:ext>
            </a:extLst>
          </p:cNvPr>
          <p:cNvSpPr>
            <a:spLocks noGrp="1"/>
          </p:cNvSpPr>
          <p:nvPr>
            <p:ph sz="quarter" idx="31"/>
          </p:nvPr>
        </p:nvSpPr>
        <p:spPr>
          <a:xfrm>
            <a:off x="551384" y="2132856"/>
            <a:ext cx="792088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D9F4F301-816D-BBA5-0D4F-7106C88BF450}"/>
              </a:ext>
            </a:extLst>
          </p:cNvPr>
          <p:cNvSpPr>
            <a:spLocks noGrp="1"/>
          </p:cNvSpPr>
          <p:nvPr>
            <p:ph sz="quarter" idx="28"/>
          </p:nvPr>
        </p:nvSpPr>
        <p:spPr>
          <a:xfrm>
            <a:off x="9264352" y="2132856"/>
            <a:ext cx="237678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hapter Placeholder 2">
            <a:extLst>
              <a:ext uri="{FF2B5EF4-FFF2-40B4-BE49-F238E27FC236}">
                <a16:creationId xmlns:a16="http://schemas.microsoft.com/office/drawing/2014/main" id="{E584A6CD-5C38-ABB3-1278-14FD6AFFF366}"/>
              </a:ext>
            </a:extLst>
          </p:cNvPr>
          <p:cNvSpPr>
            <a:spLocks noGrp="1"/>
          </p:cNvSpPr>
          <p:nvPr>
            <p:ph type="body" sz="quarter" idx="13" hasCustomPrompt="1"/>
          </p:nvPr>
        </p:nvSpPr>
        <p:spPr>
          <a:xfrm>
            <a:off x="550862" y="266219"/>
            <a:ext cx="7919853"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7" name="Text Placeholder 10">
            <a:extLst>
              <a:ext uri="{FF2B5EF4-FFF2-40B4-BE49-F238E27FC236}">
                <a16:creationId xmlns:a16="http://schemas.microsoft.com/office/drawing/2014/main" id="{3D4DF89C-E36B-311B-F8AD-FE3524EF4EF8}"/>
              </a:ext>
            </a:extLst>
          </p:cNvPr>
          <p:cNvSpPr>
            <a:spLocks noGrp="1"/>
          </p:cNvSpPr>
          <p:nvPr>
            <p:ph type="body" sz="quarter" idx="27"/>
          </p:nvPr>
        </p:nvSpPr>
        <p:spPr>
          <a:xfrm>
            <a:off x="9264351" y="1634285"/>
            <a:ext cx="2376787"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5568275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Content 6">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F49FFE9F-318B-AD07-86E6-3D605204274E}"/>
              </a:ext>
            </a:extLst>
          </p:cNvPr>
          <p:cNvSpPr>
            <a:spLocks noGrp="1"/>
          </p:cNvSpPr>
          <p:nvPr>
            <p:ph type="body" sz="quarter" idx="22" hasCustomPrompt="1"/>
          </p:nvPr>
        </p:nvSpPr>
        <p:spPr>
          <a:xfrm>
            <a:off x="550200" y="1634286"/>
            <a:ext cx="89541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6B5BE04E-C718-08CB-4873-0698E24EE643}"/>
              </a:ext>
            </a:extLst>
          </p:cNvPr>
          <p:cNvSpPr>
            <a:spLocks noGrp="1"/>
          </p:cNvSpPr>
          <p:nvPr>
            <p:ph type="title"/>
          </p:nvPr>
        </p:nvSpPr>
        <p:spPr>
          <a:xfrm>
            <a:off x="551384" y="549274"/>
            <a:ext cx="8954190" cy="930372"/>
          </a:xfrm>
        </p:spPr>
        <p:txBody>
          <a:bodyPr/>
          <a:lstStyle/>
          <a:p>
            <a:r>
              <a:rPr lang="en-US"/>
              <a:t>Click to edit Master title style</a:t>
            </a:r>
          </a:p>
        </p:txBody>
      </p:sp>
      <p:sp>
        <p:nvSpPr>
          <p:cNvPr id="12" name="Content Placeholder 5">
            <a:extLst>
              <a:ext uri="{FF2B5EF4-FFF2-40B4-BE49-F238E27FC236}">
                <a16:creationId xmlns:a16="http://schemas.microsoft.com/office/drawing/2014/main" id="{2AE819EF-5661-07DD-8D8E-3816C9C948FA}"/>
              </a:ext>
            </a:extLst>
          </p:cNvPr>
          <p:cNvSpPr>
            <a:spLocks noGrp="1"/>
          </p:cNvSpPr>
          <p:nvPr>
            <p:ph sz="quarter" idx="31"/>
          </p:nvPr>
        </p:nvSpPr>
        <p:spPr>
          <a:xfrm>
            <a:off x="551384" y="2132856"/>
            <a:ext cx="895419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0">
            <a:extLst>
              <a:ext uri="{FF2B5EF4-FFF2-40B4-BE49-F238E27FC236}">
                <a16:creationId xmlns:a16="http://schemas.microsoft.com/office/drawing/2014/main" id="{6FD27327-DD4E-745F-BEE6-F2456262CD9F}"/>
              </a:ext>
            </a:extLst>
          </p:cNvPr>
          <p:cNvSpPr>
            <a:spLocks noGrp="1"/>
          </p:cNvSpPr>
          <p:nvPr>
            <p:ph sz="quarter" idx="28"/>
          </p:nvPr>
        </p:nvSpPr>
        <p:spPr>
          <a:xfrm>
            <a:off x="10056440" y="2132856"/>
            <a:ext cx="15846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0">
            <a:extLst>
              <a:ext uri="{FF2B5EF4-FFF2-40B4-BE49-F238E27FC236}">
                <a16:creationId xmlns:a16="http://schemas.microsoft.com/office/drawing/2014/main" id="{50CD247E-0744-79CF-8F93-524394145128}"/>
              </a:ext>
            </a:extLst>
          </p:cNvPr>
          <p:cNvSpPr>
            <a:spLocks noGrp="1"/>
          </p:cNvSpPr>
          <p:nvPr>
            <p:ph type="body" sz="quarter" idx="32"/>
          </p:nvPr>
        </p:nvSpPr>
        <p:spPr>
          <a:xfrm>
            <a:off x="10056439" y="1634286"/>
            <a:ext cx="15846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5052037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ontent 6  Chapterbox">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73D4D2DE-857C-432B-542C-776B73D12295}"/>
              </a:ext>
            </a:extLst>
          </p:cNvPr>
          <p:cNvSpPr>
            <a:spLocks noGrp="1"/>
          </p:cNvSpPr>
          <p:nvPr>
            <p:ph type="body" sz="quarter" idx="22" hasCustomPrompt="1"/>
          </p:nvPr>
        </p:nvSpPr>
        <p:spPr>
          <a:xfrm>
            <a:off x="550200" y="1634286"/>
            <a:ext cx="89541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Title 4">
            <a:extLst>
              <a:ext uri="{FF2B5EF4-FFF2-40B4-BE49-F238E27FC236}">
                <a16:creationId xmlns:a16="http://schemas.microsoft.com/office/drawing/2014/main" id="{D58330D2-B44D-B4BF-A2E5-010DDD74BFE7}"/>
              </a:ext>
            </a:extLst>
          </p:cNvPr>
          <p:cNvSpPr>
            <a:spLocks noGrp="1"/>
          </p:cNvSpPr>
          <p:nvPr>
            <p:ph type="title"/>
          </p:nvPr>
        </p:nvSpPr>
        <p:spPr>
          <a:xfrm>
            <a:off x="551384" y="549274"/>
            <a:ext cx="8954190"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BD895A44-21D8-7652-F6B3-A65F96845F49}"/>
              </a:ext>
            </a:extLst>
          </p:cNvPr>
          <p:cNvSpPr>
            <a:spLocks noGrp="1"/>
          </p:cNvSpPr>
          <p:nvPr>
            <p:ph sz="quarter" idx="31"/>
          </p:nvPr>
        </p:nvSpPr>
        <p:spPr>
          <a:xfrm>
            <a:off x="551384" y="2132856"/>
            <a:ext cx="895419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B7B3AFE6-55A3-42D9-6DD3-DA26A44341E4}"/>
              </a:ext>
            </a:extLst>
          </p:cNvPr>
          <p:cNvSpPr>
            <a:spLocks noGrp="1"/>
          </p:cNvSpPr>
          <p:nvPr>
            <p:ph sz="quarter" idx="28"/>
          </p:nvPr>
        </p:nvSpPr>
        <p:spPr>
          <a:xfrm>
            <a:off x="10056440" y="2132856"/>
            <a:ext cx="15846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hapter Placeholder 2">
            <a:extLst>
              <a:ext uri="{FF2B5EF4-FFF2-40B4-BE49-F238E27FC236}">
                <a16:creationId xmlns:a16="http://schemas.microsoft.com/office/drawing/2014/main" id="{32B7BC2A-9784-4487-0ABA-5451BC0797E4}"/>
              </a:ext>
            </a:extLst>
          </p:cNvPr>
          <p:cNvSpPr>
            <a:spLocks noGrp="1"/>
          </p:cNvSpPr>
          <p:nvPr>
            <p:ph type="body" sz="quarter" idx="13" hasCustomPrompt="1"/>
          </p:nvPr>
        </p:nvSpPr>
        <p:spPr>
          <a:xfrm>
            <a:off x="550862" y="266219"/>
            <a:ext cx="8953029"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6" name="Text Placeholder 10">
            <a:extLst>
              <a:ext uri="{FF2B5EF4-FFF2-40B4-BE49-F238E27FC236}">
                <a16:creationId xmlns:a16="http://schemas.microsoft.com/office/drawing/2014/main" id="{5A4921A4-14DE-EAC1-42A7-044F67135397}"/>
              </a:ext>
            </a:extLst>
          </p:cNvPr>
          <p:cNvSpPr>
            <a:spLocks noGrp="1"/>
          </p:cNvSpPr>
          <p:nvPr>
            <p:ph type="body" sz="quarter" idx="32"/>
          </p:nvPr>
        </p:nvSpPr>
        <p:spPr>
          <a:xfrm>
            <a:off x="10056439" y="1635328"/>
            <a:ext cx="15846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5495404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7" name="Content Placeholder 17">
            <a:extLst>
              <a:ext uri="{FF2B5EF4-FFF2-40B4-BE49-F238E27FC236}">
                <a16:creationId xmlns:a16="http://schemas.microsoft.com/office/drawing/2014/main" id="{9419F9B9-A3F9-F338-CA95-2522ADFD9276}"/>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itle 7">
            <a:extLst>
              <a:ext uri="{FF2B5EF4-FFF2-40B4-BE49-F238E27FC236}">
                <a16:creationId xmlns:a16="http://schemas.microsoft.com/office/drawing/2014/main" id="{0AB69793-A772-75BC-7546-86D4C99DA295}"/>
              </a:ext>
            </a:extLst>
          </p:cNvPr>
          <p:cNvSpPr>
            <a:spLocks noGrp="1"/>
          </p:cNvSpPr>
          <p:nvPr>
            <p:ph type="title"/>
          </p:nvPr>
        </p:nvSpPr>
        <p:spPr/>
        <p:txBody>
          <a:bodyPr/>
          <a:lstStyle/>
          <a:p>
            <a:r>
              <a:rPr lang="en-US"/>
              <a:t>Click to edit Master title style</a:t>
            </a:r>
          </a:p>
        </p:txBody>
      </p:sp>
      <p:sp>
        <p:nvSpPr>
          <p:cNvPr id="5" name="Text Placeholder 9">
            <a:extLst>
              <a:ext uri="{FF2B5EF4-FFF2-40B4-BE49-F238E27FC236}">
                <a16:creationId xmlns:a16="http://schemas.microsoft.com/office/drawing/2014/main" id="{3CDC2611-10F8-E402-48FE-760013A0A338}"/>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Tree>
    <p:extLst>
      <p:ext uri="{BB962C8B-B14F-4D97-AF65-F5344CB8AC3E}">
        <p14:creationId xmlns:p14="http://schemas.microsoft.com/office/powerpoint/2010/main" val="15006583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7 Chapterbox">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Content Placeholder 17">
            <a:extLst>
              <a:ext uri="{FF2B5EF4-FFF2-40B4-BE49-F238E27FC236}">
                <a16:creationId xmlns:a16="http://schemas.microsoft.com/office/drawing/2014/main" id="{2A1A29B9-2771-6C2E-7B5A-537C6A3853DB}"/>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0" name="Title 7">
            <a:extLst>
              <a:ext uri="{FF2B5EF4-FFF2-40B4-BE49-F238E27FC236}">
                <a16:creationId xmlns:a16="http://schemas.microsoft.com/office/drawing/2014/main" id="{52EA2223-D8E1-77DA-D101-DFCD3DC98210}"/>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1" name="Text Placeholder 9">
            <a:extLst>
              <a:ext uri="{FF2B5EF4-FFF2-40B4-BE49-F238E27FC236}">
                <a16:creationId xmlns:a16="http://schemas.microsoft.com/office/drawing/2014/main" id="{BC80BDE3-7543-F16D-453F-B5134E4E1B35}"/>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Chapter Placeholder 2">
            <a:extLst>
              <a:ext uri="{FF2B5EF4-FFF2-40B4-BE49-F238E27FC236}">
                <a16:creationId xmlns:a16="http://schemas.microsoft.com/office/drawing/2014/main" id="{0AA21B56-8077-BFD8-789F-17BFDAAE3DB4}"/>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879989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3 Boxes">
    <p:spTree>
      <p:nvGrpSpPr>
        <p:cNvPr id="1" name=""/>
        <p:cNvGrpSpPr/>
        <p:nvPr/>
      </p:nvGrpSpPr>
      <p:grpSpPr>
        <a:xfrm>
          <a:off x="0" y="0"/>
          <a:ext cx="0" cy="0"/>
          <a:chOff x="0" y="0"/>
          <a:chExt cx="0" cy="0"/>
        </a:xfrm>
      </p:grpSpPr>
      <p:sp>
        <p:nvSpPr>
          <p:cNvPr id="16" name="Text Placeholder 9">
            <a:extLst>
              <a:ext uri="{FF2B5EF4-FFF2-40B4-BE49-F238E27FC236}">
                <a16:creationId xmlns:a16="http://schemas.microsoft.com/office/drawing/2014/main" id="{4075E3DD-DFAB-FD26-4572-504E4FADE53C}"/>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7" name="Text Placeholder 9">
            <a:extLst>
              <a:ext uri="{FF2B5EF4-FFF2-40B4-BE49-F238E27FC236}">
                <a16:creationId xmlns:a16="http://schemas.microsoft.com/office/drawing/2014/main" id="{8E9CAB7D-9C7B-E2E2-9B30-A81C31152C20}"/>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23" name="Text Placeholder 9">
            <a:extLst>
              <a:ext uri="{FF2B5EF4-FFF2-40B4-BE49-F238E27FC236}">
                <a16:creationId xmlns:a16="http://schemas.microsoft.com/office/drawing/2014/main" id="{D6B28239-8A4A-2BC4-1B13-1201AC1B835B}"/>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24" name="Content Placeholder 2">
            <a:extLst>
              <a:ext uri="{FF2B5EF4-FFF2-40B4-BE49-F238E27FC236}">
                <a16:creationId xmlns:a16="http://schemas.microsoft.com/office/drawing/2014/main" id="{0228FE89-58D3-520A-49C5-58E95AF8757A}"/>
              </a:ext>
            </a:extLst>
          </p:cNvPr>
          <p:cNvSpPr>
            <a:spLocks noGrp="1"/>
          </p:cNvSpPr>
          <p:nvPr>
            <p:ph sz="quarter" idx="37"/>
          </p:nvPr>
        </p:nvSpPr>
        <p:spPr>
          <a:xfrm>
            <a:off x="550864"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5" name="Content Placeholder 2">
            <a:extLst>
              <a:ext uri="{FF2B5EF4-FFF2-40B4-BE49-F238E27FC236}">
                <a16:creationId xmlns:a16="http://schemas.microsoft.com/office/drawing/2014/main" id="{CBF39E6D-DB1F-781A-6BDD-7C107DD91974}"/>
              </a:ext>
            </a:extLst>
          </p:cNvPr>
          <p:cNvSpPr>
            <a:spLocks noGrp="1"/>
          </p:cNvSpPr>
          <p:nvPr>
            <p:ph sz="quarter" idx="43"/>
          </p:nvPr>
        </p:nvSpPr>
        <p:spPr>
          <a:xfrm>
            <a:off x="4322749"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6" name="Content Placeholder 2">
            <a:extLst>
              <a:ext uri="{FF2B5EF4-FFF2-40B4-BE49-F238E27FC236}">
                <a16:creationId xmlns:a16="http://schemas.microsoft.com/office/drawing/2014/main" id="{1CB95990-A777-8921-215A-C8A73F186031}"/>
              </a:ext>
            </a:extLst>
          </p:cNvPr>
          <p:cNvSpPr>
            <a:spLocks noGrp="1"/>
          </p:cNvSpPr>
          <p:nvPr>
            <p:ph sz="quarter" idx="44"/>
          </p:nvPr>
        </p:nvSpPr>
        <p:spPr>
          <a:xfrm>
            <a:off x="8062162"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7D17B910-3BBD-74AE-2117-34ABBECEE37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7246717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3 Boxes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C00665E5-BDA3-E8BD-B7E9-82C2A9449AC5}"/>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8" name="Text Placeholder 9">
            <a:extLst>
              <a:ext uri="{FF2B5EF4-FFF2-40B4-BE49-F238E27FC236}">
                <a16:creationId xmlns:a16="http://schemas.microsoft.com/office/drawing/2014/main" id="{5DCD0BDB-5B44-5F28-AE7C-A6DDA74FA4C6}"/>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9" name="Text Placeholder 9">
            <a:extLst>
              <a:ext uri="{FF2B5EF4-FFF2-40B4-BE49-F238E27FC236}">
                <a16:creationId xmlns:a16="http://schemas.microsoft.com/office/drawing/2014/main" id="{E5A9C862-F068-5FA8-B790-33B9E92B9717}"/>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03D01268-B758-D427-140C-0987162EAFE5}"/>
              </a:ext>
            </a:extLst>
          </p:cNvPr>
          <p:cNvSpPr>
            <a:spLocks noGrp="1"/>
          </p:cNvSpPr>
          <p:nvPr>
            <p:ph sz="quarter" idx="37"/>
          </p:nvPr>
        </p:nvSpPr>
        <p:spPr>
          <a:xfrm>
            <a:off x="550864"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1" name="Content Placeholder 2">
            <a:extLst>
              <a:ext uri="{FF2B5EF4-FFF2-40B4-BE49-F238E27FC236}">
                <a16:creationId xmlns:a16="http://schemas.microsoft.com/office/drawing/2014/main" id="{4EAE12CE-6A8B-E8C1-80C3-2C87D81A22C3}"/>
              </a:ext>
            </a:extLst>
          </p:cNvPr>
          <p:cNvSpPr>
            <a:spLocks noGrp="1"/>
          </p:cNvSpPr>
          <p:nvPr>
            <p:ph sz="quarter" idx="43"/>
          </p:nvPr>
        </p:nvSpPr>
        <p:spPr>
          <a:xfrm>
            <a:off x="4322749"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2" name="Content Placeholder 2">
            <a:extLst>
              <a:ext uri="{FF2B5EF4-FFF2-40B4-BE49-F238E27FC236}">
                <a16:creationId xmlns:a16="http://schemas.microsoft.com/office/drawing/2014/main" id="{A1EE52F1-A13F-231A-A204-62146E8BB729}"/>
              </a:ext>
            </a:extLst>
          </p:cNvPr>
          <p:cNvSpPr>
            <a:spLocks noGrp="1"/>
          </p:cNvSpPr>
          <p:nvPr>
            <p:ph sz="quarter" idx="44"/>
          </p:nvPr>
        </p:nvSpPr>
        <p:spPr>
          <a:xfrm>
            <a:off x="8062162"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3" name="Title 4">
            <a:extLst>
              <a:ext uri="{FF2B5EF4-FFF2-40B4-BE49-F238E27FC236}">
                <a16:creationId xmlns:a16="http://schemas.microsoft.com/office/drawing/2014/main" id="{A6EAC310-8D5D-2E10-9194-8635143AE73C}"/>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4" name="Chapter Placeholder 2">
            <a:extLst>
              <a:ext uri="{FF2B5EF4-FFF2-40B4-BE49-F238E27FC236}">
                <a16:creationId xmlns:a16="http://schemas.microsoft.com/office/drawing/2014/main" id="{0198E6F0-06BA-7AF7-87A6-64D7D7D3B402}"/>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29252953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5" name="Text Placeholder 9">
            <a:extLst>
              <a:ext uri="{FF2B5EF4-FFF2-40B4-BE49-F238E27FC236}">
                <a16:creationId xmlns:a16="http://schemas.microsoft.com/office/drawing/2014/main" id="{A0B15415-1D8C-B1CF-007F-AF25F5E8B5E0}"/>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8" name="Content Placeholder 17">
            <a:extLst>
              <a:ext uri="{FF2B5EF4-FFF2-40B4-BE49-F238E27FC236}">
                <a16:creationId xmlns:a16="http://schemas.microsoft.com/office/drawing/2014/main" id="{88A06028-7957-3D06-79FE-33A3DA8C8299}"/>
              </a:ext>
            </a:extLst>
          </p:cNvPr>
          <p:cNvSpPr>
            <a:spLocks noGrp="1"/>
          </p:cNvSpPr>
          <p:nvPr>
            <p:ph sz="quarter" idx="23"/>
          </p:nvPr>
        </p:nvSpPr>
        <p:spPr>
          <a:xfrm>
            <a:off x="550862"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0" name="Text Placeholder 9">
            <a:extLst>
              <a:ext uri="{FF2B5EF4-FFF2-40B4-BE49-F238E27FC236}">
                <a16:creationId xmlns:a16="http://schemas.microsoft.com/office/drawing/2014/main" id="{DCC3AC80-AAB0-BD9C-DCE4-4B771F2625EE}"/>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1" name="Content Placeholder 17">
            <a:extLst>
              <a:ext uri="{FF2B5EF4-FFF2-40B4-BE49-F238E27FC236}">
                <a16:creationId xmlns:a16="http://schemas.microsoft.com/office/drawing/2014/main" id="{163C3FEF-254F-65E1-67F0-E654CC319296}"/>
              </a:ext>
            </a:extLst>
          </p:cNvPr>
          <p:cNvSpPr>
            <a:spLocks noGrp="1"/>
          </p:cNvSpPr>
          <p:nvPr>
            <p:ph sz="quarter" idx="25"/>
          </p:nvPr>
        </p:nvSpPr>
        <p:spPr>
          <a:xfrm>
            <a:off x="6310476"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6" name="Title 5">
            <a:extLst>
              <a:ext uri="{FF2B5EF4-FFF2-40B4-BE49-F238E27FC236}">
                <a16:creationId xmlns:a16="http://schemas.microsoft.com/office/drawing/2014/main" id="{29DB7F80-D4E2-48A2-55A8-57B6588B83A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3376362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A9858FC9-E31E-22A5-20E6-DF65368E51BD}"/>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2" name="Content Placeholder 17">
            <a:extLst>
              <a:ext uri="{FF2B5EF4-FFF2-40B4-BE49-F238E27FC236}">
                <a16:creationId xmlns:a16="http://schemas.microsoft.com/office/drawing/2014/main" id="{CCA19B0D-8B57-D85C-1011-1CAC62D2F0F3}"/>
              </a:ext>
            </a:extLst>
          </p:cNvPr>
          <p:cNvSpPr>
            <a:spLocks noGrp="1"/>
          </p:cNvSpPr>
          <p:nvPr>
            <p:ph sz="quarter" idx="23"/>
          </p:nvPr>
        </p:nvSpPr>
        <p:spPr>
          <a:xfrm>
            <a:off x="550862"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3" name="Text Placeholder 9">
            <a:extLst>
              <a:ext uri="{FF2B5EF4-FFF2-40B4-BE49-F238E27FC236}">
                <a16:creationId xmlns:a16="http://schemas.microsoft.com/office/drawing/2014/main" id="{CF6F8FCA-8DFE-AD50-412B-AE814DC29656}"/>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4" name="Content Placeholder 17">
            <a:extLst>
              <a:ext uri="{FF2B5EF4-FFF2-40B4-BE49-F238E27FC236}">
                <a16:creationId xmlns:a16="http://schemas.microsoft.com/office/drawing/2014/main" id="{343A3AFA-D7DE-39DF-996B-43D9E51B8BE2}"/>
              </a:ext>
            </a:extLst>
          </p:cNvPr>
          <p:cNvSpPr>
            <a:spLocks noGrp="1"/>
          </p:cNvSpPr>
          <p:nvPr>
            <p:ph sz="quarter" idx="25"/>
          </p:nvPr>
        </p:nvSpPr>
        <p:spPr>
          <a:xfrm>
            <a:off x="6310476"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5" name="Title 5">
            <a:extLst>
              <a:ext uri="{FF2B5EF4-FFF2-40B4-BE49-F238E27FC236}">
                <a16:creationId xmlns:a16="http://schemas.microsoft.com/office/drawing/2014/main" id="{D9482294-3454-D856-0C2D-E66155DFBC45}"/>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6" name="Chapter Placeholder 2">
            <a:extLst>
              <a:ext uri="{FF2B5EF4-FFF2-40B4-BE49-F238E27FC236}">
                <a16:creationId xmlns:a16="http://schemas.microsoft.com/office/drawing/2014/main" id="{517FBB4B-5A68-7765-35D5-7BEE297C6AAB}"/>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4982540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AE6646BC-32F6-9AC6-5DA3-6CA08C229501}"/>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16" name="Text Placeholder 9">
            <a:extLst>
              <a:ext uri="{FF2B5EF4-FFF2-40B4-BE49-F238E27FC236}">
                <a16:creationId xmlns:a16="http://schemas.microsoft.com/office/drawing/2014/main" id="{935FD019-48D6-983C-6B94-E0976FB8783C}"/>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7" name="Title 4">
            <a:extLst>
              <a:ext uri="{FF2B5EF4-FFF2-40B4-BE49-F238E27FC236}">
                <a16:creationId xmlns:a16="http://schemas.microsoft.com/office/drawing/2014/main" id="{FC4953BF-CA63-7307-BB05-264598E5B859}"/>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8" name="Content Placeholder 5">
            <a:extLst>
              <a:ext uri="{FF2B5EF4-FFF2-40B4-BE49-F238E27FC236}">
                <a16:creationId xmlns:a16="http://schemas.microsoft.com/office/drawing/2014/main" id="{AEC7E24F-95DB-9C78-60A3-E8139D06C8F3}"/>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56925901"/>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Photo 1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4" name="Logo Placeholder 7">
            <a:extLst>
              <a:ext uri="{FF2B5EF4-FFF2-40B4-BE49-F238E27FC236}">
                <a16:creationId xmlns:a16="http://schemas.microsoft.com/office/drawing/2014/main" id="{3BF0ED60-C129-C9C6-4501-946318C0FF02}"/>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7" name="Text Placeholder 9">
            <a:extLst>
              <a:ext uri="{FF2B5EF4-FFF2-40B4-BE49-F238E27FC236}">
                <a16:creationId xmlns:a16="http://schemas.microsoft.com/office/drawing/2014/main" id="{B273940D-E1AD-EA8E-78DF-498922FA8A2F}"/>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F3029A13-E493-A8ED-E3D0-507AF2339260}"/>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633CAED3-6535-92CF-7EA8-42F3243AE7D0}"/>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937EC11D-9FEA-3207-FBA5-942D0A99E49C}"/>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3949951171"/>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4" name="Text Placeholder 9">
            <a:extLst>
              <a:ext uri="{FF2B5EF4-FFF2-40B4-BE49-F238E27FC236}">
                <a16:creationId xmlns:a16="http://schemas.microsoft.com/office/drawing/2014/main" id="{E82105FD-7542-270F-7352-05CF2F1A1301}"/>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8" name="Title 4">
            <a:extLst>
              <a:ext uri="{FF2B5EF4-FFF2-40B4-BE49-F238E27FC236}">
                <a16:creationId xmlns:a16="http://schemas.microsoft.com/office/drawing/2014/main" id="{7E0ED469-AF66-6808-9971-F90514B01F21}"/>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8214CFC2-24F6-6CA0-147F-B56E32136118}"/>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Logo Placeholder 7">
            <a:extLst>
              <a:ext uri="{FF2B5EF4-FFF2-40B4-BE49-F238E27FC236}">
                <a16:creationId xmlns:a16="http://schemas.microsoft.com/office/drawing/2014/main" id="{2C0724B7-40BF-BDCC-6CC1-FE3B5F77D155}"/>
              </a:ext>
            </a:extLst>
          </p:cNvPr>
          <p:cNvSpPr>
            <a:spLocks noGrp="1"/>
          </p:cNvSpPr>
          <p:nvPr>
            <p:ph type="body" sz="quarter" idx="40" hasCustomPrompt="1"/>
          </p:nvPr>
        </p:nvSpPr>
        <p:spPr>
          <a:xfrm>
            <a:off x="11765626" y="128961"/>
            <a:ext cx="269046" cy="335806"/>
          </a:xfrm>
          <a:blipFill>
            <a:blip>
              <a:extLst>
                <a:ext uri="{96DAC541-7B7A-43D3-8B79-37D633B846F1}">
                  <asvg:svgBlip xmlns:asvg="http://schemas.microsoft.com/office/drawing/2016/SVG/main" r:embed="rId2"/>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75233061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Photo 2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B32B524C-36D8-214C-7B43-091DB75F191F}"/>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996F9181-C057-270C-1482-2E5EF4D4FDA6}"/>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99BF8019-65AA-9B32-C80C-D9AA0C654AFD}"/>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A479EEE0-B2C4-D132-D3CB-B4FB16D1D6A0}"/>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4A59B460-E10E-1660-E567-B4AB0E3F3C38}"/>
              </a:ext>
            </a:extLst>
          </p:cNvPr>
          <p:cNvSpPr>
            <a:spLocks noGrp="1"/>
          </p:cNvSpPr>
          <p:nvPr>
            <p:ph type="body" sz="quarter" idx="13" hasCustomPrompt="1"/>
          </p:nvPr>
        </p:nvSpPr>
        <p:spPr>
          <a:xfrm>
            <a:off x="550863" y="266219"/>
            <a:ext cx="5111905"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68071748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A565FC55-C9E0-8386-F514-48C3B7C08BBF}"/>
              </a:ext>
            </a:extLst>
          </p:cNvPr>
          <p:cNvSpPr>
            <a:spLocks noGrp="1"/>
          </p:cNvSpPr>
          <p:nvPr>
            <p:ph type="body" sz="quarter" idx="22" hasCustomPrompt="1"/>
          </p:nvPr>
        </p:nvSpPr>
        <p:spPr>
          <a:xfrm>
            <a:off x="4655177"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6" name="Title 4">
            <a:extLst>
              <a:ext uri="{FF2B5EF4-FFF2-40B4-BE49-F238E27FC236}">
                <a16:creationId xmlns:a16="http://schemas.microsoft.com/office/drawing/2014/main" id="{2E864913-7A4C-BC47-749C-8EA82C1F3460}"/>
              </a:ext>
            </a:extLst>
          </p:cNvPr>
          <p:cNvSpPr>
            <a:spLocks noGrp="1"/>
          </p:cNvSpPr>
          <p:nvPr>
            <p:ph type="title"/>
          </p:nvPr>
        </p:nvSpPr>
        <p:spPr>
          <a:xfrm>
            <a:off x="4656361" y="549274"/>
            <a:ext cx="6984776" cy="930372"/>
          </a:xfrm>
        </p:spPr>
        <p:txBody>
          <a:bodyPr/>
          <a:lstStyle/>
          <a:p>
            <a:r>
              <a:rPr lang="en-US"/>
              <a:t>Click to edit Master title style</a:t>
            </a:r>
          </a:p>
        </p:txBody>
      </p:sp>
      <p:sp>
        <p:nvSpPr>
          <p:cNvPr id="8" name="Content Placeholder 5">
            <a:extLst>
              <a:ext uri="{FF2B5EF4-FFF2-40B4-BE49-F238E27FC236}">
                <a16:creationId xmlns:a16="http://schemas.microsoft.com/office/drawing/2014/main" id="{3DAD7E2F-319F-BE0B-BE23-06049D48435D}"/>
              </a:ext>
            </a:extLst>
          </p:cNvPr>
          <p:cNvSpPr>
            <a:spLocks noGrp="1"/>
          </p:cNvSpPr>
          <p:nvPr>
            <p:ph sz="quarter" idx="31"/>
          </p:nvPr>
        </p:nvSpPr>
        <p:spPr>
          <a:xfrm>
            <a:off x="4656361"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8156546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Photo 3 Chapterbox">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CBEA6FBE-B35F-FDFB-0A0C-E6D7CB1D2878}"/>
              </a:ext>
            </a:extLst>
          </p:cNvPr>
          <p:cNvSpPr>
            <a:spLocks noGrp="1"/>
          </p:cNvSpPr>
          <p:nvPr>
            <p:ph type="body" sz="quarter" idx="22" hasCustomPrompt="1"/>
          </p:nvPr>
        </p:nvSpPr>
        <p:spPr>
          <a:xfrm>
            <a:off x="4655177"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A1AA51F8-C182-DAF5-4FEA-53839C3797E8}"/>
              </a:ext>
            </a:extLst>
          </p:cNvPr>
          <p:cNvSpPr>
            <a:spLocks noGrp="1"/>
          </p:cNvSpPr>
          <p:nvPr>
            <p:ph type="title"/>
          </p:nvPr>
        </p:nvSpPr>
        <p:spPr>
          <a:xfrm>
            <a:off x="4656361"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CEB0183E-EAE6-947E-A4B9-331A991402A1}"/>
              </a:ext>
            </a:extLst>
          </p:cNvPr>
          <p:cNvSpPr>
            <a:spLocks noGrp="1"/>
          </p:cNvSpPr>
          <p:nvPr>
            <p:ph sz="quarter" idx="31"/>
          </p:nvPr>
        </p:nvSpPr>
        <p:spPr>
          <a:xfrm>
            <a:off x="4656361"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A135B96E-A880-0991-4B6E-A591E9B65964}"/>
              </a:ext>
            </a:extLst>
          </p:cNvPr>
          <p:cNvSpPr>
            <a:spLocks noGrp="1"/>
          </p:cNvSpPr>
          <p:nvPr>
            <p:ph type="body" sz="quarter" idx="13" hasCustomPrompt="1"/>
          </p:nvPr>
        </p:nvSpPr>
        <p:spPr>
          <a:xfrm>
            <a:off x="4655840"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184912693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5AD8D628-6C3F-5725-7D6C-4D172AFCFA27}"/>
              </a:ext>
            </a:extLst>
          </p:cNvPr>
          <p:cNvSpPr>
            <a:spLocks noGrp="1"/>
          </p:cNvSpPr>
          <p:nvPr>
            <p:ph type="body" sz="quarter" idx="22" hasCustomPrompt="1"/>
          </p:nvPr>
        </p:nvSpPr>
        <p:spPr>
          <a:xfrm>
            <a:off x="6598871" y="1634286"/>
            <a:ext cx="5041081"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6" name="Title 4">
            <a:extLst>
              <a:ext uri="{FF2B5EF4-FFF2-40B4-BE49-F238E27FC236}">
                <a16:creationId xmlns:a16="http://schemas.microsoft.com/office/drawing/2014/main" id="{A4159BB2-FE6F-6556-D582-03780A441E3A}"/>
              </a:ext>
            </a:extLst>
          </p:cNvPr>
          <p:cNvSpPr>
            <a:spLocks noGrp="1"/>
          </p:cNvSpPr>
          <p:nvPr>
            <p:ph type="title"/>
          </p:nvPr>
        </p:nvSpPr>
        <p:spPr>
          <a:xfrm>
            <a:off x="6600055" y="549274"/>
            <a:ext cx="5041081" cy="930372"/>
          </a:xfrm>
        </p:spPr>
        <p:txBody>
          <a:bodyPr/>
          <a:lstStyle/>
          <a:p>
            <a:r>
              <a:rPr lang="en-US"/>
              <a:t>Click to edit Master title style</a:t>
            </a:r>
          </a:p>
        </p:txBody>
      </p:sp>
      <p:sp>
        <p:nvSpPr>
          <p:cNvPr id="7" name="Content Placeholder 5">
            <a:extLst>
              <a:ext uri="{FF2B5EF4-FFF2-40B4-BE49-F238E27FC236}">
                <a16:creationId xmlns:a16="http://schemas.microsoft.com/office/drawing/2014/main" id="{387C021A-14D7-948B-96C0-F734A59BFDC8}"/>
              </a:ext>
            </a:extLst>
          </p:cNvPr>
          <p:cNvSpPr>
            <a:spLocks noGrp="1"/>
          </p:cNvSpPr>
          <p:nvPr>
            <p:ph sz="quarter" idx="31"/>
          </p:nvPr>
        </p:nvSpPr>
        <p:spPr>
          <a:xfrm>
            <a:off x="6600055" y="2132856"/>
            <a:ext cx="5041081"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6716415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Photo Chapterbox">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47F7FF35-2721-0BAA-75C4-6C366F98F288}"/>
              </a:ext>
            </a:extLst>
          </p:cNvPr>
          <p:cNvSpPr>
            <a:spLocks noGrp="1"/>
          </p:cNvSpPr>
          <p:nvPr>
            <p:ph type="body" sz="quarter" idx="22" hasCustomPrompt="1"/>
          </p:nvPr>
        </p:nvSpPr>
        <p:spPr>
          <a:xfrm>
            <a:off x="6598871" y="1634286"/>
            <a:ext cx="5041081"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7" name="Title 4">
            <a:extLst>
              <a:ext uri="{FF2B5EF4-FFF2-40B4-BE49-F238E27FC236}">
                <a16:creationId xmlns:a16="http://schemas.microsoft.com/office/drawing/2014/main" id="{40E338D3-47D6-48A9-A9A2-DE7DEE2FD7CA}"/>
              </a:ext>
            </a:extLst>
          </p:cNvPr>
          <p:cNvSpPr>
            <a:spLocks noGrp="1"/>
          </p:cNvSpPr>
          <p:nvPr>
            <p:ph type="title"/>
          </p:nvPr>
        </p:nvSpPr>
        <p:spPr>
          <a:xfrm>
            <a:off x="6600055" y="549274"/>
            <a:ext cx="5041081"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033232B2-7C3B-2B58-B586-A9D5EB0DC635}"/>
              </a:ext>
            </a:extLst>
          </p:cNvPr>
          <p:cNvSpPr>
            <a:spLocks noGrp="1"/>
          </p:cNvSpPr>
          <p:nvPr>
            <p:ph sz="quarter" idx="31"/>
          </p:nvPr>
        </p:nvSpPr>
        <p:spPr>
          <a:xfrm>
            <a:off x="6600055" y="2132856"/>
            <a:ext cx="5041081"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hapter Placeholder 2">
            <a:extLst>
              <a:ext uri="{FF2B5EF4-FFF2-40B4-BE49-F238E27FC236}">
                <a16:creationId xmlns:a16="http://schemas.microsoft.com/office/drawing/2014/main" id="{F68C8930-7643-1654-C79F-A429828E03BC}"/>
              </a:ext>
            </a:extLst>
          </p:cNvPr>
          <p:cNvSpPr>
            <a:spLocks noGrp="1"/>
          </p:cNvSpPr>
          <p:nvPr>
            <p:ph type="body" sz="quarter" idx="13" hasCustomPrompt="1"/>
          </p:nvPr>
        </p:nvSpPr>
        <p:spPr>
          <a:xfrm>
            <a:off x="6599282" y="266219"/>
            <a:ext cx="5040427"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400011054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Photo 6">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1"/>
            <a:ext cx="12191999" cy="4383654"/>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Title 1">
            <a:extLst>
              <a:ext uri="{FF2B5EF4-FFF2-40B4-BE49-F238E27FC236}">
                <a16:creationId xmlns:a16="http://schemas.microsoft.com/office/drawing/2014/main" id="{CA1A3C3A-247E-AD3F-3C93-BDD315BB7F29}"/>
              </a:ext>
            </a:extLst>
          </p:cNvPr>
          <p:cNvSpPr>
            <a:spLocks noGrp="1"/>
          </p:cNvSpPr>
          <p:nvPr>
            <p:ph type="title"/>
          </p:nvPr>
        </p:nvSpPr>
        <p:spPr>
          <a:xfrm>
            <a:off x="550863" y="4581128"/>
            <a:ext cx="4981137" cy="785352"/>
          </a:xfrm>
        </p:spPr>
        <p:txBody>
          <a:bodyPr anchor="t"/>
          <a:lstStyle/>
          <a:p>
            <a:r>
              <a:rPr lang="en-US"/>
              <a:t>Click to edit Master title style</a:t>
            </a:r>
            <a:endParaRPr lang="de-DE"/>
          </a:p>
        </p:txBody>
      </p:sp>
      <p:sp>
        <p:nvSpPr>
          <p:cNvPr id="9" name="Text Placeholder 9">
            <a:extLst>
              <a:ext uri="{FF2B5EF4-FFF2-40B4-BE49-F238E27FC236}">
                <a16:creationId xmlns:a16="http://schemas.microsoft.com/office/drawing/2014/main" id="{34F1BAE4-1DA8-A534-E46A-001AE4E9CADB}"/>
              </a:ext>
            </a:extLst>
          </p:cNvPr>
          <p:cNvSpPr>
            <a:spLocks noGrp="1"/>
          </p:cNvSpPr>
          <p:nvPr>
            <p:ph type="body" sz="quarter" idx="24"/>
          </p:nvPr>
        </p:nvSpPr>
        <p:spPr>
          <a:xfrm>
            <a:off x="550863" y="5854682"/>
            <a:ext cx="5112000" cy="307777"/>
          </a:xfrm>
          <a:prstGeom prst="rect">
            <a:avLst/>
          </a:prstGeom>
        </p:spPr>
        <p:txBody>
          <a:bodyPr wrap="square" anchor="b">
            <a:spAutoFit/>
          </a:bodyPr>
          <a:lstStyle>
            <a:lvl1pPr>
              <a:defRPr sz="2000" b="0">
                <a:solidFill>
                  <a:schemeClr val="tx2"/>
                </a:solidFill>
                <a:latin typeface="+mj-lt"/>
              </a:defRPr>
            </a:lvl1pPr>
          </a:lstStyle>
          <a:p>
            <a:pPr lvl="0"/>
            <a:r>
              <a:rPr lang="en-US"/>
              <a:t>Click to edit Master text styles</a:t>
            </a:r>
          </a:p>
        </p:txBody>
      </p:sp>
      <p:sp>
        <p:nvSpPr>
          <p:cNvPr id="10" name="Content Placeholder 17">
            <a:extLst>
              <a:ext uri="{FF2B5EF4-FFF2-40B4-BE49-F238E27FC236}">
                <a16:creationId xmlns:a16="http://schemas.microsoft.com/office/drawing/2014/main" id="{60E57257-3112-054C-0B58-3B89619EC3E7}"/>
              </a:ext>
            </a:extLst>
          </p:cNvPr>
          <p:cNvSpPr>
            <a:spLocks noGrp="1"/>
          </p:cNvSpPr>
          <p:nvPr>
            <p:ph sz="quarter" idx="25"/>
          </p:nvPr>
        </p:nvSpPr>
        <p:spPr>
          <a:xfrm>
            <a:off x="6093246" y="4581128"/>
            <a:ext cx="5112000" cy="176252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6" name="Date Placeholder 5">
            <a:extLst>
              <a:ext uri="{FF2B5EF4-FFF2-40B4-BE49-F238E27FC236}">
                <a16:creationId xmlns:a16="http://schemas.microsoft.com/office/drawing/2014/main" id="{2F70AC82-D733-3487-AE00-D177A5A43581}"/>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3" name="Footer Placeholder 12">
            <a:extLst>
              <a:ext uri="{FF2B5EF4-FFF2-40B4-BE49-F238E27FC236}">
                <a16:creationId xmlns:a16="http://schemas.microsoft.com/office/drawing/2014/main" id="{31E8CB07-AB40-15A0-08C7-BF54DC438B3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15" name="Slide Number Placeholder 14">
            <a:extLst>
              <a:ext uri="{FF2B5EF4-FFF2-40B4-BE49-F238E27FC236}">
                <a16:creationId xmlns:a16="http://schemas.microsoft.com/office/drawing/2014/main" id="{C41FA911-A4A1-34D1-BF04-9F22140C28D1}"/>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33B9F062-225C-9146-1129-335505116C76}"/>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23242831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p:spPr>
        <p:txBody>
          <a:bodyPr wrap="square" anchor="b">
            <a:noAutofit/>
          </a:bodyPr>
          <a:lstStyle>
            <a:lvl1pPr algn="ctr">
              <a:defRPr sz="3200"/>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lvl1pPr>
            <a:lvl2pPr>
              <a:defRPr sz="2000"/>
            </a:lvl2pPr>
            <a:lvl3pPr>
              <a:defRPr sz="2000"/>
            </a:lvl3pPr>
            <a:lvl4pPr>
              <a:defRPr sz="2000"/>
            </a:lvl4pPr>
            <a:lvl5pPr>
              <a:defRPr sz="2000"/>
            </a:lvl5pPr>
          </a:lstStyle>
          <a:p>
            <a:pPr lvl="0"/>
            <a:r>
              <a:rPr lang="en-US"/>
              <a:t>Click to edit Master text styles</a:t>
            </a:r>
          </a:p>
        </p:txBody>
      </p:sp>
      <p:sp>
        <p:nvSpPr>
          <p:cNvPr id="7" name="Date Placeholder 6">
            <a:extLst>
              <a:ext uri="{FF2B5EF4-FFF2-40B4-BE49-F238E27FC236}">
                <a16:creationId xmlns:a16="http://schemas.microsoft.com/office/drawing/2014/main" id="{1C4C92CE-41EC-4D2F-4311-92100A79FE86}"/>
              </a:ext>
            </a:extLst>
          </p:cNvPr>
          <p:cNvSpPr>
            <a:spLocks noGrp="1"/>
          </p:cNvSpPr>
          <p:nvPr>
            <p:ph type="dt" sz="half" idx="1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8" name="Footer Placeholder 7">
            <a:extLst>
              <a:ext uri="{FF2B5EF4-FFF2-40B4-BE49-F238E27FC236}">
                <a16:creationId xmlns:a16="http://schemas.microsoft.com/office/drawing/2014/main" id="{8C0A6AFF-C176-E59D-2165-DE17D66BCAA1}"/>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22B9BB3B-51E8-595D-BE01-2881F99A8D5E}"/>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93590379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End Slide 2">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E828FFA5-3FBC-D174-A267-398AD796B6A1}"/>
              </a:ext>
            </a:extLst>
          </p:cNvPr>
          <p:cNvSpPr/>
          <p:nvPr userDrawn="1"/>
        </p:nvSpPr>
        <p:spPr>
          <a:xfrm>
            <a:off x="550862"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err="1">
                <a:solidFill>
                  <a:schemeClr val="tx1"/>
                </a:solidFill>
                <a:latin typeface="+mn-lt"/>
              </a:rPr>
              <a:t>w</a:t>
            </a:r>
            <a:r>
              <a:rPr lang="en-US" sz="1050" err="1">
                <a:solidFill>
                  <a:schemeClr val="tx1"/>
                </a:solidFill>
                <a:latin typeface="+mn-lt"/>
              </a:rPr>
              <a:t>ww.capgemini.com</a:t>
            </a:r>
            <a:endParaRPr lang="en-US" sz="1050">
              <a:solidFill>
                <a:schemeClr val="tx1"/>
              </a:solidFill>
              <a:latin typeface="+mn-lt"/>
            </a:endParaRP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2" y="6021288"/>
            <a:ext cx="1872000" cy="420870"/>
            <a:chOff x="5094083" y="5360390"/>
            <a:chExt cx="3039349" cy="683316"/>
          </a:xfrm>
          <a:solidFill>
            <a:schemeClr val="tx2"/>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p>
          </p:txBody>
        </p:sp>
      </p:grpSp>
      <p:grpSp>
        <p:nvGrpSpPr>
          <p:cNvPr id="2" name="Group 1">
            <a:extLst>
              <a:ext uri="{FF2B5EF4-FFF2-40B4-BE49-F238E27FC236}">
                <a16:creationId xmlns:a16="http://schemas.microsoft.com/office/drawing/2014/main" id="{33CF6172-FAD6-301F-3990-BA19BDCBDD10}"/>
              </a:ext>
            </a:extLst>
          </p:cNvPr>
          <p:cNvGrpSpPr/>
          <p:nvPr userDrawn="1"/>
        </p:nvGrpSpPr>
        <p:grpSpPr>
          <a:xfrm>
            <a:off x="8904288" y="5569004"/>
            <a:ext cx="1951070" cy="335280"/>
            <a:chOff x="8904288" y="5569004"/>
            <a:chExt cx="1951070" cy="335280"/>
          </a:xfrm>
        </p:grpSpPr>
        <p:pic>
          <p:nvPicPr>
            <p:cNvPr id="3" name="Picture 2">
              <a:hlinkClick r:id="rId2"/>
              <a:extLst>
                <a:ext uri="{FF2B5EF4-FFF2-40B4-BE49-F238E27FC236}">
                  <a16:creationId xmlns:a16="http://schemas.microsoft.com/office/drawing/2014/main" id="{C80B44BA-49DA-9F84-82D3-870627147924}"/>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tx1"/>
              </a:solidFill>
            </a:ln>
          </p:spPr>
        </p:pic>
        <p:pic>
          <p:nvPicPr>
            <p:cNvPr id="4" name="Picture 3">
              <a:hlinkClick r:id="rId4"/>
              <a:extLst>
                <a:ext uri="{FF2B5EF4-FFF2-40B4-BE49-F238E27FC236}">
                  <a16:creationId xmlns:a16="http://schemas.microsoft.com/office/drawing/2014/main" id="{3F910AE5-DC10-6A3E-284B-4AA4EADB83AB}"/>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tx1"/>
              </a:solidFill>
            </a:ln>
          </p:spPr>
        </p:pic>
        <p:pic>
          <p:nvPicPr>
            <p:cNvPr id="5" name="Picture 4">
              <a:hlinkClick r:id="rId6"/>
              <a:extLst>
                <a:ext uri="{FF2B5EF4-FFF2-40B4-BE49-F238E27FC236}">
                  <a16:creationId xmlns:a16="http://schemas.microsoft.com/office/drawing/2014/main" id="{38FCE476-10F1-8A4F-DF82-27A04965BB65}"/>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tx1"/>
              </a:solidFill>
            </a:ln>
          </p:spPr>
        </p:pic>
        <p:pic>
          <p:nvPicPr>
            <p:cNvPr id="6" name="Picture 5">
              <a:hlinkClick r:id="rId8"/>
              <a:extLst>
                <a:ext uri="{FF2B5EF4-FFF2-40B4-BE49-F238E27FC236}">
                  <a16:creationId xmlns:a16="http://schemas.microsoft.com/office/drawing/2014/main" id="{97AF43E1-E2D3-3572-59C0-6B864F4B3F70}"/>
                </a:ext>
              </a:extLst>
            </p:cNvPr>
            <p:cNvPicPr>
              <a:picLocks noChangeAspect="1"/>
            </p:cNvPicPr>
            <p:nvPr userDrawn="1"/>
          </p:nvPicPr>
          <p:blipFill rotWithShape="1">
            <a:blip r:embed="rId9" cstate="screen">
              <a:extLs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tx1"/>
              </a:solidFill>
            </a:ln>
          </p:spPr>
        </p:pic>
        <p:pic>
          <p:nvPicPr>
            <p:cNvPr id="7" name="Picture 6">
              <a:hlinkClick r:id="rId10"/>
              <a:extLst>
                <a:ext uri="{FF2B5EF4-FFF2-40B4-BE49-F238E27FC236}">
                  <a16:creationId xmlns:a16="http://schemas.microsoft.com/office/drawing/2014/main" id="{FE9806D4-7438-2762-EAEC-92F2B68803AC}"/>
                </a:ext>
              </a:extLst>
            </p:cNvPr>
            <p:cNvPicPr>
              <a:picLocks noChangeAspect="1"/>
            </p:cNvPicPr>
            <p:nvPr userDrawn="1"/>
          </p:nvPicPr>
          <p:blipFill rotWithShape="1">
            <a:blip r:embed="rId11" cstate="screen">
              <a:extLs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tx1"/>
              </a:solidFill>
            </a:ln>
          </p:spPr>
        </p:pic>
      </p:grpSp>
      <p:sp>
        <p:nvSpPr>
          <p:cNvPr id="10" name="Rectangle 9">
            <a:extLst>
              <a:ext uri="{FF2B5EF4-FFF2-40B4-BE49-F238E27FC236}">
                <a16:creationId xmlns:a16="http://schemas.microsoft.com/office/drawing/2014/main" id="{0B26CCF1-BAF6-4FCD-3421-F3BD01B6E505}"/>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tx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tx1"/>
                </a:solidFill>
                <a:latin typeface="+mn-lt"/>
                <a:cs typeface="Arial"/>
              </a:rPr>
              <a:t>Copyright © 2026 Capgemini. All rights reserved.</a:t>
            </a:r>
          </a:p>
        </p:txBody>
      </p:sp>
      <p:sp>
        <p:nvSpPr>
          <p:cNvPr id="11" name="Rectangle 10">
            <a:extLst>
              <a:ext uri="{FF2B5EF4-FFF2-40B4-BE49-F238E27FC236}">
                <a16:creationId xmlns:a16="http://schemas.microsoft.com/office/drawing/2014/main" id="{D466A9AF-E76C-000E-9F10-562BABF34749}"/>
              </a:ext>
            </a:extLst>
          </p:cNvPr>
          <p:cNvSpPr/>
          <p:nvPr userDrawn="1"/>
        </p:nvSpPr>
        <p:spPr>
          <a:xfrm>
            <a:off x="550864" y="157454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tx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a:solidFill>
                  <a:schemeClr val="tx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p>
        </p:txBody>
      </p:sp>
    </p:spTree>
    <p:extLst>
      <p:ext uri="{BB962C8B-B14F-4D97-AF65-F5344CB8AC3E}">
        <p14:creationId xmlns:p14="http://schemas.microsoft.com/office/powerpoint/2010/main" val="68109750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End Slide 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1D17019-0BF4-2D81-E041-AFBAAFE615A7}"/>
              </a:ext>
            </a:extLst>
          </p:cNvPr>
          <p:cNvSpPr/>
          <p:nvPr userDrawn="1"/>
        </p:nvSpPr>
        <p:spPr>
          <a:xfrm>
            <a:off x="8146580" y="0"/>
            <a:ext cx="4045420" cy="6858000"/>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3" y="6021288"/>
            <a:ext cx="1872000" cy="420870"/>
            <a:chOff x="5094083" y="5360390"/>
            <a:chExt cx="3039349" cy="683316"/>
          </a:xfrm>
          <a:solidFill>
            <a:schemeClr val="tx2"/>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solidFill>
                  <a:schemeClr val="bg1"/>
                </a:solidFill>
              </a:endParaRPr>
            </a:p>
          </p:txBody>
        </p:sp>
      </p:grpSp>
      <p:sp>
        <p:nvSpPr>
          <p:cNvPr id="10" name="Rectangle 9">
            <a:extLst>
              <a:ext uri="{FF2B5EF4-FFF2-40B4-BE49-F238E27FC236}">
                <a16:creationId xmlns:a16="http://schemas.microsoft.com/office/drawing/2014/main" id="{456848E4-9E3E-BD1A-A82D-C9F95359644C}"/>
              </a:ext>
            </a:extLst>
          </p:cNvPr>
          <p:cNvSpPr/>
          <p:nvPr userDrawn="1"/>
        </p:nvSpPr>
        <p:spPr>
          <a:xfrm>
            <a:off x="550863"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a:solidFill>
                  <a:schemeClr val="tx1"/>
                </a:solidFill>
                <a:latin typeface="+mn-lt"/>
              </a:rPr>
              <a:t>w</a:t>
            </a:r>
            <a:r>
              <a:rPr lang="en-US" sz="1050">
                <a:solidFill>
                  <a:schemeClr val="tx1"/>
                </a:solidFill>
                <a:latin typeface="+mn-lt"/>
              </a:rPr>
              <a:t>ww.capgemini.com</a:t>
            </a:r>
          </a:p>
        </p:txBody>
      </p:sp>
      <p:sp>
        <p:nvSpPr>
          <p:cNvPr id="11" name="Rectangle 10">
            <a:extLst>
              <a:ext uri="{FF2B5EF4-FFF2-40B4-BE49-F238E27FC236}">
                <a16:creationId xmlns:a16="http://schemas.microsoft.com/office/drawing/2014/main" id="{243A1DDC-0EE3-87D7-B55C-C8336892FA90}"/>
              </a:ext>
            </a:extLst>
          </p:cNvPr>
          <p:cNvSpPr/>
          <p:nvPr userDrawn="1"/>
        </p:nvSpPr>
        <p:spPr>
          <a:xfrm rot="16200000">
            <a:off x="4627581"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2" name="Group 11">
            <a:extLst>
              <a:ext uri="{FF2B5EF4-FFF2-40B4-BE49-F238E27FC236}">
                <a16:creationId xmlns:a16="http://schemas.microsoft.com/office/drawing/2014/main" id="{78E9408B-4A36-9F64-5766-AC150B683248}"/>
              </a:ext>
            </a:extLst>
          </p:cNvPr>
          <p:cNvGrpSpPr/>
          <p:nvPr userDrawn="1"/>
        </p:nvGrpSpPr>
        <p:grpSpPr>
          <a:xfrm>
            <a:off x="8904288" y="5569004"/>
            <a:ext cx="1951070" cy="335280"/>
            <a:chOff x="8904288" y="5569004"/>
            <a:chExt cx="1951070" cy="335280"/>
          </a:xfrm>
        </p:grpSpPr>
        <p:pic>
          <p:nvPicPr>
            <p:cNvPr id="13" name="Picture 12">
              <a:hlinkClick r:id="rId2"/>
              <a:extLst>
                <a:ext uri="{FF2B5EF4-FFF2-40B4-BE49-F238E27FC236}">
                  <a16:creationId xmlns:a16="http://schemas.microsoft.com/office/drawing/2014/main" id="{594B397F-1305-520D-FD72-252F047C02CE}"/>
                </a:ext>
              </a:extLst>
            </p:cNvPr>
            <p:cNvPicPr>
              <a:picLocks noChangeAspect="1"/>
            </p:cNvPicPr>
            <p:nvPr userDrawn="1"/>
          </p:nvPicPr>
          <p:blipFill rotWithShape="1">
            <a:blip r:embed="rId3" cstate="screen">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bg1"/>
              </a:solidFill>
            </a:ln>
          </p:spPr>
        </p:pic>
        <p:pic>
          <p:nvPicPr>
            <p:cNvPr id="14" name="Picture 13">
              <a:hlinkClick r:id="rId5"/>
              <a:extLst>
                <a:ext uri="{FF2B5EF4-FFF2-40B4-BE49-F238E27FC236}">
                  <a16:creationId xmlns:a16="http://schemas.microsoft.com/office/drawing/2014/main" id="{2B8F14F5-4F4C-8CAB-B032-78509603B748}"/>
                </a:ext>
              </a:extLst>
            </p:cNvPr>
            <p:cNvPicPr>
              <a:picLocks noChangeAspect="1"/>
            </p:cNvPicPr>
            <p:nvPr userDrawn="1"/>
          </p:nvPicPr>
          <p:blipFill rotWithShape="1">
            <a:blip r:embed="rId6" cstate="screen">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bg1"/>
              </a:solidFill>
            </a:ln>
          </p:spPr>
        </p:pic>
        <p:pic>
          <p:nvPicPr>
            <p:cNvPr id="15" name="Picture 14">
              <a:hlinkClick r:id="rId8"/>
              <a:extLst>
                <a:ext uri="{FF2B5EF4-FFF2-40B4-BE49-F238E27FC236}">
                  <a16:creationId xmlns:a16="http://schemas.microsoft.com/office/drawing/2014/main" id="{2FB6738B-5AD4-93DE-628B-7F9F226AE057}"/>
                </a:ext>
              </a:extLst>
            </p:cNvPr>
            <p:cNvPicPr>
              <a:picLocks noChangeAspect="1"/>
            </p:cNvPicPr>
            <p:nvPr userDrawn="1"/>
          </p:nvPicPr>
          <p:blipFill rotWithShape="1">
            <a:blip r:embed="rId9" cstate="screen">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bg1"/>
              </a:solidFill>
            </a:ln>
          </p:spPr>
        </p:pic>
        <p:pic>
          <p:nvPicPr>
            <p:cNvPr id="16" name="Picture 15">
              <a:hlinkClick r:id="rId11"/>
              <a:extLst>
                <a:ext uri="{FF2B5EF4-FFF2-40B4-BE49-F238E27FC236}">
                  <a16:creationId xmlns:a16="http://schemas.microsoft.com/office/drawing/2014/main" id="{9B12A264-9803-3563-7FDB-B00341420E93}"/>
                </a:ext>
              </a:extLst>
            </p:cNvPr>
            <p:cNvPicPr>
              <a:picLocks noChangeAspect="1"/>
            </p:cNvPicPr>
            <p:nvPr userDrawn="1"/>
          </p:nvPicPr>
          <p:blipFill rotWithShape="1">
            <a:blip r:embed="rId12" cstate="screen">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bg1"/>
              </a:solidFill>
            </a:ln>
          </p:spPr>
        </p:pic>
        <p:pic>
          <p:nvPicPr>
            <p:cNvPr id="18" name="Picture 17">
              <a:hlinkClick r:id="rId14"/>
              <a:extLst>
                <a:ext uri="{FF2B5EF4-FFF2-40B4-BE49-F238E27FC236}">
                  <a16:creationId xmlns:a16="http://schemas.microsoft.com/office/drawing/2014/main" id="{55679AC9-828E-26B9-8BA5-EB55C80AF8BA}"/>
                </a:ext>
              </a:extLst>
            </p:cNvPr>
            <p:cNvPicPr>
              <a:picLocks noChangeAspect="1"/>
            </p:cNvPicPr>
            <p:nvPr userDrawn="1"/>
          </p:nvPicPr>
          <p:blipFill rotWithShape="1">
            <a:blip r:embed="rId15" cstate="screen">
              <a:lum bright="70000" contrast="-70000"/>
              <a:extLst>
                <a:ext uri="{BEBA8EAE-BF5A-486C-A8C5-ECC9F3942E4B}">
                  <a14:imgProps xmlns:a14="http://schemas.microsoft.com/office/drawing/2010/main">
                    <a14:imgLayer r:embed="rId16">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bg1"/>
              </a:solidFill>
            </a:ln>
          </p:spPr>
        </p:pic>
      </p:grpSp>
      <p:sp>
        <p:nvSpPr>
          <p:cNvPr id="3" name="Rectangle 2">
            <a:extLst>
              <a:ext uri="{FF2B5EF4-FFF2-40B4-BE49-F238E27FC236}">
                <a16:creationId xmlns:a16="http://schemas.microsoft.com/office/drawing/2014/main" id="{1155318A-338B-B8C0-FF10-912D1F195A64}"/>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bg1"/>
                </a:solidFill>
                <a:latin typeface="+mn-lt"/>
                <a:cs typeface="Arial"/>
              </a:rPr>
              <a:t>Copyright © 2026 Capgemini. All rights reserved.</a:t>
            </a:r>
          </a:p>
        </p:txBody>
      </p:sp>
      <p:sp>
        <p:nvSpPr>
          <p:cNvPr id="4" name="Rectangle 3">
            <a:extLst>
              <a:ext uri="{FF2B5EF4-FFF2-40B4-BE49-F238E27FC236}">
                <a16:creationId xmlns:a16="http://schemas.microsoft.com/office/drawing/2014/main" id="{B1DCB544-C864-D4C7-146D-83B61717B1E6}"/>
              </a:ext>
            </a:extLst>
          </p:cNvPr>
          <p:cNvSpPr/>
          <p:nvPr userDrawn="1"/>
        </p:nvSpPr>
        <p:spPr>
          <a:xfrm>
            <a:off x="550864" y="157454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tx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a:solidFill>
                  <a:schemeClr val="tx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p>
        </p:txBody>
      </p:sp>
    </p:spTree>
    <p:extLst>
      <p:ext uri="{BB962C8B-B14F-4D97-AF65-F5344CB8AC3E}">
        <p14:creationId xmlns:p14="http://schemas.microsoft.com/office/powerpoint/2010/main" val="336297466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350D4F91-45C7-417B-8E2B-E8F582B53B82}"/>
              </a:ext>
            </a:extLst>
          </p:cNvPr>
          <p:cNvSpPr>
            <a:spLocks noGrp="1"/>
          </p:cNvSpPr>
          <p:nvPr>
            <p:ph type="title"/>
          </p:nvPr>
        </p:nvSpPr>
        <p:spPr/>
        <p:txBody>
          <a:bodyPr/>
          <a:lstStyle/>
          <a:p>
            <a:r>
              <a:rPr lang="en-US"/>
              <a:t>Click to edit Master title style</a:t>
            </a:r>
          </a:p>
        </p:txBody>
      </p:sp>
      <p:sp>
        <p:nvSpPr>
          <p:cNvPr id="2" name="Date Placeholder 1">
            <a:extLst>
              <a:ext uri="{FF2B5EF4-FFF2-40B4-BE49-F238E27FC236}">
                <a16:creationId xmlns:a16="http://schemas.microsoft.com/office/drawing/2014/main" id="{2833D816-5C9E-2A40-9E78-51ECB313D899}"/>
              </a:ext>
            </a:extLst>
          </p:cNvPr>
          <p:cNvSpPr>
            <a:spLocks noGrp="1"/>
          </p:cNvSpPr>
          <p:nvPr>
            <p:ph type="dt" sz="half" idx="10"/>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794E6C65-0D28-CB57-A2B5-21758711DFE7}"/>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17755223-45C2-7E94-C304-676F000A4EE4}"/>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207693904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GRID" hidden="1">
            <a:extLst>
              <a:ext uri="{FF2B5EF4-FFF2-40B4-BE49-F238E27FC236}">
                <a16:creationId xmlns:a16="http://schemas.microsoft.com/office/drawing/2014/main" id="{4C453AFD-72EA-BCED-EF09-6E1F49029575}"/>
              </a:ext>
            </a:extLst>
          </p:cNvPr>
          <p:cNvPicPr>
            <a:picLocks noGrp="1" noRot="1" noChangeAspect="1" noMove="1" noResize="1" noEditPoints="1" noAdjustHandles="1" noChangeArrowheads="1" noChangeShapeType="1" noCrop="1"/>
          </p:cNvPicPr>
          <p:nvPr userDrawn="1"/>
        </p:nvPicPr>
        <p:blipFill>
          <a:blip r:embed="rId36">
            <a:extLst>
              <a:ext uri="{28A0092B-C50C-407E-A947-70E740481C1C}">
                <a14:useLocalDpi xmlns:a14="http://schemas.microsoft.com/office/drawing/2010/main"/>
              </a:ext>
            </a:extLst>
          </a:blip>
          <a:stretch>
            <a:fillRect/>
          </a:stretch>
        </p:blipFill>
        <p:spPr>
          <a:xfrm>
            <a:off x="550863" y="560562"/>
            <a:ext cx="11089753" cy="5748164"/>
          </a:xfrm>
          <a:prstGeom prst="rect">
            <a:avLst/>
          </a:prstGeom>
        </p:spPr>
      </p:pic>
      <p:sp>
        <p:nvSpPr>
          <p:cNvPr id="35" name="Date Placeholder 34">
            <a:extLst>
              <a:ext uri="{FF2B5EF4-FFF2-40B4-BE49-F238E27FC236}">
                <a16:creationId xmlns:a16="http://schemas.microsoft.com/office/drawing/2014/main" id="{9E7A3BD3-DDA4-42A3-B05C-F6E4E51D9B78}"/>
              </a:ext>
            </a:extLst>
          </p:cNvPr>
          <p:cNvSpPr>
            <a:spLocks noGrp="1"/>
          </p:cNvSpPr>
          <p:nvPr>
            <p:ph type="dt" sz="half" idx="2"/>
          </p:nvPr>
        </p:nvSpPr>
        <p:spPr>
          <a:xfrm>
            <a:off x="9809927" y="6650661"/>
            <a:ext cx="1831210" cy="123111"/>
          </a:xfrm>
          <a:prstGeom prst="rect">
            <a:avLst/>
          </a:prstGeom>
        </p:spPr>
        <p:txBody>
          <a:bodyPr wrap="none" lIns="0" tIns="0" rIns="0" bIns="0" anchor="ctr" anchorCtr="0">
            <a:noAutofit/>
          </a:bodyPr>
          <a:lstStyle>
            <a:lvl1pPr algn="r">
              <a:defRPr lang="de-DE" sz="800" smtClean="0">
                <a:solidFill>
                  <a:schemeClr val="bg1">
                    <a:lumMod val="65000"/>
                  </a:schemeClr>
                </a:solidFill>
                <a:latin typeface="+mn-lt"/>
              </a:defRPr>
            </a:lvl1pPr>
          </a:lstStyle>
          <a:p>
            <a:pPr>
              <a:spcBef>
                <a:spcPts val="1000"/>
              </a:spcBef>
            </a:pPr>
            <a:r>
              <a:rPr lang="en-US" kern="0">
                <a:solidFill>
                  <a:srgbClr val="FFFFFF">
                    <a:lumMod val="65000"/>
                  </a:srgbClr>
                </a:solidFill>
              </a:rPr>
              <a:t>Company Confidential © Capgemini 2026. All rights reserved.</a:t>
            </a:r>
            <a:endParaRPr lang="en-US"/>
          </a:p>
        </p:txBody>
      </p:sp>
      <p:sp>
        <p:nvSpPr>
          <p:cNvPr id="38" name="Slide Number Placeholder 37">
            <a:extLst>
              <a:ext uri="{FF2B5EF4-FFF2-40B4-BE49-F238E27FC236}">
                <a16:creationId xmlns:a16="http://schemas.microsoft.com/office/drawing/2014/main" id="{7AB8C2A9-4C2D-43C3-9F07-0C825FF51364}"/>
              </a:ext>
            </a:extLst>
          </p:cNvPr>
          <p:cNvSpPr>
            <a:spLocks noGrp="1"/>
          </p:cNvSpPr>
          <p:nvPr>
            <p:ph type="sldNum" sz="quarter" idx="4"/>
          </p:nvPr>
        </p:nvSpPr>
        <p:spPr>
          <a:xfrm>
            <a:off x="11778341" y="6650661"/>
            <a:ext cx="232665" cy="123111"/>
          </a:xfrm>
          <a:prstGeom prst="rect">
            <a:avLst/>
          </a:prstGeom>
        </p:spPr>
        <p:txBody>
          <a:bodyPr wrap="square" lIns="0" tIns="0" rIns="0" bIns="0" anchor="ctr" anchorCtr="0">
            <a:spAutoFit/>
          </a:bodyPr>
          <a:lstStyle>
            <a:lvl1pPr>
              <a:defRPr lang="de-DE" sz="800" b="0" i="0" smtClean="0">
                <a:solidFill>
                  <a:schemeClr val="bg1">
                    <a:lumMod val="65000"/>
                  </a:schemeClr>
                </a:solidFill>
                <a:latin typeface="+mn-lt"/>
                <a:cs typeface="Arial" panose="020B0604020202020204" pitchFamily="34" charset="0"/>
              </a:defRPr>
            </a:lvl1p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D28F27D4-FFE2-4FAB-BA1B-9D013846C4B7}"/>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US"/>
              <a:t>Click to edit Master title style</a:t>
            </a:r>
            <a:endParaRPr lang="de-DE"/>
          </a:p>
        </p:txBody>
      </p:sp>
      <p:sp>
        <p:nvSpPr>
          <p:cNvPr id="19" name="Footer Placeholder 9">
            <a:extLst>
              <a:ext uri="{FF2B5EF4-FFF2-40B4-BE49-F238E27FC236}">
                <a16:creationId xmlns:a16="http://schemas.microsoft.com/office/drawing/2014/main" id="{D3809B95-B2AA-47A9-8F86-88BF7BDE32FD}"/>
              </a:ext>
            </a:extLst>
          </p:cNvPr>
          <p:cNvSpPr>
            <a:spLocks noGrp="1"/>
          </p:cNvSpPr>
          <p:nvPr>
            <p:ph type="ftr" sz="quarter" idx="3"/>
          </p:nvPr>
        </p:nvSpPr>
        <p:spPr>
          <a:xfrm>
            <a:off x="550863" y="6650661"/>
            <a:ext cx="4716524" cy="123111"/>
          </a:xfrm>
          <a:prstGeom prst="rect">
            <a:avLst/>
          </a:prstGeom>
        </p:spPr>
        <p:txBody>
          <a:bodyPr wrap="none" lIns="0" tIns="0" rIns="0" bIns="0" anchor="ctr" anchorCtr="0">
            <a:noAutofit/>
          </a:bodyPr>
          <a:lstStyle>
            <a:lvl1pPr>
              <a:defRPr lang="de-DE" sz="800">
                <a:solidFill>
                  <a:schemeClr val="bg1">
                    <a:lumMod val="65000"/>
                  </a:schemeClr>
                </a:solidFill>
              </a:defRPr>
            </a:lvl1pPr>
          </a:lstStyle>
          <a:p>
            <a:pPr>
              <a:spcBef>
                <a:spcPts val="1000"/>
              </a:spcBef>
              <a:buFont typeface="Arial" panose="020B0604020202020204" pitchFamily="34" charset="0"/>
              <a:buNone/>
            </a:pPr>
            <a:r>
              <a:rPr lang="en-US"/>
              <a:t>Presentation Title | Author | Date</a:t>
            </a:r>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1114363" y="1124744"/>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2" y="0"/>
            <a:ext cx="1837661" cy="260350"/>
          </a:xfrm>
          <a:prstGeom prst="rect">
            <a:avLst/>
          </a:prstGeom>
        </p:spPr>
        <p:txBody>
          <a:bodyPr vert="horz" lIns="0" tIns="0" rIns="18000" bIns="0" rtlCol="0">
            <a:normAutofit fontScale="92500"/>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a:t>
            </a:r>
            <a:r>
              <a:rPr lang="fr-FR" err="1"/>
              <a:t>Invent</a:t>
            </a:r>
            <a:r>
              <a:rPr lang="fr-FR"/>
              <a:t>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545323"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t>	Source:	Source Text</a:t>
            </a:r>
          </a:p>
        </p:txBody>
      </p:sp>
      <p:grpSp>
        <p:nvGrpSpPr>
          <p:cNvPr id="3" name="Group 37">
            <a:extLst>
              <a:ext uri="{FF2B5EF4-FFF2-40B4-BE49-F238E27FC236}">
                <a16:creationId xmlns:a16="http://schemas.microsoft.com/office/drawing/2014/main" id="{9962DC9F-19EF-0160-1ECB-38EA543386E4}"/>
              </a:ext>
            </a:extLst>
          </p:cNvPr>
          <p:cNvGrpSpPr/>
          <p:nvPr userDrawn="1"/>
        </p:nvGrpSpPr>
        <p:grpSpPr>
          <a:xfrm>
            <a:off x="11770322" y="176700"/>
            <a:ext cx="260230" cy="240782"/>
            <a:chOff x="5481638" y="2859088"/>
            <a:chExt cx="1231900" cy="1139825"/>
          </a:xfrm>
          <a:solidFill>
            <a:schemeClr val="tx2"/>
          </a:solidFill>
        </p:grpSpPr>
        <p:sp>
          <p:nvSpPr>
            <p:cNvPr id="6" name="Freeform 320">
              <a:extLst>
                <a:ext uri="{FF2B5EF4-FFF2-40B4-BE49-F238E27FC236}">
                  <a16:creationId xmlns:a16="http://schemas.microsoft.com/office/drawing/2014/main" id="{9EB66FFA-57EA-AE57-615D-D19F28A47239}"/>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 name="Freeform 321">
              <a:extLst>
                <a:ext uri="{FF2B5EF4-FFF2-40B4-BE49-F238E27FC236}">
                  <a16:creationId xmlns:a16="http://schemas.microsoft.com/office/drawing/2014/main" id="{FF39CD59-7E45-33C5-FA77-E50FFA28B646}"/>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Text Placeholder 1">
            <a:extLst>
              <a:ext uri="{FF2B5EF4-FFF2-40B4-BE49-F238E27FC236}">
                <a16:creationId xmlns:a16="http://schemas.microsoft.com/office/drawing/2014/main" id="{156439DF-44D6-437D-43F8-6C05612D6564}"/>
              </a:ext>
            </a:extLst>
          </p:cNvPr>
          <p:cNvSpPr>
            <a:spLocks noGrp="1"/>
          </p:cNvSpPr>
          <p:nvPr>
            <p:ph type="body" idx="1"/>
          </p:nvPr>
        </p:nvSpPr>
        <p:spPr>
          <a:xfrm>
            <a:off x="551384" y="1628800"/>
            <a:ext cx="11090938" cy="46686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Tree>
    <p:extLst>
      <p:ext uri="{BB962C8B-B14F-4D97-AF65-F5344CB8AC3E}">
        <p14:creationId xmlns:p14="http://schemas.microsoft.com/office/powerpoint/2010/main" val="164125630"/>
      </p:ext>
    </p:extLst>
  </p:cSld>
  <p:clrMap bg1="lt1" tx1="dk1" bg2="lt2" tx2="dk2" accent1="accent1" accent2="accent2" accent3="accent3" accent4="accent4" accent5="accent5" accent6="accent6" hlink="hlink" folHlink="folHlink"/>
  <p:sldLayoutIdLst>
    <p:sldLayoutId id="2147483860" r:id="rId1"/>
    <p:sldLayoutId id="2147484008" r:id="rId2"/>
    <p:sldLayoutId id="2147484007" r:id="rId3"/>
    <p:sldLayoutId id="2147483823" r:id="rId4"/>
    <p:sldLayoutId id="2147483826" r:id="rId5"/>
    <p:sldLayoutId id="2147483827" r:id="rId6"/>
    <p:sldLayoutId id="2147483869" r:id="rId7"/>
    <p:sldLayoutId id="2147483829" r:id="rId8"/>
    <p:sldLayoutId id="2147483870" r:id="rId9"/>
    <p:sldLayoutId id="2147483831" r:id="rId10"/>
    <p:sldLayoutId id="2147483871" r:id="rId11"/>
    <p:sldLayoutId id="2147483833" r:id="rId12"/>
    <p:sldLayoutId id="2147483872" r:id="rId13"/>
    <p:sldLayoutId id="2147483835" r:id="rId14"/>
    <p:sldLayoutId id="2147483873" r:id="rId15"/>
    <p:sldLayoutId id="2147483837" r:id="rId16"/>
    <p:sldLayoutId id="2147483874" r:id="rId17"/>
    <p:sldLayoutId id="2147483838" r:id="rId18"/>
    <p:sldLayoutId id="2147483875" r:id="rId19"/>
    <p:sldLayoutId id="2147483840" r:id="rId20"/>
    <p:sldLayoutId id="2147483876" r:id="rId21"/>
    <p:sldLayoutId id="2147483842" r:id="rId22"/>
    <p:sldLayoutId id="2147483877" r:id="rId23"/>
    <p:sldLayoutId id="2147483844" r:id="rId24"/>
    <p:sldLayoutId id="2147483878" r:id="rId25"/>
    <p:sldLayoutId id="2147483845" r:id="rId26"/>
    <p:sldLayoutId id="2147483879" r:id="rId27"/>
    <p:sldLayoutId id="2147483847" r:id="rId28"/>
    <p:sldLayoutId id="2147483880" r:id="rId29"/>
    <p:sldLayoutId id="2147483848" r:id="rId30"/>
    <p:sldLayoutId id="2147483849" r:id="rId31"/>
    <p:sldLayoutId id="2147483858" r:id="rId32"/>
    <p:sldLayoutId id="2147483859" r:id="rId33"/>
    <p:sldLayoutId id="2147484009" r:id="rId34"/>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de-DE" sz="3200" b="0" i="0" u="none" strike="noStrike" kern="1200" cap="none" spc="0" normalizeH="0" baseline="0" noProof="0" dirty="0">
          <a:ln>
            <a:noFill/>
          </a:ln>
          <a:solidFill>
            <a:schemeClr val="tx1"/>
          </a:solidFill>
          <a:effectLst/>
          <a:uLnTx/>
          <a:uFillTx/>
          <a:latin typeface="+mj-lt"/>
          <a:ea typeface="+mj-ea"/>
          <a:cs typeface="+mj-cs"/>
        </a:defRPr>
      </a:lvl1pPr>
    </p:titleStyle>
    <p:body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2"/>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4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709">
          <p15:clr>
            <a:srgbClr val="F26B43"/>
          </p15:clr>
        </p15:guide>
        <p15:guide id="19" orient="horz" pos="4065">
          <p15:clr>
            <a:srgbClr val="F26B43"/>
          </p15:clr>
        </p15:guide>
        <p15:guide id="20" pos="347">
          <p15:clr>
            <a:srgbClr val="F26B43"/>
          </p15:clr>
        </p15:guide>
        <p15:guide id="21" pos="3840">
          <p15:clr>
            <a:srgbClr val="F26B43"/>
          </p15:clr>
        </p15:guide>
        <p15:guide id="22" pos="7333">
          <p15:clr>
            <a:srgbClr val="F26B43"/>
          </p15:clr>
        </p15:guide>
        <p15:guide id="23" orient="horz" pos="164">
          <p15:clr>
            <a:srgbClr val="F26B43"/>
          </p15:clr>
        </p15:guide>
        <p15:guide id="24" orient="horz" pos="1026">
          <p15:clr>
            <a:srgbClr val="F26B43"/>
          </p15:clr>
        </p15:guide>
        <p15:guide id="25" orient="horz" pos="346">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13.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1.svg"/><Relationship Id="rId7" Type="http://schemas.openxmlformats.org/officeDocument/2006/relationships/image" Target="../media/image25.svg"/><Relationship Id="rId2" Type="http://schemas.openxmlformats.org/officeDocument/2006/relationships/image" Target="../media/image20.svg"/><Relationship Id="rId1" Type="http://schemas.openxmlformats.org/officeDocument/2006/relationships/slideLayout" Target="../slideLayouts/slideLayout3.xml"/><Relationship Id="rId6" Type="http://schemas.openxmlformats.org/officeDocument/2006/relationships/image" Target="../media/image24.svg"/><Relationship Id="rId5" Type="http://schemas.openxmlformats.org/officeDocument/2006/relationships/image" Target="../media/image23.svg"/><Relationship Id="rId4" Type="http://schemas.openxmlformats.org/officeDocument/2006/relationships/image" Target="../media/image22.svg"/></Relationships>
</file>

<file path=ppt/slides/_rels/slide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3.xml"/><Relationship Id="rId5" Type="http://schemas.openxmlformats.org/officeDocument/2006/relationships/image" Target="../media/image29.jpeg"/><Relationship Id="rId4" Type="http://schemas.openxmlformats.org/officeDocument/2006/relationships/image" Target="../media/image28.jpeg"/></Relationships>
</file>

<file path=ppt/slides/_rels/slide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E660EB-AA96-A36A-AB26-C98A5EF19DED}"/>
            </a:ext>
          </a:extLst>
        </p:cNvPr>
        <p:cNvGrpSpPr/>
        <p:nvPr/>
      </p:nvGrpSpPr>
      <p:grpSpPr>
        <a:xfrm>
          <a:off x="0" y="0"/>
          <a:ext cx="0" cy="0"/>
          <a:chOff x="0" y="0"/>
          <a:chExt cx="0" cy="0"/>
        </a:xfrm>
      </p:grpSpPr>
      <p:sp>
        <p:nvSpPr>
          <p:cNvPr id="26" name="Date Placeholder 25">
            <a:extLst>
              <a:ext uri="{FF2B5EF4-FFF2-40B4-BE49-F238E27FC236}">
                <a16:creationId xmlns:a16="http://schemas.microsoft.com/office/drawing/2014/main" id="{1F3761F2-0080-803D-4A06-0737A50C57EE}"/>
              </a:ext>
            </a:extLst>
          </p:cNvPr>
          <p:cNvSpPr>
            <a:spLocks noGrp="1"/>
          </p:cNvSpPr>
          <p:nvPr>
            <p:ph type="dt" sz="half" idx="24"/>
          </p:nvPr>
        </p:nvSpPr>
        <p:spPr>
          <a:xfrm>
            <a:off x="9809927" y="6650661"/>
            <a:ext cx="1831210" cy="123111"/>
          </a:xfrm>
        </p:spPr>
        <p:txBody>
          <a:bodyPr wrap="none" lIns="0" tIns="0" rIns="0" bIns="0" anchor="ctr" anchorCtr="0">
            <a:normAutofit/>
          </a:bodyPr>
          <a:lstStyle/>
          <a:p>
            <a:pPr>
              <a:spcBef>
                <a:spcPts val="1000"/>
              </a:spcBef>
            </a:pPr>
            <a:r>
              <a:rPr lang="en-US" kern="1200">
                <a:latin typeface="+mn-lt"/>
                <a:ea typeface="+mn-ea"/>
                <a:cs typeface="+mn-cs"/>
              </a:rPr>
              <a:t>Company Confidential © Capgemini 2026. All rights reserved.</a:t>
            </a:r>
          </a:p>
        </p:txBody>
      </p:sp>
      <p:sp>
        <p:nvSpPr>
          <p:cNvPr id="27" name="Footer Placeholder 26">
            <a:extLst>
              <a:ext uri="{FF2B5EF4-FFF2-40B4-BE49-F238E27FC236}">
                <a16:creationId xmlns:a16="http://schemas.microsoft.com/office/drawing/2014/main" id="{3E56202C-5B2D-99F6-7B01-54C59BE2F566}"/>
              </a:ext>
            </a:extLst>
          </p:cNvPr>
          <p:cNvSpPr>
            <a:spLocks noGrp="1"/>
          </p:cNvSpPr>
          <p:nvPr>
            <p:ph type="ftr" sz="quarter" idx="25"/>
          </p:nvPr>
        </p:nvSpPr>
        <p:spPr>
          <a:xfrm>
            <a:off x="550863" y="6650661"/>
            <a:ext cx="4716524" cy="123111"/>
          </a:xfrm>
        </p:spPr>
        <p:txBody>
          <a:bodyPr wrap="none" lIns="0" tIns="0" rIns="0" bIns="0" anchor="ctr" anchorCtr="0">
            <a:normAutofit/>
          </a:bodyPr>
          <a:lstStyle/>
          <a:p>
            <a:pPr>
              <a:spcBef>
                <a:spcPts val="1000"/>
              </a:spcBef>
            </a:pPr>
            <a:r>
              <a:rPr lang="en-US" kern="1200">
                <a:latin typeface="+mn-lt"/>
                <a:ea typeface="+mn-ea"/>
                <a:cs typeface="+mn-cs"/>
              </a:rPr>
              <a:t>Presentation </a:t>
            </a:r>
            <a:r>
              <a:rPr lang="en-US"/>
              <a:t>Title</a:t>
            </a:r>
            <a:r>
              <a:rPr lang="en-US" kern="1200">
                <a:latin typeface="+mn-lt"/>
                <a:ea typeface="+mn-ea"/>
                <a:cs typeface="+mn-cs"/>
              </a:rPr>
              <a:t> | Author | Date</a:t>
            </a:r>
          </a:p>
        </p:txBody>
      </p:sp>
      <p:sp>
        <p:nvSpPr>
          <p:cNvPr id="28" name="Slide Number Placeholder 27">
            <a:extLst>
              <a:ext uri="{FF2B5EF4-FFF2-40B4-BE49-F238E27FC236}">
                <a16:creationId xmlns:a16="http://schemas.microsoft.com/office/drawing/2014/main" id="{E5A23704-84CD-0E2E-A325-BD929F3CBCC3}"/>
              </a:ext>
            </a:extLst>
          </p:cNvPr>
          <p:cNvSpPr>
            <a:spLocks noGrp="1"/>
          </p:cNvSpPr>
          <p:nvPr>
            <p:ph type="sldNum" sz="quarter" idx="26"/>
          </p:nvPr>
        </p:nvSpPr>
        <p:spPr>
          <a:xfrm>
            <a:off x="11778341" y="6650661"/>
            <a:ext cx="232665" cy="123111"/>
          </a:xfrm>
        </p:spPr>
        <p:txBody>
          <a:bodyPr wrap="square" lIns="0" tIns="0" rIns="0" bIns="0" anchor="ctr" anchorCtr="0">
            <a:normAutofit/>
          </a:bodyPr>
          <a:lstStyle/>
          <a:p>
            <a:pPr algn="r">
              <a:spcAft>
                <a:spcPts val="600"/>
              </a:spcAft>
            </a:pPr>
            <a:fld id="{5D9A5160-6218-4E5A-B9E6-B93E3DAE377C}" type="slidenum">
              <a:rPr lang="en-US" smtClean="0"/>
              <a:pPr algn="r">
                <a:spcAft>
                  <a:spcPts val="600"/>
                </a:spcAft>
              </a:pPr>
              <a:t>1</a:t>
            </a:fld>
            <a:endParaRPr lang="en-US"/>
          </a:p>
        </p:txBody>
      </p:sp>
      <p:sp>
        <p:nvSpPr>
          <p:cNvPr id="14" name="Text Placeholder 13">
            <a:extLst>
              <a:ext uri="{FF2B5EF4-FFF2-40B4-BE49-F238E27FC236}">
                <a16:creationId xmlns:a16="http://schemas.microsoft.com/office/drawing/2014/main" id="{1857440B-E53D-171E-E3CD-DC2F79BF3055}"/>
              </a:ext>
            </a:extLst>
          </p:cNvPr>
          <p:cNvSpPr>
            <a:spLocks noGrp="1"/>
          </p:cNvSpPr>
          <p:nvPr>
            <p:ph type="body" sz="quarter" idx="22"/>
          </p:nvPr>
        </p:nvSpPr>
        <p:spPr>
          <a:xfrm>
            <a:off x="550200" y="1634286"/>
            <a:ext cx="7920880" cy="307777"/>
          </a:xfrm>
        </p:spPr>
        <p:txBody>
          <a:bodyPr vert="horz" wrap="square" lIns="0" tIns="0" rIns="0" bIns="0" rtlCol="0">
            <a:normAutofit/>
          </a:bodyPr>
          <a:lstStyle/>
          <a:p>
            <a:r>
              <a:rPr lang="en-GB" b="1" kern="1200">
                <a:latin typeface="+mn-lt"/>
                <a:ea typeface="+mn-ea"/>
                <a:cs typeface="+mn-cs"/>
              </a:rPr>
              <a:t>How to use this template</a:t>
            </a:r>
          </a:p>
        </p:txBody>
      </p:sp>
      <p:sp>
        <p:nvSpPr>
          <p:cNvPr id="8" name="Title 7">
            <a:extLst>
              <a:ext uri="{FF2B5EF4-FFF2-40B4-BE49-F238E27FC236}">
                <a16:creationId xmlns:a16="http://schemas.microsoft.com/office/drawing/2014/main" id="{0F633997-1553-8599-836B-AFA29F1FCD4D}"/>
              </a:ext>
            </a:extLst>
          </p:cNvPr>
          <p:cNvSpPr>
            <a:spLocks noGrp="1"/>
          </p:cNvSpPr>
          <p:nvPr>
            <p:ph type="title"/>
          </p:nvPr>
        </p:nvSpPr>
        <p:spPr>
          <a:xfrm>
            <a:off x="551384" y="549274"/>
            <a:ext cx="7920880" cy="930372"/>
          </a:xfrm>
        </p:spPr>
        <p:txBody>
          <a:bodyPr vert="horz" lIns="0" tIns="0" rIns="0" bIns="126000" rtlCol="0" anchor="b" anchorCtr="0">
            <a:normAutofit/>
          </a:bodyPr>
          <a:lstStyle/>
          <a:p>
            <a:r>
              <a:rPr kumimoji="0" lang="en-US" b="0" i="0" u="none" strike="noStrike" kern="1200" cap="none" spc="0" normalizeH="0" baseline="0" noProof="0">
                <a:ln>
                  <a:noFill/>
                </a:ln>
                <a:effectLst/>
                <a:uLnTx/>
                <a:uFillTx/>
                <a:latin typeface="+mj-lt"/>
                <a:ea typeface="+mj-ea"/>
                <a:cs typeface="+mj-cs"/>
              </a:rPr>
              <a:t>INSTRUCTIONS</a:t>
            </a:r>
          </a:p>
        </p:txBody>
      </p:sp>
      <p:graphicFrame>
        <p:nvGraphicFramePr>
          <p:cNvPr id="51" name="Content Placeholder 50">
            <a:extLst>
              <a:ext uri="{FF2B5EF4-FFF2-40B4-BE49-F238E27FC236}">
                <a16:creationId xmlns:a16="http://schemas.microsoft.com/office/drawing/2014/main" id="{E270F0B6-66EA-2F5F-93C8-B623288BAD86}"/>
              </a:ext>
            </a:extLst>
          </p:cNvPr>
          <p:cNvGraphicFramePr>
            <a:graphicFrameLocks noGrp="1"/>
          </p:cNvGraphicFramePr>
          <p:nvPr>
            <p:ph sz="quarter" idx="28"/>
          </p:nvPr>
        </p:nvGraphicFramePr>
        <p:xfrm>
          <a:off x="9264650" y="2133600"/>
          <a:ext cx="2376488" cy="42068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6" name="Text Placeholder 8">
            <a:extLst>
              <a:ext uri="{FF2B5EF4-FFF2-40B4-BE49-F238E27FC236}">
                <a16:creationId xmlns:a16="http://schemas.microsoft.com/office/drawing/2014/main" id="{048D0ECF-2A3A-E881-E32E-ADAD1BAC861E}"/>
              </a:ext>
            </a:extLst>
          </p:cNvPr>
          <p:cNvSpPr>
            <a:spLocks noGrp="1"/>
          </p:cNvSpPr>
          <p:nvPr>
            <p:ph type="body" sz="quarter" idx="13"/>
          </p:nvPr>
        </p:nvSpPr>
        <p:spPr>
          <a:xfrm>
            <a:off x="550862" y="266219"/>
            <a:ext cx="7919853" cy="151263"/>
          </a:xfrm>
        </p:spPr>
        <p:txBody>
          <a:bodyPr/>
          <a:lstStyle/>
          <a:p>
            <a:endParaRPr lang="en-US"/>
          </a:p>
        </p:txBody>
      </p:sp>
      <p:graphicFrame>
        <p:nvGraphicFramePr>
          <p:cNvPr id="30" name="Content Placeholder 9">
            <a:extLst>
              <a:ext uri="{FF2B5EF4-FFF2-40B4-BE49-F238E27FC236}">
                <a16:creationId xmlns:a16="http://schemas.microsoft.com/office/drawing/2014/main" id="{1D7CC38F-E1BD-455E-7366-62DE0FBBAEC7}"/>
              </a:ext>
            </a:extLst>
          </p:cNvPr>
          <p:cNvGraphicFramePr>
            <a:graphicFrameLocks noGrp="1"/>
          </p:cNvGraphicFramePr>
          <p:nvPr>
            <p:ph sz="quarter" idx="31"/>
            <p:extLst>
              <p:ext uri="{D42A27DB-BD31-4B8C-83A1-F6EECF244321}">
                <p14:modId xmlns:p14="http://schemas.microsoft.com/office/powerpoint/2010/main" val="1674572792"/>
              </p:ext>
            </p:extLst>
          </p:nvPr>
        </p:nvGraphicFramePr>
        <p:xfrm>
          <a:off x="397362" y="2033789"/>
          <a:ext cx="8227646" cy="420834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2" name="TextBox 1">
            <a:extLst>
              <a:ext uri="{FF2B5EF4-FFF2-40B4-BE49-F238E27FC236}">
                <a16:creationId xmlns:a16="http://schemas.microsoft.com/office/drawing/2014/main" id="{2DDC3D0B-C295-71B1-3222-9536F1C55424}"/>
              </a:ext>
            </a:extLst>
          </p:cNvPr>
          <p:cNvSpPr txBox="1"/>
          <p:nvPr/>
        </p:nvSpPr>
        <p:spPr>
          <a:xfrm>
            <a:off x="9264351" y="1634285"/>
            <a:ext cx="2376787" cy="307777"/>
          </a:xfrm>
          <a:prstGeom prst="rect">
            <a:avLst/>
          </a:prstGeom>
        </p:spPr>
        <p:txBody>
          <a:bodyPr vert="horz" wrap="square" lIns="0" tIns="0" rIns="0" bIns="0" rtlCol="0">
            <a:normAutofit/>
          </a:bodyPr>
          <a:lstStyle/>
          <a:p>
            <a:pPr>
              <a:lnSpc>
                <a:spcPct val="90000"/>
              </a:lnSpc>
              <a:spcBef>
                <a:spcPts val="1800"/>
              </a:spcBef>
            </a:pPr>
            <a:r>
              <a:rPr lang="en-US" sz="1100" b="1" kern="1200">
                <a:solidFill>
                  <a:schemeClr val="bg1"/>
                </a:solidFill>
                <a:latin typeface="+mn-lt"/>
                <a:ea typeface="+mn-ea"/>
                <a:cs typeface="+mn-cs"/>
              </a:rPr>
              <a:t>SLIDE TO BE REMOVED ONCE COMPLETED</a:t>
            </a:r>
          </a:p>
        </p:txBody>
      </p:sp>
    </p:spTree>
    <p:extLst>
      <p:ext uri="{BB962C8B-B14F-4D97-AF65-F5344CB8AC3E}">
        <p14:creationId xmlns:p14="http://schemas.microsoft.com/office/powerpoint/2010/main" val="38267296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E71EC-83FC-FE86-9488-62B1C7605BC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F0B0CC9-543D-DA3F-A8A3-91F21E54086E}"/>
              </a:ext>
            </a:extLst>
          </p:cNvPr>
          <p:cNvSpPr>
            <a:spLocks noGrp="1"/>
          </p:cNvSpPr>
          <p:nvPr>
            <p:ph type="title"/>
          </p:nvPr>
        </p:nvSpPr>
        <p:spPr>
          <a:xfrm>
            <a:off x="551384" y="549274"/>
            <a:ext cx="11090938" cy="930372"/>
          </a:xfrm>
        </p:spPr>
        <p:txBody>
          <a:bodyPr/>
          <a:lstStyle/>
          <a:p>
            <a:r>
              <a:rPr lang="en-US"/>
              <a:t>USE CASE AND ARCHITECTURE TIPS </a:t>
            </a:r>
            <a:br>
              <a:rPr lang="en-US"/>
            </a:br>
            <a:endParaRPr lang="en-US"/>
          </a:p>
        </p:txBody>
      </p:sp>
      <p:sp>
        <p:nvSpPr>
          <p:cNvPr id="26" name="Text Placeholder 3">
            <a:extLst>
              <a:ext uri="{FF2B5EF4-FFF2-40B4-BE49-F238E27FC236}">
                <a16:creationId xmlns:a16="http://schemas.microsoft.com/office/drawing/2014/main" id="{1115F03B-35CA-58E0-CDBD-CCA458F648B0}"/>
              </a:ext>
            </a:extLst>
          </p:cNvPr>
          <p:cNvSpPr txBox="1">
            <a:spLocks/>
          </p:cNvSpPr>
          <p:nvPr/>
        </p:nvSpPr>
        <p:spPr>
          <a:xfrm>
            <a:off x="6095712" y="1596987"/>
            <a:ext cx="5108869" cy="307777"/>
          </a:xfrm>
          <a:prstGeom prst="rect">
            <a:avLst/>
          </a:prstGeom>
        </p:spPr>
        <p:txBody>
          <a:bodyPr vert="horz" wrap="square" lIns="0" tIns="0" rIns="0" bIns="0" rtlCol="0" anchor="t">
            <a:spAutoFit/>
          </a:bodyPr>
          <a:lst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2000" b="0" kern="1200">
                <a:solidFill>
                  <a:schemeClr val="tx2"/>
                </a:solidFill>
                <a:latin typeface="+mn-lt"/>
                <a:ea typeface="+mn-ea"/>
                <a:cs typeface="+mn-cs"/>
              </a:defRPr>
            </a:lvl1pPr>
            <a:lvl2pPr marL="180975" indent="-180975" algn="l" defTabSz="914400" rtl="0" eaLnBrk="1" latinLnBrk="0" hangingPunct="1">
              <a:lnSpc>
                <a:spcPct val="100000"/>
              </a:lnSpc>
              <a:spcBef>
                <a:spcPts val="12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1200"/>
              </a:spcBef>
              <a:buClr>
                <a:srgbClr val="FEB100"/>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1200"/>
              </a:spcBef>
              <a:buClr>
                <a:srgbClr val="00D5D0"/>
              </a:buClr>
              <a:buFont typeface="Arial" panose="020B060402020202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1200"/>
              </a:spcBef>
              <a:buClr>
                <a:schemeClr val="tx2"/>
              </a:buClr>
              <a:buFont typeface="Arial" panose="020B0604020202020204" pitchFamily="34" charset="0"/>
              <a:buChar char="•"/>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a:pPr>
            <a:r>
              <a:rPr kumimoji="0" lang="en-US" sz="2000" b="0" i="0" u="none" strike="noStrike" kern="1200" cap="none" spc="0" normalizeH="0" baseline="0" noProof="0">
                <a:ln>
                  <a:noFill/>
                </a:ln>
                <a:solidFill>
                  <a:schemeClr val="accent3"/>
                </a:solidFill>
                <a:effectLst/>
                <a:uLnTx/>
                <a:uFillTx/>
                <a:latin typeface="Ubuntu Medium"/>
                <a:ea typeface="+mn-ea"/>
                <a:cs typeface="+mn-cs"/>
              </a:rPr>
              <a:t>Architecture</a:t>
            </a:r>
          </a:p>
        </p:txBody>
      </p:sp>
      <p:sp>
        <p:nvSpPr>
          <p:cNvPr id="27" name="Content Placeholder 5">
            <a:extLst>
              <a:ext uri="{FF2B5EF4-FFF2-40B4-BE49-F238E27FC236}">
                <a16:creationId xmlns:a16="http://schemas.microsoft.com/office/drawing/2014/main" id="{C05F34D7-5322-37EE-A24C-3FA42C47D4B2}"/>
              </a:ext>
            </a:extLst>
          </p:cNvPr>
          <p:cNvSpPr txBox="1">
            <a:spLocks/>
          </p:cNvSpPr>
          <p:nvPr/>
        </p:nvSpPr>
        <p:spPr>
          <a:xfrm>
            <a:off x="5991852" y="3969137"/>
            <a:ext cx="5787486" cy="2515748"/>
          </a:xfrm>
          <a:prstGeom prst="rect">
            <a:avLst/>
          </a:prstGeom>
        </p:spPr>
        <p:txBody>
          <a:bodyPr vert="horz" lIns="0" tIns="0" rIns="0" bIns="0" numCol="1" rtlCol="0">
            <a:noAutofit/>
          </a:bodyPr>
          <a:lst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12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1200"/>
              </a:spcBef>
              <a:buClr>
                <a:srgbClr val="FEB100"/>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1200"/>
              </a:spcBef>
              <a:buClr>
                <a:srgbClr val="00D5D0"/>
              </a:buClr>
              <a:buFont typeface="Arial" panose="020B060402020202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1200"/>
              </a:spcBef>
              <a:buClr>
                <a:schemeClr val="tx2"/>
              </a:buClr>
              <a:buFont typeface="Arial" panose="020B0604020202020204" pitchFamily="34" charset="0"/>
              <a:buChar char="•"/>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lvl="1" indent="-342900">
              <a:lnSpc>
                <a:spcPts val="600"/>
              </a:lnSpc>
              <a:buClrTx/>
              <a:buFont typeface="+mj-lt"/>
              <a:buAutoNum type="arabicPeriod"/>
              <a:defRPr/>
            </a:pPr>
            <a:r>
              <a:rPr lang="en-US">
                <a:solidFill>
                  <a:srgbClr val="000000"/>
                </a:solidFill>
                <a:latin typeface="Ubuntu"/>
              </a:rPr>
              <a:t>Clear Architecture Flow – Is the end‑to‑end design simple and clear?</a:t>
            </a:r>
          </a:p>
          <a:p>
            <a:pPr marL="342900" lvl="1" indent="-342900">
              <a:lnSpc>
                <a:spcPts val="600"/>
              </a:lnSpc>
              <a:buClrTx/>
              <a:buFont typeface="+mj-lt"/>
              <a:buAutoNum type="arabicPeriod"/>
              <a:defRPr/>
            </a:pPr>
            <a:r>
              <a:rPr lang="en-US">
                <a:solidFill>
                  <a:srgbClr val="000000"/>
                </a:solidFill>
                <a:latin typeface="Ubuntu"/>
              </a:rPr>
              <a:t>Platform Fit – Are the platforms used appropriately?</a:t>
            </a:r>
          </a:p>
          <a:p>
            <a:pPr marL="342900" lvl="1" indent="-342900">
              <a:lnSpc>
                <a:spcPts val="600"/>
              </a:lnSpc>
              <a:buClrTx/>
              <a:buFont typeface="+mj-lt"/>
              <a:buAutoNum type="arabicPeriod"/>
              <a:defRPr/>
            </a:pPr>
            <a:r>
              <a:rPr lang="en-US">
                <a:solidFill>
                  <a:srgbClr val="000000"/>
                </a:solidFill>
                <a:latin typeface="Ubuntu"/>
              </a:rPr>
              <a:t>Data &amp; Governance – Is data storage and access well‑defined?</a:t>
            </a:r>
          </a:p>
          <a:p>
            <a:pPr marL="342900" lvl="1" indent="-342900">
              <a:lnSpc>
                <a:spcPts val="600"/>
              </a:lnSpc>
              <a:buClrTx/>
              <a:buFont typeface="+mj-lt"/>
              <a:buAutoNum type="arabicPeriod"/>
              <a:defRPr/>
            </a:pPr>
            <a:r>
              <a:rPr lang="en-US">
                <a:solidFill>
                  <a:srgbClr val="000000"/>
                </a:solidFill>
                <a:latin typeface="Ubuntu"/>
              </a:rPr>
              <a:t>Security – Are identity, access, and protection measures in place?</a:t>
            </a:r>
          </a:p>
          <a:p>
            <a:pPr marL="342900" lvl="1" indent="-342900">
              <a:lnSpc>
                <a:spcPts val="600"/>
              </a:lnSpc>
              <a:buClrTx/>
              <a:buFont typeface="+mj-lt"/>
              <a:buAutoNum type="arabicPeriod"/>
              <a:defRPr/>
            </a:pPr>
            <a:r>
              <a:rPr lang="en-US">
                <a:solidFill>
                  <a:srgbClr val="000000"/>
                </a:solidFill>
                <a:latin typeface="Ubuntu"/>
              </a:rPr>
              <a:t>Reliability – Does the design handle failures and recovery?</a:t>
            </a:r>
          </a:p>
          <a:p>
            <a:pPr marL="342900" lvl="1" indent="-342900">
              <a:lnSpc>
                <a:spcPts val="600"/>
              </a:lnSpc>
              <a:buClrTx/>
              <a:buFont typeface="+mj-lt"/>
              <a:buAutoNum type="arabicPeriod"/>
              <a:defRPr/>
            </a:pPr>
            <a:r>
              <a:rPr lang="en-US">
                <a:solidFill>
                  <a:srgbClr val="000000"/>
                </a:solidFill>
                <a:latin typeface="Ubuntu"/>
              </a:rPr>
              <a:t>Performance – Is the solution optimized for speed and efficiency?</a:t>
            </a:r>
          </a:p>
          <a:p>
            <a:pPr marL="342900" lvl="1" indent="-342900">
              <a:lnSpc>
                <a:spcPts val="600"/>
              </a:lnSpc>
              <a:buClrTx/>
              <a:buFont typeface="+mj-lt"/>
              <a:buAutoNum type="arabicPeriod"/>
              <a:defRPr/>
            </a:pPr>
            <a:r>
              <a:rPr lang="en-US">
                <a:solidFill>
                  <a:srgbClr val="000000"/>
                </a:solidFill>
                <a:latin typeface="Ubuntu"/>
              </a:rPr>
              <a:t>Cost Awareness – Are compute and AI resource costs considered?</a:t>
            </a:r>
          </a:p>
          <a:p>
            <a:pPr marL="342900" lvl="1" indent="-342900">
              <a:lnSpc>
                <a:spcPts val="600"/>
              </a:lnSpc>
              <a:buClrTx/>
              <a:buFont typeface="+mj-lt"/>
              <a:buAutoNum type="arabicPeriod"/>
              <a:defRPr/>
            </a:pPr>
            <a:r>
              <a:rPr lang="en-US">
                <a:solidFill>
                  <a:srgbClr val="000000"/>
                </a:solidFill>
                <a:latin typeface="Ubuntu"/>
              </a:rPr>
              <a:t>Scalability – Can the solution grow without redesign?</a:t>
            </a:r>
          </a:p>
          <a:p>
            <a:pPr marL="342900" lvl="1" indent="-342900">
              <a:lnSpc>
                <a:spcPts val="600"/>
              </a:lnSpc>
              <a:buClrTx/>
              <a:buFont typeface="+mj-lt"/>
              <a:buAutoNum type="arabicPeriod"/>
              <a:defRPr/>
            </a:pPr>
            <a:r>
              <a:rPr lang="en-US">
                <a:solidFill>
                  <a:srgbClr val="000000"/>
                </a:solidFill>
                <a:latin typeface="Ubuntu"/>
              </a:rPr>
              <a:t>Integration – Are connections between components defined?</a:t>
            </a:r>
          </a:p>
          <a:p>
            <a:pPr marL="342900" lvl="1" indent="-342900">
              <a:lnSpc>
                <a:spcPts val="600"/>
              </a:lnSpc>
              <a:buClrTx/>
              <a:buFont typeface="+mj-lt"/>
              <a:buAutoNum type="arabicPeriod"/>
              <a:defRPr/>
            </a:pPr>
            <a:r>
              <a:rPr lang="en-US">
                <a:solidFill>
                  <a:srgbClr val="000000"/>
                </a:solidFill>
                <a:latin typeface="Ubuntu"/>
              </a:rPr>
              <a:t>Provisioning Readiness – Does the design list all</a:t>
            </a:r>
            <a:endParaRPr kumimoji="0" lang="en-US" sz="1050" b="0" i="0" u="none" strike="noStrike" kern="1200" cap="none" spc="0" normalizeH="0" baseline="0" noProof="0">
              <a:ln>
                <a:noFill/>
              </a:ln>
              <a:solidFill>
                <a:srgbClr val="000000"/>
              </a:solidFill>
              <a:effectLst/>
              <a:uLnTx/>
              <a:uFillTx/>
              <a:latin typeface="Ubuntu"/>
              <a:ea typeface="+mn-ea"/>
              <a:cs typeface="+mn-cs"/>
            </a:endParaRPr>
          </a:p>
        </p:txBody>
      </p:sp>
      <p:sp>
        <p:nvSpPr>
          <p:cNvPr id="28" name="Text Placeholder 6">
            <a:extLst>
              <a:ext uri="{FF2B5EF4-FFF2-40B4-BE49-F238E27FC236}">
                <a16:creationId xmlns:a16="http://schemas.microsoft.com/office/drawing/2014/main" id="{F181260B-53E0-47B9-D77A-30295DB98D61}"/>
              </a:ext>
            </a:extLst>
          </p:cNvPr>
          <p:cNvSpPr txBox="1">
            <a:spLocks/>
          </p:cNvSpPr>
          <p:nvPr/>
        </p:nvSpPr>
        <p:spPr>
          <a:xfrm>
            <a:off x="551150" y="1596987"/>
            <a:ext cx="5108869" cy="307777"/>
          </a:xfrm>
          <a:prstGeom prst="rect">
            <a:avLst/>
          </a:prstGeom>
        </p:spPr>
        <p:txBody>
          <a:bodyPr vert="horz" wrap="square" lIns="0" tIns="0" rIns="0" bIns="0" rtlCol="0" anchor="t">
            <a:spAutoFit/>
          </a:bodyPr>
          <a:lst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2000" b="0" kern="1200">
                <a:solidFill>
                  <a:schemeClr val="tx2"/>
                </a:solidFill>
                <a:latin typeface="+mn-lt"/>
                <a:ea typeface="+mn-ea"/>
                <a:cs typeface="+mn-cs"/>
              </a:defRPr>
            </a:lvl1pPr>
            <a:lvl2pPr marL="180975" indent="-180975" algn="l" defTabSz="914400" rtl="0" eaLnBrk="1" latinLnBrk="0" hangingPunct="1">
              <a:lnSpc>
                <a:spcPct val="100000"/>
              </a:lnSpc>
              <a:spcBef>
                <a:spcPts val="12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1200"/>
              </a:spcBef>
              <a:buClr>
                <a:srgbClr val="FEB100"/>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1200"/>
              </a:spcBef>
              <a:buClr>
                <a:srgbClr val="00D5D0"/>
              </a:buClr>
              <a:buFont typeface="Arial" panose="020B060402020202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1200"/>
              </a:spcBef>
              <a:buClr>
                <a:schemeClr val="tx2"/>
              </a:buClr>
              <a:buFont typeface="Arial" panose="020B0604020202020204" pitchFamily="34" charset="0"/>
              <a:buChar char="•"/>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a:pPr>
            <a:r>
              <a:rPr kumimoji="0" lang="en-US" sz="2000" b="0" i="0" u="none" strike="noStrike" kern="1200" cap="none" spc="0" normalizeH="0" baseline="0" noProof="0">
                <a:ln>
                  <a:noFill/>
                </a:ln>
                <a:solidFill>
                  <a:schemeClr val="accent2"/>
                </a:solidFill>
                <a:effectLst/>
                <a:uLnTx/>
                <a:uFillTx/>
                <a:latin typeface="Ubuntu Medium"/>
                <a:ea typeface="+mn-ea"/>
                <a:cs typeface="+mn-cs"/>
              </a:rPr>
              <a:t>Use Case</a:t>
            </a:r>
          </a:p>
        </p:txBody>
      </p:sp>
      <p:sp>
        <p:nvSpPr>
          <p:cNvPr id="29" name="Content Placeholder 7">
            <a:extLst>
              <a:ext uri="{FF2B5EF4-FFF2-40B4-BE49-F238E27FC236}">
                <a16:creationId xmlns:a16="http://schemas.microsoft.com/office/drawing/2014/main" id="{CF751F03-A94B-7B97-F201-BE0AC07FB6FC}"/>
              </a:ext>
            </a:extLst>
          </p:cNvPr>
          <p:cNvSpPr txBox="1">
            <a:spLocks/>
          </p:cNvSpPr>
          <p:nvPr/>
        </p:nvSpPr>
        <p:spPr>
          <a:xfrm>
            <a:off x="680227" y="3969136"/>
            <a:ext cx="5108294" cy="2646650"/>
          </a:xfrm>
          <a:prstGeom prst="rect">
            <a:avLst/>
          </a:prstGeom>
        </p:spPr>
        <p:txBody>
          <a:bodyPr vert="horz" lIns="0" tIns="0" rIns="0" bIns="0" numCol="1" rtlCol="0">
            <a:noAutofit/>
          </a:bodyPr>
          <a:lst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12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1200"/>
              </a:spcBef>
              <a:buClr>
                <a:srgbClr val="FEB100"/>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1200"/>
              </a:spcBef>
              <a:buClr>
                <a:srgbClr val="00D5D0"/>
              </a:buClr>
              <a:buFont typeface="Arial" panose="020B060402020202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1200"/>
              </a:spcBef>
              <a:buClr>
                <a:schemeClr val="tx2"/>
              </a:buClr>
              <a:buFont typeface="Arial" panose="020B0604020202020204" pitchFamily="34" charset="0"/>
              <a:buChar char="•"/>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lvl="1" indent="-342900">
              <a:lnSpc>
                <a:spcPts val="600"/>
              </a:lnSpc>
              <a:buClrTx/>
              <a:buFont typeface="+mj-lt"/>
              <a:buAutoNum type="arabicPeriod"/>
              <a:defRPr/>
            </a:pPr>
            <a:r>
              <a:rPr kumimoji="0" lang="en-US" sz="1400" b="0" i="0" u="none" strike="noStrike" kern="1200" cap="none" spc="0" normalizeH="0" baseline="0" noProof="0">
                <a:ln>
                  <a:noFill/>
                </a:ln>
                <a:solidFill>
                  <a:srgbClr val="000000"/>
                </a:solidFill>
                <a:effectLst/>
                <a:uLnTx/>
                <a:uFillTx/>
                <a:latin typeface="Ubuntu"/>
                <a:ea typeface="+mn-ea"/>
                <a:cs typeface="+mn-cs"/>
              </a:rPr>
              <a:t>Problem Significance – Is this an important problem?</a:t>
            </a:r>
          </a:p>
          <a:p>
            <a:pPr marL="342900" lvl="1" indent="-342900">
              <a:lnSpc>
                <a:spcPts val="600"/>
              </a:lnSpc>
              <a:buClrTx/>
              <a:buFont typeface="+mj-lt"/>
              <a:buAutoNum type="arabicPeriod"/>
              <a:defRPr/>
            </a:pPr>
            <a:r>
              <a:rPr kumimoji="0" lang="en-US" sz="1400" b="0" i="0" u="none" strike="noStrike" kern="1200" cap="none" spc="0" normalizeH="0" baseline="0" noProof="0">
                <a:ln>
                  <a:noFill/>
                </a:ln>
                <a:solidFill>
                  <a:srgbClr val="000000"/>
                </a:solidFill>
                <a:effectLst/>
                <a:uLnTx/>
                <a:uFillTx/>
                <a:latin typeface="Ubuntu"/>
                <a:ea typeface="+mn-ea"/>
                <a:cs typeface="+mn-cs"/>
              </a:rPr>
              <a:t>User Impact – Who benefits and how much?</a:t>
            </a:r>
          </a:p>
          <a:p>
            <a:pPr marL="342900" lvl="1" indent="-342900">
              <a:lnSpc>
                <a:spcPts val="600"/>
              </a:lnSpc>
              <a:buClrTx/>
              <a:buFont typeface="+mj-lt"/>
              <a:buAutoNum type="arabicPeriod"/>
              <a:defRPr/>
            </a:pPr>
            <a:r>
              <a:rPr kumimoji="0" lang="en-US" sz="1400" b="0" i="0" u="none" strike="noStrike" kern="1200" cap="none" spc="0" normalizeH="0" baseline="0" noProof="0">
                <a:ln>
                  <a:noFill/>
                </a:ln>
                <a:solidFill>
                  <a:srgbClr val="000000"/>
                </a:solidFill>
                <a:effectLst/>
                <a:uLnTx/>
                <a:uFillTx/>
                <a:latin typeface="Ubuntu"/>
                <a:ea typeface="+mn-ea"/>
                <a:cs typeface="+mn-cs"/>
              </a:rPr>
              <a:t>Innovation – What’s new or creative here?</a:t>
            </a:r>
          </a:p>
          <a:p>
            <a:pPr marL="342900" lvl="1" indent="-342900">
              <a:lnSpc>
                <a:spcPts val="600"/>
              </a:lnSpc>
              <a:buClrTx/>
              <a:buFont typeface="+mj-lt"/>
              <a:buAutoNum type="arabicPeriod"/>
              <a:defRPr/>
            </a:pPr>
            <a:r>
              <a:rPr kumimoji="0" lang="en-US" sz="1400" b="0" i="0" u="none" strike="noStrike" kern="1200" cap="none" spc="0" normalizeH="0" baseline="0" noProof="0">
                <a:ln>
                  <a:noFill/>
                </a:ln>
                <a:solidFill>
                  <a:srgbClr val="000000"/>
                </a:solidFill>
                <a:effectLst/>
                <a:uLnTx/>
                <a:uFillTx/>
                <a:latin typeface="Ubuntu"/>
                <a:ea typeface="+mn-ea"/>
                <a:cs typeface="+mn-cs"/>
              </a:rPr>
              <a:t>AI Fit – Is AI the right tool for the job?</a:t>
            </a:r>
          </a:p>
          <a:p>
            <a:pPr marL="342900" lvl="1" indent="-342900">
              <a:lnSpc>
                <a:spcPts val="600"/>
              </a:lnSpc>
              <a:buClrTx/>
              <a:buFont typeface="+mj-lt"/>
              <a:buAutoNum type="arabicPeriod"/>
              <a:defRPr/>
            </a:pPr>
            <a:r>
              <a:rPr kumimoji="0" lang="en-US" sz="1400" b="0" i="0" u="none" strike="noStrike" kern="1200" cap="none" spc="0" normalizeH="0" baseline="0" noProof="0">
                <a:ln>
                  <a:noFill/>
                </a:ln>
                <a:solidFill>
                  <a:srgbClr val="000000"/>
                </a:solidFill>
                <a:effectLst/>
                <a:uLnTx/>
                <a:uFillTx/>
                <a:latin typeface="Ubuntu"/>
                <a:ea typeface="+mn-ea"/>
                <a:cs typeface="+mn-cs"/>
              </a:rPr>
              <a:t>User Experience – Is it simple and intuitive?</a:t>
            </a:r>
          </a:p>
          <a:p>
            <a:pPr marL="342900" lvl="1" indent="-342900">
              <a:lnSpc>
                <a:spcPts val="600"/>
              </a:lnSpc>
              <a:buClrTx/>
              <a:buFont typeface="+mj-lt"/>
              <a:buAutoNum type="arabicPeriod"/>
              <a:defRPr/>
            </a:pPr>
            <a:r>
              <a:rPr kumimoji="0" lang="en-US" sz="1400" b="0" i="0" u="none" strike="noStrike" kern="1200" cap="none" spc="0" normalizeH="0" baseline="0" noProof="0">
                <a:ln>
                  <a:noFill/>
                </a:ln>
                <a:solidFill>
                  <a:srgbClr val="000000"/>
                </a:solidFill>
                <a:effectLst/>
                <a:uLnTx/>
                <a:uFillTx/>
                <a:latin typeface="Ubuntu"/>
                <a:ea typeface="+mn-ea"/>
                <a:cs typeface="+mn-cs"/>
              </a:rPr>
              <a:t>Responsible Design – Are safety and ethics addressed?</a:t>
            </a:r>
          </a:p>
          <a:p>
            <a:pPr marL="342900" lvl="1" indent="-342900">
              <a:lnSpc>
                <a:spcPts val="600"/>
              </a:lnSpc>
              <a:buClrTx/>
              <a:buFont typeface="+mj-lt"/>
              <a:buAutoNum type="arabicPeriod"/>
              <a:defRPr/>
            </a:pPr>
            <a:r>
              <a:rPr kumimoji="0" lang="en-US" sz="1400" b="0" i="0" u="none" strike="noStrike" kern="1200" cap="none" spc="0" normalizeH="0" baseline="0" noProof="0">
                <a:ln>
                  <a:noFill/>
                </a:ln>
                <a:solidFill>
                  <a:srgbClr val="000000"/>
                </a:solidFill>
                <a:effectLst/>
                <a:uLnTx/>
                <a:uFillTx/>
                <a:latin typeface="Ubuntu"/>
                <a:ea typeface="+mn-ea"/>
                <a:cs typeface="+mn-cs"/>
              </a:rPr>
              <a:t>Feasibility – Can it realistically be built now?</a:t>
            </a:r>
          </a:p>
          <a:p>
            <a:pPr marL="342900" lvl="1" indent="-342900">
              <a:lnSpc>
                <a:spcPts val="600"/>
              </a:lnSpc>
              <a:buClrTx/>
              <a:buFont typeface="+mj-lt"/>
              <a:buAutoNum type="arabicPeriod"/>
              <a:defRPr/>
            </a:pPr>
            <a:r>
              <a:rPr kumimoji="0" lang="en-US" sz="1400" b="0" i="0" u="none" strike="noStrike" kern="1200" cap="none" spc="0" normalizeH="0" baseline="0" noProof="0">
                <a:ln>
                  <a:noFill/>
                </a:ln>
                <a:solidFill>
                  <a:srgbClr val="000000"/>
                </a:solidFill>
                <a:effectLst/>
                <a:uLnTx/>
                <a:uFillTx/>
                <a:latin typeface="Ubuntu"/>
                <a:ea typeface="+mn-ea"/>
                <a:cs typeface="+mn-cs"/>
              </a:rPr>
              <a:t>Scalability &amp; Security – Can it scale securely?</a:t>
            </a:r>
          </a:p>
          <a:p>
            <a:pPr marL="342900" lvl="1" indent="-342900">
              <a:lnSpc>
                <a:spcPts val="600"/>
              </a:lnSpc>
              <a:buClrTx/>
              <a:buFont typeface="+mj-lt"/>
              <a:buAutoNum type="arabicPeriod"/>
              <a:defRPr/>
            </a:pPr>
            <a:r>
              <a:rPr kumimoji="0" lang="en-US" sz="1400" b="0" i="0" u="none" strike="noStrike" kern="1200" cap="none" spc="0" normalizeH="0" baseline="0" noProof="0">
                <a:ln>
                  <a:noFill/>
                </a:ln>
                <a:solidFill>
                  <a:srgbClr val="000000"/>
                </a:solidFill>
                <a:effectLst/>
                <a:uLnTx/>
                <a:uFillTx/>
                <a:latin typeface="Ubuntu"/>
                <a:ea typeface="+mn-ea"/>
                <a:cs typeface="+mn-cs"/>
              </a:rPr>
              <a:t>Reusability (MCP) – What parts can be reused elsewhere?</a:t>
            </a:r>
          </a:p>
          <a:p>
            <a:pPr marL="342900" lvl="1" indent="-342900">
              <a:lnSpc>
                <a:spcPts val="600"/>
              </a:lnSpc>
              <a:buClrTx/>
              <a:buFont typeface="+mj-lt"/>
              <a:buAutoNum type="arabicPeriod"/>
              <a:defRPr/>
            </a:pPr>
            <a:r>
              <a:rPr kumimoji="0" lang="en-US" sz="1400" b="0" i="0" u="none" strike="noStrike" kern="1200" cap="none" spc="0" normalizeH="0" baseline="0" noProof="0">
                <a:ln>
                  <a:noFill/>
                </a:ln>
                <a:solidFill>
                  <a:srgbClr val="000000"/>
                </a:solidFill>
                <a:effectLst/>
                <a:uLnTx/>
                <a:uFillTx/>
                <a:latin typeface="Ubuntu"/>
                <a:ea typeface="+mn-ea"/>
                <a:cs typeface="+mn-cs"/>
              </a:rPr>
              <a:t>KPI Impact – What measurable value will it deliver?</a:t>
            </a:r>
          </a:p>
          <a:p>
            <a:pPr marL="342900" marR="0" lvl="0" indent="-342900" algn="l" defTabSz="914400" rtl="0" eaLnBrk="1" fontAlgn="auto" latinLnBrk="0" hangingPunct="1">
              <a:lnSpc>
                <a:spcPts val="600"/>
              </a:lnSpc>
              <a:spcBef>
                <a:spcPts val="1200"/>
              </a:spcBef>
              <a:spcAft>
                <a:spcPts val="0"/>
              </a:spcAft>
              <a:buClrTx/>
              <a:buSzTx/>
              <a:buFont typeface="+mj-lt"/>
              <a:buAutoNum type="arabicPeriod"/>
              <a:tabLst/>
              <a:defRPr/>
            </a:pPr>
            <a:endParaRPr kumimoji="0" lang="en-US" sz="1400" b="0" i="0" u="none" strike="noStrike" kern="1200" cap="none" spc="0" normalizeH="0" baseline="0" noProof="0">
              <a:ln>
                <a:noFill/>
              </a:ln>
              <a:solidFill>
                <a:srgbClr val="000000"/>
              </a:solidFill>
              <a:effectLst/>
              <a:uLnTx/>
              <a:uFillTx/>
              <a:latin typeface="Ubuntu"/>
              <a:ea typeface="+mn-ea"/>
              <a:cs typeface="+mn-cs"/>
            </a:endParaRPr>
          </a:p>
        </p:txBody>
      </p:sp>
      <p:cxnSp>
        <p:nvCxnSpPr>
          <p:cNvPr id="30" name="Straight Connector 29">
            <a:extLst>
              <a:ext uri="{FF2B5EF4-FFF2-40B4-BE49-F238E27FC236}">
                <a16:creationId xmlns:a16="http://schemas.microsoft.com/office/drawing/2014/main" id="{970E9ABA-D452-680D-85BE-6581F3B3DD8A}"/>
              </a:ext>
              <a:ext uri="{C183D7F6-B498-43B3-948B-1728B52AA6E4}">
                <adec:decorative xmlns:adec="http://schemas.microsoft.com/office/drawing/2017/decorative" val="1"/>
              </a:ext>
            </a:extLst>
          </p:cNvPr>
          <p:cNvCxnSpPr>
            <a:cxnSpLocks/>
          </p:cNvCxnSpPr>
          <p:nvPr/>
        </p:nvCxnSpPr>
        <p:spPr>
          <a:xfrm>
            <a:off x="6096001" y="3794732"/>
            <a:ext cx="5545189"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E57B980-1310-775B-D24C-60558C0D2944}"/>
              </a:ext>
              <a:ext uri="{C183D7F6-B498-43B3-948B-1728B52AA6E4}">
                <adec:decorative xmlns:adec="http://schemas.microsoft.com/office/drawing/2017/decorative" val="1"/>
              </a:ext>
            </a:extLst>
          </p:cNvPr>
          <p:cNvCxnSpPr>
            <a:cxnSpLocks/>
          </p:cNvCxnSpPr>
          <p:nvPr/>
        </p:nvCxnSpPr>
        <p:spPr>
          <a:xfrm>
            <a:off x="551438" y="3794732"/>
            <a:ext cx="5108294"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Date Placeholder 15">
            <a:extLst>
              <a:ext uri="{FF2B5EF4-FFF2-40B4-BE49-F238E27FC236}">
                <a16:creationId xmlns:a16="http://schemas.microsoft.com/office/drawing/2014/main" id="{002AEED7-BBB1-1E4A-6628-749034E074A7}"/>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2025. All rights reserved.</a:t>
            </a:r>
          </a:p>
        </p:txBody>
      </p:sp>
      <p:sp>
        <p:nvSpPr>
          <p:cNvPr id="17" name="Footer Placeholder 16">
            <a:extLst>
              <a:ext uri="{FF2B5EF4-FFF2-40B4-BE49-F238E27FC236}">
                <a16:creationId xmlns:a16="http://schemas.microsoft.com/office/drawing/2014/main" id="{C565B944-1985-B316-58F5-844AF9C39C8B}"/>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18" name="Slide Number Placeholder 17">
            <a:extLst>
              <a:ext uri="{FF2B5EF4-FFF2-40B4-BE49-F238E27FC236}">
                <a16:creationId xmlns:a16="http://schemas.microsoft.com/office/drawing/2014/main" id="{D402AF30-6364-2F54-A6F9-F0611636EFFF}"/>
              </a:ext>
            </a:extLst>
          </p:cNvPr>
          <p:cNvSpPr>
            <a:spLocks noGrp="1"/>
          </p:cNvSpPr>
          <p:nvPr>
            <p:ph type="sldNum" sz="quarter" idx="12"/>
          </p:nvPr>
        </p:nvSpPr>
        <p:spPr/>
        <p:txBody>
          <a:bodyPr/>
          <a:lstStyle/>
          <a:p>
            <a:pPr algn="r"/>
            <a:fld id="{5D9A5160-6218-4E5A-B9E6-B93E3DAE377C}" type="slidenum">
              <a:rPr lang="en-US" smtClean="0"/>
              <a:pPr algn="r"/>
              <a:t>2</a:t>
            </a:fld>
            <a:endParaRPr lang="en-US"/>
          </a:p>
        </p:txBody>
      </p:sp>
      <p:sp>
        <p:nvSpPr>
          <p:cNvPr id="12" name="TextBox 11">
            <a:extLst>
              <a:ext uri="{FF2B5EF4-FFF2-40B4-BE49-F238E27FC236}">
                <a16:creationId xmlns:a16="http://schemas.microsoft.com/office/drawing/2014/main" id="{16D49C09-B70F-92E3-1B81-68D6400AAEBD}"/>
              </a:ext>
            </a:extLst>
          </p:cNvPr>
          <p:cNvSpPr txBox="1"/>
          <p:nvPr/>
        </p:nvSpPr>
        <p:spPr>
          <a:xfrm>
            <a:off x="423657" y="1997757"/>
            <a:ext cx="5363856" cy="1600438"/>
          </a:xfrm>
          <a:prstGeom prst="rect">
            <a:avLst/>
          </a:prstGeom>
          <a:noFill/>
        </p:spPr>
        <p:txBody>
          <a:bodyPr wrap="square" lIns="91440" tIns="45720" rIns="91440" bIns="45720" anchor="t">
            <a:spAutoFit/>
          </a:bodyPr>
          <a:lstStyle/>
          <a:p>
            <a:r>
              <a:rPr lang="en-US" sz="1400"/>
              <a:t>To ensure every hackathon project delivers meaningful impact, teams must have a use case across several key dimensions that drive business value and responsible innovation.</a:t>
            </a:r>
          </a:p>
          <a:p>
            <a:endParaRPr lang="en-US" sz="1400"/>
          </a:p>
          <a:p>
            <a:r>
              <a:rPr lang="en-US" sz="1400"/>
              <a:t>This framework helps assess whether a proposed AI solution is not only creative but also feasible, scalable, and aligned with real user needs. </a:t>
            </a:r>
          </a:p>
        </p:txBody>
      </p:sp>
      <p:sp>
        <p:nvSpPr>
          <p:cNvPr id="10" name="TextBox 9">
            <a:extLst>
              <a:ext uri="{FF2B5EF4-FFF2-40B4-BE49-F238E27FC236}">
                <a16:creationId xmlns:a16="http://schemas.microsoft.com/office/drawing/2014/main" id="{9682EE0A-7D88-3DD8-4AD4-A46861DE868A}"/>
              </a:ext>
            </a:extLst>
          </p:cNvPr>
          <p:cNvSpPr txBox="1"/>
          <p:nvPr/>
        </p:nvSpPr>
        <p:spPr>
          <a:xfrm>
            <a:off x="5968219" y="1966028"/>
            <a:ext cx="5363856" cy="1815882"/>
          </a:xfrm>
          <a:prstGeom prst="rect">
            <a:avLst/>
          </a:prstGeom>
          <a:noFill/>
        </p:spPr>
        <p:txBody>
          <a:bodyPr wrap="square" lIns="91440" tIns="45720" rIns="91440" bIns="45720" anchor="t">
            <a:spAutoFit/>
          </a:bodyPr>
          <a:lstStyle/>
          <a:p>
            <a:r>
              <a:rPr lang="en-US" sz="1400"/>
              <a:t>This validation highlights whether the proposed design uses the right. </a:t>
            </a:r>
          </a:p>
          <a:p>
            <a:r>
              <a:rPr lang="en-US" sz="1400"/>
              <a:t>capabilities of Azure, Microsoft Fabric, Microsoft Foundry, GitHub Copilot, M365 Copilot Studio, and Dynamics Copilot and aligned with the Well‑Architected Framework</a:t>
            </a:r>
          </a:p>
          <a:p>
            <a:r>
              <a:rPr lang="en-US" sz="1400"/>
              <a:t>The architecture will directly feed into provisioning the team’s hackathon environment, ensuring all required components are correctly configured from the start.</a:t>
            </a:r>
          </a:p>
        </p:txBody>
      </p:sp>
      <p:sp>
        <p:nvSpPr>
          <p:cNvPr id="13" name="TextBox 12">
            <a:extLst>
              <a:ext uri="{FF2B5EF4-FFF2-40B4-BE49-F238E27FC236}">
                <a16:creationId xmlns:a16="http://schemas.microsoft.com/office/drawing/2014/main" id="{662062D0-5847-5A11-84AD-EB1CA079EB9D}"/>
              </a:ext>
            </a:extLst>
          </p:cNvPr>
          <p:cNvSpPr txBox="1"/>
          <p:nvPr/>
        </p:nvSpPr>
        <p:spPr>
          <a:xfrm>
            <a:off x="514010" y="1014460"/>
            <a:ext cx="11379914" cy="307777"/>
          </a:xfrm>
          <a:prstGeom prst="rect">
            <a:avLst/>
          </a:prstGeom>
          <a:solidFill>
            <a:srgbClr val="00B050"/>
          </a:solidFill>
        </p:spPr>
        <p:txBody>
          <a:bodyPr wrap="square">
            <a:spAutoFit/>
          </a:bodyPr>
          <a:lstStyle/>
          <a:p>
            <a:r>
              <a:rPr lang="en-US" sz="1400">
                <a:solidFill>
                  <a:schemeClr val="bg1"/>
                </a:solidFill>
              </a:rPr>
              <a:t>There will continuous office hours and support from Capgemini industry experts and Microsoft Partner Solution Architects</a:t>
            </a:r>
          </a:p>
        </p:txBody>
      </p:sp>
      <p:sp>
        <p:nvSpPr>
          <p:cNvPr id="3" name="TextBox 2">
            <a:extLst>
              <a:ext uri="{FF2B5EF4-FFF2-40B4-BE49-F238E27FC236}">
                <a16:creationId xmlns:a16="http://schemas.microsoft.com/office/drawing/2014/main" id="{7517F047-377C-2F7D-4AF4-DD0B3E811875}"/>
              </a:ext>
            </a:extLst>
          </p:cNvPr>
          <p:cNvSpPr txBox="1"/>
          <p:nvPr/>
        </p:nvSpPr>
        <p:spPr>
          <a:xfrm>
            <a:off x="5993082" y="0"/>
            <a:ext cx="6198918" cy="463846"/>
          </a:xfrm>
          <a:prstGeom prst="rect">
            <a:avLst/>
          </a:prstGeom>
          <a:solidFill>
            <a:srgbClr val="FF0000"/>
          </a:solidFill>
        </p:spPr>
        <p:txBody>
          <a:bodyPr vert="horz" wrap="none" lIns="90000" tIns="46800" rIns="90000" bIns="46800" rtlCol="0" anchor="ctr">
            <a:spAutoFit/>
          </a:bodyPr>
          <a:lstStyle/>
          <a:p>
            <a:pPr algn="l">
              <a:spcBef>
                <a:spcPct val="0"/>
              </a:spcBef>
            </a:pPr>
            <a:r>
              <a:rPr lang="en-US" sz="2400">
                <a:solidFill>
                  <a:schemeClr val="bg1"/>
                </a:solidFill>
              </a:rPr>
              <a:t>SLIDE TO BE REMOVED ONCE COMPLETED</a:t>
            </a:r>
          </a:p>
        </p:txBody>
      </p:sp>
    </p:spTree>
    <p:extLst>
      <p:ext uri="{BB962C8B-B14F-4D97-AF65-F5344CB8AC3E}">
        <p14:creationId xmlns:p14="http://schemas.microsoft.com/office/powerpoint/2010/main" val="6319140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3B9DF4-615C-3913-03D9-0C66337DC4D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17764D5-4FFD-D383-808C-EA70EEFA1399}"/>
              </a:ext>
            </a:extLst>
          </p:cNvPr>
          <p:cNvSpPr>
            <a:spLocks noGrp="1"/>
          </p:cNvSpPr>
          <p:nvPr>
            <p:ph type="title"/>
          </p:nvPr>
        </p:nvSpPr>
        <p:spPr>
          <a:xfrm>
            <a:off x="551384" y="549274"/>
            <a:ext cx="11090938" cy="930372"/>
          </a:xfrm>
        </p:spPr>
        <p:txBody>
          <a:bodyPr/>
          <a:lstStyle/>
          <a:p>
            <a:r>
              <a:rPr lang="en-US"/>
              <a:t>Half Finals check Criteria </a:t>
            </a:r>
            <a:br>
              <a:rPr lang="en-US"/>
            </a:br>
            <a:endParaRPr lang="en-US"/>
          </a:p>
        </p:txBody>
      </p:sp>
      <p:sp>
        <p:nvSpPr>
          <p:cNvPr id="26" name="Text Placeholder 3">
            <a:extLst>
              <a:ext uri="{FF2B5EF4-FFF2-40B4-BE49-F238E27FC236}">
                <a16:creationId xmlns:a16="http://schemas.microsoft.com/office/drawing/2014/main" id="{506E1D8F-2CC6-E6B6-FAAA-68BE5F7C7363}"/>
              </a:ext>
            </a:extLst>
          </p:cNvPr>
          <p:cNvSpPr txBox="1">
            <a:spLocks/>
          </p:cNvSpPr>
          <p:nvPr/>
        </p:nvSpPr>
        <p:spPr>
          <a:xfrm>
            <a:off x="147769" y="839845"/>
            <a:ext cx="5108869" cy="307777"/>
          </a:xfrm>
          <a:prstGeom prst="rect">
            <a:avLst/>
          </a:prstGeom>
        </p:spPr>
        <p:txBody>
          <a:bodyPr vert="horz" wrap="square" lIns="0" tIns="0" rIns="0" bIns="0" rtlCol="0" anchor="t">
            <a:spAutoFit/>
          </a:bodyPr>
          <a:lst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2000" b="0" kern="1200">
                <a:solidFill>
                  <a:schemeClr val="tx2"/>
                </a:solidFill>
                <a:latin typeface="+mn-lt"/>
                <a:ea typeface="+mn-ea"/>
                <a:cs typeface="+mn-cs"/>
              </a:defRPr>
            </a:lvl1pPr>
            <a:lvl2pPr marL="180975" indent="-180975" algn="l" defTabSz="914400" rtl="0" eaLnBrk="1" latinLnBrk="0" hangingPunct="1">
              <a:lnSpc>
                <a:spcPct val="100000"/>
              </a:lnSpc>
              <a:spcBef>
                <a:spcPts val="12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1200"/>
              </a:spcBef>
              <a:buClr>
                <a:srgbClr val="FEB100"/>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1200"/>
              </a:spcBef>
              <a:buClr>
                <a:srgbClr val="00D5D0"/>
              </a:buClr>
              <a:buFont typeface="Arial" panose="020B060402020202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1200"/>
              </a:spcBef>
              <a:buClr>
                <a:schemeClr val="tx2"/>
              </a:buClr>
              <a:buFont typeface="Arial" panose="020B0604020202020204" pitchFamily="34" charset="0"/>
              <a:buChar char="•"/>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200"/>
              </a:spcBef>
              <a:spcAft>
                <a:spcPts val="0"/>
              </a:spcAft>
              <a:buClrTx/>
              <a:buSzTx/>
              <a:buFont typeface="Arial" panose="020B0604020202020204" pitchFamily="34" charset="0"/>
              <a:buNone/>
              <a:tabLst/>
              <a:defRPr/>
            </a:pPr>
            <a:r>
              <a:rPr kumimoji="0" lang="en-US" sz="2000" b="0" i="0" u="none" strike="noStrike" kern="1200" cap="none" spc="0" normalizeH="0" baseline="0" noProof="0">
                <a:ln>
                  <a:noFill/>
                </a:ln>
                <a:solidFill>
                  <a:schemeClr val="accent3"/>
                </a:solidFill>
                <a:effectLst/>
                <a:uLnTx/>
                <a:uFillTx/>
                <a:latin typeface="Ubuntu Medium"/>
                <a:ea typeface="+mn-ea"/>
                <a:cs typeface="+mn-cs"/>
              </a:rPr>
              <a:t>Use Case and Architecture validation</a:t>
            </a:r>
          </a:p>
        </p:txBody>
      </p:sp>
      <p:sp>
        <p:nvSpPr>
          <p:cNvPr id="12" name="TextBox 11">
            <a:extLst>
              <a:ext uri="{FF2B5EF4-FFF2-40B4-BE49-F238E27FC236}">
                <a16:creationId xmlns:a16="http://schemas.microsoft.com/office/drawing/2014/main" id="{30CE6C6D-95AE-CCDF-04CB-37E5CCDCC0C5}"/>
              </a:ext>
            </a:extLst>
          </p:cNvPr>
          <p:cNvSpPr txBox="1"/>
          <p:nvPr/>
        </p:nvSpPr>
        <p:spPr>
          <a:xfrm>
            <a:off x="411656" y="1168059"/>
            <a:ext cx="11449272" cy="307777"/>
          </a:xfrm>
          <a:prstGeom prst="rect">
            <a:avLst/>
          </a:prstGeom>
          <a:noFill/>
        </p:spPr>
        <p:txBody>
          <a:bodyPr wrap="square">
            <a:spAutoFit/>
          </a:bodyPr>
          <a:lstStyle/>
          <a:p>
            <a:r>
              <a:rPr lang="en-US" sz="1400" i="1"/>
              <a:t>Teams will be evaluated on </a:t>
            </a:r>
            <a:r>
              <a:rPr lang="en-US" sz="1400" i="1">
                <a:highlight>
                  <a:srgbClr val="FFFF00"/>
                </a:highlight>
              </a:rPr>
              <a:t>the use case and on the proposed architecture, impact and completeness</a:t>
            </a:r>
            <a:endParaRPr lang="en-US" sz="1400" i="1"/>
          </a:p>
        </p:txBody>
      </p:sp>
      <p:sp>
        <p:nvSpPr>
          <p:cNvPr id="8" name="TextBox 7">
            <a:extLst>
              <a:ext uri="{FF2B5EF4-FFF2-40B4-BE49-F238E27FC236}">
                <a16:creationId xmlns:a16="http://schemas.microsoft.com/office/drawing/2014/main" id="{F1B72ACC-F8F4-9A18-9DC3-8BB69AE48DBD}"/>
              </a:ext>
            </a:extLst>
          </p:cNvPr>
          <p:cNvSpPr txBox="1"/>
          <p:nvPr/>
        </p:nvSpPr>
        <p:spPr>
          <a:xfrm>
            <a:off x="411655" y="1725489"/>
            <a:ext cx="11607067" cy="4124206"/>
          </a:xfrm>
          <a:prstGeom prst="rect">
            <a:avLst/>
          </a:prstGeom>
          <a:noFill/>
        </p:spPr>
        <p:txBody>
          <a:bodyPr wrap="square" lIns="91440" tIns="45720" rIns="91440" bIns="45720" anchor="t">
            <a:spAutoFit/>
          </a:bodyPr>
          <a:lstStyle/>
          <a:p>
            <a:r>
              <a:rPr lang="en-US" sz="2000">
                <a:solidFill>
                  <a:schemeClr val="accent3"/>
                </a:solidFill>
                <a:latin typeface="Ubuntu Medium"/>
              </a:rPr>
              <a:t>Architecture (0-10 each): </a:t>
            </a:r>
          </a:p>
          <a:p>
            <a:endParaRPr lang="en-US"/>
          </a:p>
          <a:p>
            <a:pPr marL="285750" indent="-285750">
              <a:buFont typeface="Wingdings" panose="05000000000000000000" pitchFamily="2" charset="2"/>
              <a:buChar char="q"/>
            </a:pPr>
            <a:r>
              <a:rPr lang="en-US" sz="1400" b="1"/>
              <a:t>Clarity &amp; Flow</a:t>
            </a:r>
            <a:r>
              <a:rPr lang="en-US" sz="1400"/>
              <a:t> – </a:t>
            </a:r>
            <a:r>
              <a:rPr lang="en-US" sz="1400" i="1"/>
              <a:t>Does the architecture present a clean, easy‑to‑understand end‑to‑end flow that clearly shows how components interact?</a:t>
            </a:r>
            <a:endParaRPr lang="en-US" sz="1400"/>
          </a:p>
          <a:p>
            <a:pPr marL="285750" indent="-285750">
              <a:buFont typeface="Wingdings" panose="05000000000000000000" pitchFamily="2" charset="2"/>
              <a:buChar char="q"/>
            </a:pPr>
            <a:r>
              <a:rPr lang="en-US" sz="1400" b="1"/>
              <a:t>Platform Fit</a:t>
            </a:r>
            <a:r>
              <a:rPr lang="en-US" sz="1400"/>
              <a:t> – </a:t>
            </a:r>
            <a:r>
              <a:rPr lang="en-US" sz="1400" i="1"/>
              <a:t>Are the chosen Microsoft platforms and services appropriate for the problem and used in the right way?</a:t>
            </a:r>
            <a:endParaRPr lang="en-US" sz="1400"/>
          </a:p>
          <a:p>
            <a:pPr marL="285750" indent="-285750">
              <a:buFont typeface="Wingdings" panose="05000000000000000000" pitchFamily="2" charset="2"/>
              <a:buChar char="q"/>
            </a:pPr>
            <a:r>
              <a:rPr lang="en-US" sz="1400" b="1"/>
              <a:t>Data/Gov/Sec</a:t>
            </a:r>
            <a:r>
              <a:rPr lang="en-US" sz="1400"/>
              <a:t> – </a:t>
            </a:r>
            <a:r>
              <a:rPr lang="en-US" sz="1400" i="1"/>
              <a:t>Is data stored, accessed, and governed securely with proper controls, policies, and identity measures in place?</a:t>
            </a:r>
            <a:endParaRPr lang="en-US" sz="1400"/>
          </a:p>
          <a:p>
            <a:pPr marL="285750" indent="-285750">
              <a:buFont typeface="Wingdings" panose="05000000000000000000" pitchFamily="2" charset="2"/>
              <a:buChar char="q"/>
            </a:pPr>
            <a:r>
              <a:rPr lang="en-US" sz="1400" b="1"/>
              <a:t>Reliability/Perf/Cost</a:t>
            </a:r>
            <a:r>
              <a:rPr lang="en-US" sz="1400"/>
              <a:t> – </a:t>
            </a:r>
            <a:r>
              <a:rPr lang="en-US" sz="1400" i="1"/>
              <a:t>Is the solution built to run reliably, perform efficiently, and avoid unnecessary consumption or cost?</a:t>
            </a:r>
            <a:endParaRPr lang="en-US" sz="1400"/>
          </a:p>
          <a:p>
            <a:pPr marL="285750" indent="-285750">
              <a:buFont typeface="Wingdings" panose="05000000000000000000" pitchFamily="2" charset="2"/>
              <a:buChar char="q"/>
            </a:pPr>
            <a:r>
              <a:rPr lang="en-US" sz="1400" b="1"/>
              <a:t>Scalability/Integration/Provisioning</a:t>
            </a:r>
            <a:r>
              <a:rPr lang="en-US" sz="1400"/>
              <a:t> – </a:t>
            </a:r>
            <a:r>
              <a:rPr lang="en-US" sz="1400" i="1"/>
              <a:t>Can the solution scale smoothly, integrate with required systems, and be provisioned in a consistent, repeatable way?</a:t>
            </a:r>
            <a:endParaRPr lang="en-US" sz="1400"/>
          </a:p>
          <a:p>
            <a:endParaRPr lang="en-US"/>
          </a:p>
          <a:p>
            <a:r>
              <a:rPr lang="en-US" sz="2000">
                <a:solidFill>
                  <a:schemeClr val="accent3"/>
                </a:solidFill>
                <a:latin typeface="Ubuntu Medium"/>
              </a:rPr>
              <a:t>Use Case (0-10 each): </a:t>
            </a:r>
          </a:p>
          <a:p>
            <a:endParaRPr lang="en-US"/>
          </a:p>
          <a:p>
            <a:pPr marL="285750" indent="-285750">
              <a:buFont typeface="Wingdings" panose="05000000000000000000" pitchFamily="2" charset="2"/>
              <a:buChar char="q"/>
            </a:pPr>
            <a:r>
              <a:rPr lang="en-US" sz="1400" b="1"/>
              <a:t>Value &amp; KPI Impact </a:t>
            </a:r>
            <a:r>
              <a:rPr lang="en-US" sz="1400"/>
              <a:t>– Does the use case deliver tangible business or user value with clear KPIs that can be improved or measured?</a:t>
            </a:r>
          </a:p>
          <a:p>
            <a:pPr marL="285750" indent="-285750">
              <a:buFont typeface="Wingdings" panose="05000000000000000000" pitchFamily="2" charset="2"/>
              <a:buChar char="q"/>
            </a:pPr>
            <a:r>
              <a:rPr lang="en-US" sz="1400" b="1"/>
              <a:t>Innovation </a:t>
            </a:r>
            <a:r>
              <a:rPr lang="en-US" sz="1400"/>
              <a:t>– Does the solution introduce a novel, differentiated, or uniquely beneficial approach compared to current ways of working?</a:t>
            </a:r>
          </a:p>
          <a:p>
            <a:pPr marL="285750" indent="-285750">
              <a:buFont typeface="Wingdings" panose="05000000000000000000" pitchFamily="2" charset="2"/>
              <a:buChar char="q"/>
            </a:pPr>
            <a:r>
              <a:rPr lang="en-US" sz="1400" b="1"/>
              <a:t>AI Fit </a:t>
            </a:r>
            <a:r>
              <a:rPr lang="en-US" sz="1400"/>
              <a:t>– Is AI genuinely adding value and used appropriately and responsibly within the solution?</a:t>
            </a:r>
          </a:p>
          <a:p>
            <a:pPr marL="285750" indent="-285750">
              <a:buFont typeface="Wingdings" panose="05000000000000000000" pitchFamily="2" charset="2"/>
              <a:buChar char="q"/>
            </a:pPr>
            <a:r>
              <a:rPr lang="en-US" sz="1400" b="1"/>
              <a:t>UX Simplicity </a:t>
            </a:r>
            <a:r>
              <a:rPr lang="en-US" sz="1400"/>
              <a:t>– Is the user experience intuitive, natural, and easy enough that users can quickly understand and benefit from it?</a:t>
            </a:r>
          </a:p>
          <a:p>
            <a:pPr marL="285750" indent="-285750">
              <a:buFont typeface="Wingdings" panose="05000000000000000000" pitchFamily="2" charset="2"/>
              <a:buChar char="q"/>
            </a:pPr>
            <a:r>
              <a:rPr lang="en-US" sz="1400" b="1"/>
              <a:t>Build‑Scale‑Reuse </a:t>
            </a:r>
            <a:r>
              <a:rPr lang="en-US" sz="1400"/>
              <a:t>– Is the implementation feasible to build now, scalable in real environments, and able to reuse or contribute reusable assets (e.g., MCP components)?</a:t>
            </a:r>
          </a:p>
        </p:txBody>
      </p:sp>
      <p:sp>
        <p:nvSpPr>
          <p:cNvPr id="9" name="TextBox 8">
            <a:extLst>
              <a:ext uri="{FF2B5EF4-FFF2-40B4-BE49-F238E27FC236}">
                <a16:creationId xmlns:a16="http://schemas.microsoft.com/office/drawing/2014/main" id="{6BB0F020-51E5-2E97-8F4F-A4C6494A004A}"/>
              </a:ext>
            </a:extLst>
          </p:cNvPr>
          <p:cNvSpPr txBox="1"/>
          <p:nvPr/>
        </p:nvSpPr>
        <p:spPr>
          <a:xfrm>
            <a:off x="9314721" y="93488"/>
            <a:ext cx="2327601" cy="415498"/>
          </a:xfrm>
          <a:prstGeom prst="rect">
            <a:avLst/>
          </a:prstGeom>
          <a:solidFill>
            <a:srgbClr val="C00000"/>
          </a:solidFill>
          <a:ln w="28575">
            <a:solidFill>
              <a:srgbClr val="FF0000"/>
            </a:solidFill>
          </a:ln>
        </p:spPr>
        <p:txBody>
          <a:bodyPr wrap="square">
            <a:spAutoFit/>
          </a:bodyPr>
          <a:lstStyle/>
          <a:p>
            <a:r>
              <a:rPr lang="en-US" sz="1050" b="1">
                <a:solidFill>
                  <a:schemeClr val="bg1"/>
                </a:solidFill>
              </a:rPr>
              <a:t>HALF </a:t>
            </a:r>
            <a:r>
              <a:rPr lang="en-US" sz="1050">
                <a:solidFill>
                  <a:schemeClr val="bg1"/>
                </a:solidFill>
              </a:rPr>
              <a:t>FINALS</a:t>
            </a:r>
          </a:p>
          <a:p>
            <a:r>
              <a:rPr lang="en-US" sz="1050">
                <a:solidFill>
                  <a:schemeClr val="bg1"/>
                </a:solidFill>
              </a:rPr>
              <a:t>ideation and architecture selection</a:t>
            </a:r>
          </a:p>
        </p:txBody>
      </p:sp>
      <p:sp>
        <p:nvSpPr>
          <p:cNvPr id="10" name="TextBox 9">
            <a:extLst>
              <a:ext uri="{FF2B5EF4-FFF2-40B4-BE49-F238E27FC236}">
                <a16:creationId xmlns:a16="http://schemas.microsoft.com/office/drawing/2014/main" id="{5A37D089-0C9B-504A-3777-77A2FE559A1B}"/>
              </a:ext>
            </a:extLst>
          </p:cNvPr>
          <p:cNvSpPr txBox="1"/>
          <p:nvPr/>
        </p:nvSpPr>
        <p:spPr>
          <a:xfrm>
            <a:off x="9314721" y="671355"/>
            <a:ext cx="2327601" cy="1061829"/>
          </a:xfrm>
          <a:prstGeom prst="rect">
            <a:avLst/>
          </a:prstGeom>
          <a:solidFill>
            <a:srgbClr val="00B050"/>
          </a:solidFill>
          <a:ln w="28575">
            <a:solidFill>
              <a:srgbClr val="92D050"/>
            </a:solidFill>
          </a:ln>
        </p:spPr>
        <p:txBody>
          <a:bodyPr wrap="square">
            <a:spAutoFit/>
          </a:bodyPr>
          <a:lstStyle/>
          <a:p>
            <a:r>
              <a:rPr lang="en-US" sz="1050" b="1">
                <a:solidFill>
                  <a:schemeClr val="bg1"/>
                </a:solidFill>
              </a:rPr>
              <a:t>When accepted to the HALF </a:t>
            </a:r>
            <a:r>
              <a:rPr lang="en-US" sz="1050">
                <a:solidFill>
                  <a:schemeClr val="bg1"/>
                </a:solidFill>
              </a:rPr>
              <a:t>FINALS teams will get the environment envisioned in their design and will be asked to make their implementation for the finals selection.</a:t>
            </a:r>
          </a:p>
        </p:txBody>
      </p:sp>
      <p:sp>
        <p:nvSpPr>
          <p:cNvPr id="3" name="TextBox 2">
            <a:extLst>
              <a:ext uri="{FF2B5EF4-FFF2-40B4-BE49-F238E27FC236}">
                <a16:creationId xmlns:a16="http://schemas.microsoft.com/office/drawing/2014/main" id="{137F8FB2-2B4B-688E-C906-53580E034A9D}"/>
              </a:ext>
            </a:extLst>
          </p:cNvPr>
          <p:cNvSpPr txBox="1"/>
          <p:nvPr/>
        </p:nvSpPr>
        <p:spPr>
          <a:xfrm>
            <a:off x="16270" y="-12185"/>
            <a:ext cx="6198918" cy="463846"/>
          </a:xfrm>
          <a:prstGeom prst="rect">
            <a:avLst/>
          </a:prstGeom>
          <a:solidFill>
            <a:srgbClr val="FF0000"/>
          </a:solidFill>
        </p:spPr>
        <p:txBody>
          <a:bodyPr vert="horz" wrap="none" lIns="90000" tIns="46800" rIns="90000" bIns="46800" rtlCol="0" anchor="ctr">
            <a:spAutoFit/>
          </a:bodyPr>
          <a:lstStyle/>
          <a:p>
            <a:pPr algn="l">
              <a:spcBef>
                <a:spcPct val="0"/>
              </a:spcBef>
            </a:pPr>
            <a:r>
              <a:rPr lang="en-US" sz="2400">
                <a:solidFill>
                  <a:schemeClr val="bg1"/>
                </a:solidFill>
              </a:rPr>
              <a:t>SLIDE TO BE REMOVED ONCE COMPLETED</a:t>
            </a:r>
          </a:p>
        </p:txBody>
      </p:sp>
    </p:spTree>
    <p:extLst>
      <p:ext uri="{BB962C8B-B14F-4D97-AF65-F5344CB8AC3E}">
        <p14:creationId xmlns:p14="http://schemas.microsoft.com/office/powerpoint/2010/main" val="39924834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C9808D-C88D-B03B-32CF-D2C42857AA53}"/>
            </a:ext>
          </a:extLst>
        </p:cNvPr>
        <p:cNvGrpSpPr/>
        <p:nvPr/>
      </p:nvGrpSpPr>
      <p:grpSpPr>
        <a:xfrm>
          <a:off x="0" y="0"/>
          <a:ext cx="0" cy="0"/>
          <a:chOff x="0" y="0"/>
          <a:chExt cx="0" cy="0"/>
        </a:xfrm>
      </p:grpSpPr>
      <p:sp>
        <p:nvSpPr>
          <p:cNvPr id="28" name="Date Placeholder 27">
            <a:extLst>
              <a:ext uri="{FF2B5EF4-FFF2-40B4-BE49-F238E27FC236}">
                <a16:creationId xmlns:a16="http://schemas.microsoft.com/office/drawing/2014/main" id="{7B068F88-BA31-177A-C2B5-1585FE35BD48}"/>
              </a:ext>
            </a:extLst>
          </p:cNvPr>
          <p:cNvSpPr>
            <a:spLocks noGrp="1"/>
          </p:cNvSpPr>
          <p:nvPr>
            <p:ph type="dt" sz="half" idx="10"/>
          </p:nvPr>
        </p:nvSpPr>
        <p:spPr/>
        <p:txBody>
          <a:bodyPr/>
          <a:lstStyle/>
          <a:p>
            <a:r>
              <a:rPr lang="en-US"/>
              <a:t>Company Confidential © Capgemini 2026. All rights reserved.</a:t>
            </a:r>
          </a:p>
        </p:txBody>
      </p:sp>
      <p:sp>
        <p:nvSpPr>
          <p:cNvPr id="29" name="Footer Placeholder 28">
            <a:extLst>
              <a:ext uri="{FF2B5EF4-FFF2-40B4-BE49-F238E27FC236}">
                <a16:creationId xmlns:a16="http://schemas.microsoft.com/office/drawing/2014/main" id="{0CAC0EBB-B542-A534-D976-2952B8491909}"/>
              </a:ext>
            </a:extLst>
          </p:cNvPr>
          <p:cNvSpPr>
            <a:spLocks noGrp="1"/>
          </p:cNvSpPr>
          <p:nvPr>
            <p:ph type="ftr" sz="quarter" idx="11"/>
          </p:nvPr>
        </p:nvSpPr>
        <p:spPr/>
        <p:txBody>
          <a:bodyPr/>
          <a:lstStyle/>
          <a:p>
            <a:r>
              <a:rPr lang="en-US"/>
              <a:t>Presentation Title | Author | Date</a:t>
            </a:r>
          </a:p>
        </p:txBody>
      </p:sp>
      <p:sp>
        <p:nvSpPr>
          <p:cNvPr id="30" name="Slide Number Placeholder 29">
            <a:extLst>
              <a:ext uri="{FF2B5EF4-FFF2-40B4-BE49-F238E27FC236}">
                <a16:creationId xmlns:a16="http://schemas.microsoft.com/office/drawing/2014/main" id="{56898325-CF5F-AF54-57A9-F3AA68779192}"/>
              </a:ext>
            </a:extLst>
          </p:cNvPr>
          <p:cNvSpPr>
            <a:spLocks noGrp="1"/>
          </p:cNvSpPr>
          <p:nvPr>
            <p:ph type="sldNum" sz="quarter" idx="12"/>
          </p:nvPr>
        </p:nvSpPr>
        <p:spPr/>
        <p:txBody>
          <a:bodyPr/>
          <a:lstStyle/>
          <a:p>
            <a:fld id="{5D9A5160-6218-4E5A-B9E6-B93E3DAE377C}" type="slidenum">
              <a:rPr lang="en-US" smtClean="0"/>
              <a:pPr/>
              <a:t>4</a:t>
            </a:fld>
            <a:endParaRPr lang="en-US"/>
          </a:p>
        </p:txBody>
      </p:sp>
      <p:sp>
        <p:nvSpPr>
          <p:cNvPr id="7" name="Rounded Rectangle 6">
            <a:extLst>
              <a:ext uri="{FF2B5EF4-FFF2-40B4-BE49-F238E27FC236}">
                <a16:creationId xmlns:a16="http://schemas.microsoft.com/office/drawing/2014/main" id="{3EF55D29-D549-A161-BAC6-AF540E6AF3A6}"/>
              </a:ext>
            </a:extLst>
          </p:cNvPr>
          <p:cNvSpPr/>
          <p:nvPr/>
        </p:nvSpPr>
        <p:spPr>
          <a:xfrm>
            <a:off x="3581400" y="814220"/>
            <a:ext cx="5887997" cy="3174436"/>
          </a:xfrm>
          <a:prstGeom prst="roundRect">
            <a:avLst>
              <a:gd name="adj" fmla="val 2021"/>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bg1"/>
              </a:solidFill>
            </a:endParaRPr>
          </a:p>
        </p:txBody>
      </p:sp>
      <p:sp>
        <p:nvSpPr>
          <p:cNvPr id="14" name="Rounded Rectangle 13">
            <a:extLst>
              <a:ext uri="{FF2B5EF4-FFF2-40B4-BE49-F238E27FC236}">
                <a16:creationId xmlns:a16="http://schemas.microsoft.com/office/drawing/2014/main" id="{D34C0E58-2B38-D9D4-F6DD-CA95D28EBBB5}"/>
              </a:ext>
            </a:extLst>
          </p:cNvPr>
          <p:cNvSpPr/>
          <p:nvPr/>
        </p:nvSpPr>
        <p:spPr>
          <a:xfrm>
            <a:off x="9474085" y="152403"/>
            <a:ext cx="2717916" cy="6217517"/>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15" name="Rectangle 14">
            <a:extLst>
              <a:ext uri="{FF2B5EF4-FFF2-40B4-BE49-F238E27FC236}">
                <a16:creationId xmlns:a16="http://schemas.microsoft.com/office/drawing/2014/main" id="{AE6A3EFB-E7B0-980A-9BEA-4349A481291A}"/>
              </a:ext>
            </a:extLst>
          </p:cNvPr>
          <p:cNvSpPr/>
          <p:nvPr/>
        </p:nvSpPr>
        <p:spPr>
          <a:xfrm>
            <a:off x="9474084" y="396694"/>
            <a:ext cx="2468880" cy="219990"/>
          </a:xfrm>
          <a:prstGeom prst="rect">
            <a:avLst/>
          </a:prstGeom>
          <a:gradFill flip="none" rotWithShape="1">
            <a:gsLst>
              <a:gs pos="0">
                <a:schemeClr val="bg1">
                  <a:lumMod val="95000"/>
                </a:schemeClr>
              </a:gs>
              <a:gs pos="74000">
                <a:schemeClr val="accent3">
                  <a:lumMod val="50000"/>
                  <a:lumOff val="50000"/>
                </a:schemeClr>
              </a:gs>
              <a:gs pos="83000">
                <a:schemeClr val="accent3">
                  <a:lumMod val="75000"/>
                  <a:lumOff val="25000"/>
                </a:schemeClr>
              </a:gs>
              <a:gs pos="100000">
                <a:schemeClr val="accent3">
                  <a:lumMod val="75000"/>
                  <a:lumOff val="25000"/>
                </a:schemeClr>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6" name="TextBox 15">
            <a:extLst>
              <a:ext uri="{FF2B5EF4-FFF2-40B4-BE49-F238E27FC236}">
                <a16:creationId xmlns:a16="http://schemas.microsoft.com/office/drawing/2014/main" id="{9DCC833A-4C32-72B6-28BE-FFC9FDD37DBE}"/>
              </a:ext>
            </a:extLst>
          </p:cNvPr>
          <p:cNvSpPr txBox="1"/>
          <p:nvPr/>
        </p:nvSpPr>
        <p:spPr>
          <a:xfrm>
            <a:off x="9498824" y="360487"/>
            <a:ext cx="497550"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WHY</a:t>
            </a:r>
          </a:p>
        </p:txBody>
      </p:sp>
      <p:sp>
        <p:nvSpPr>
          <p:cNvPr id="17" name="Rounded Rectangle 16">
            <a:extLst>
              <a:ext uri="{FF2B5EF4-FFF2-40B4-BE49-F238E27FC236}">
                <a16:creationId xmlns:a16="http://schemas.microsoft.com/office/drawing/2014/main" id="{67809C81-A2BB-0053-E829-1A7A06436F06}"/>
              </a:ext>
            </a:extLst>
          </p:cNvPr>
          <p:cNvSpPr/>
          <p:nvPr/>
        </p:nvSpPr>
        <p:spPr>
          <a:xfrm>
            <a:off x="7490672" y="4025333"/>
            <a:ext cx="1922839" cy="2344588"/>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18" name="Rectangle 17">
            <a:extLst>
              <a:ext uri="{FF2B5EF4-FFF2-40B4-BE49-F238E27FC236}">
                <a16:creationId xmlns:a16="http://schemas.microsoft.com/office/drawing/2014/main" id="{BD0C65E4-4EA2-695A-0974-696F98D3C9D6}"/>
              </a:ext>
            </a:extLst>
          </p:cNvPr>
          <p:cNvSpPr/>
          <p:nvPr/>
        </p:nvSpPr>
        <p:spPr>
          <a:xfrm>
            <a:off x="7467600" y="4269623"/>
            <a:ext cx="1737360" cy="219456"/>
          </a:xfrm>
          <a:prstGeom prst="rect">
            <a:avLst/>
          </a:prstGeom>
          <a:gradFill flip="none" rotWithShape="1">
            <a:gsLst>
              <a:gs pos="0">
                <a:schemeClr val="bg1">
                  <a:lumMod val="95000"/>
                </a:schemeClr>
              </a:gs>
              <a:gs pos="74000">
                <a:schemeClr val="accent4"/>
              </a:gs>
              <a:gs pos="83000">
                <a:schemeClr val="accent4">
                  <a:lumMod val="75000"/>
                </a:schemeClr>
              </a:gs>
              <a:gs pos="100000">
                <a:schemeClr val="accent4">
                  <a:lumMod val="75000"/>
                </a:schemeClr>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 name="TextBox 18">
            <a:extLst>
              <a:ext uri="{FF2B5EF4-FFF2-40B4-BE49-F238E27FC236}">
                <a16:creationId xmlns:a16="http://schemas.microsoft.com/office/drawing/2014/main" id="{45FC420C-7A76-1641-1513-CB1BB17113EC}"/>
              </a:ext>
            </a:extLst>
          </p:cNvPr>
          <p:cNvSpPr txBox="1"/>
          <p:nvPr/>
        </p:nvSpPr>
        <p:spPr>
          <a:xfrm>
            <a:off x="7492340" y="4233416"/>
            <a:ext cx="521594"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WHO</a:t>
            </a:r>
          </a:p>
        </p:txBody>
      </p:sp>
      <p:sp>
        <p:nvSpPr>
          <p:cNvPr id="20" name="Rounded Rectangle 19">
            <a:extLst>
              <a:ext uri="{FF2B5EF4-FFF2-40B4-BE49-F238E27FC236}">
                <a16:creationId xmlns:a16="http://schemas.microsoft.com/office/drawing/2014/main" id="{75F2B3CD-0104-AC57-AF27-E39485AE5646}"/>
              </a:ext>
            </a:extLst>
          </p:cNvPr>
          <p:cNvSpPr/>
          <p:nvPr/>
        </p:nvSpPr>
        <p:spPr>
          <a:xfrm>
            <a:off x="259148" y="4025333"/>
            <a:ext cx="7122422" cy="2344588"/>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bg1"/>
              </a:solidFill>
            </a:endParaRPr>
          </a:p>
        </p:txBody>
      </p:sp>
      <p:sp>
        <p:nvSpPr>
          <p:cNvPr id="21" name="Rectangle 20">
            <a:extLst>
              <a:ext uri="{FF2B5EF4-FFF2-40B4-BE49-F238E27FC236}">
                <a16:creationId xmlns:a16="http://schemas.microsoft.com/office/drawing/2014/main" id="{A6CD3C9A-FACF-2625-5F64-D30C21608F62}"/>
              </a:ext>
            </a:extLst>
          </p:cNvPr>
          <p:cNvSpPr/>
          <p:nvPr/>
        </p:nvSpPr>
        <p:spPr>
          <a:xfrm>
            <a:off x="249250" y="4269623"/>
            <a:ext cx="7132320" cy="219990"/>
          </a:xfrm>
          <a:prstGeom prst="rect">
            <a:avLst/>
          </a:prstGeom>
          <a:gradFill flip="none" rotWithShape="1">
            <a:gsLst>
              <a:gs pos="0">
                <a:schemeClr val="bg1">
                  <a:lumMod val="95000"/>
                </a:schemeClr>
              </a:gs>
              <a:gs pos="74000">
                <a:schemeClr val="accent6"/>
              </a:gs>
              <a:gs pos="83000">
                <a:schemeClr val="accent6">
                  <a:lumMod val="75000"/>
                </a:schemeClr>
              </a:gs>
              <a:gs pos="100000">
                <a:schemeClr val="accent6">
                  <a:lumMod val="75000"/>
                </a:schemeClr>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22" name="TextBox 21">
            <a:extLst>
              <a:ext uri="{FF2B5EF4-FFF2-40B4-BE49-F238E27FC236}">
                <a16:creationId xmlns:a16="http://schemas.microsoft.com/office/drawing/2014/main" id="{FF0B5E9F-09FB-7686-28CC-A8814654849A}"/>
              </a:ext>
            </a:extLst>
          </p:cNvPr>
          <p:cNvSpPr txBox="1"/>
          <p:nvPr/>
        </p:nvSpPr>
        <p:spPr>
          <a:xfrm>
            <a:off x="273990" y="4233416"/>
            <a:ext cx="521594"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HOW</a:t>
            </a:r>
          </a:p>
        </p:txBody>
      </p:sp>
      <p:grpSp>
        <p:nvGrpSpPr>
          <p:cNvPr id="24" name="Group 37">
            <a:extLst>
              <a:ext uri="{FF2B5EF4-FFF2-40B4-BE49-F238E27FC236}">
                <a16:creationId xmlns:a16="http://schemas.microsoft.com/office/drawing/2014/main" id="{BCBD625D-5987-ABDE-7905-0A34C89EE9D9}"/>
              </a:ext>
            </a:extLst>
          </p:cNvPr>
          <p:cNvGrpSpPr/>
          <p:nvPr/>
        </p:nvGrpSpPr>
        <p:grpSpPr>
          <a:xfrm>
            <a:off x="11770322" y="176700"/>
            <a:ext cx="260230" cy="240782"/>
            <a:chOff x="5481638" y="2859088"/>
            <a:chExt cx="1231900" cy="1139825"/>
          </a:xfrm>
          <a:solidFill>
            <a:schemeClr val="tx2"/>
          </a:solidFill>
        </p:grpSpPr>
        <p:sp>
          <p:nvSpPr>
            <p:cNvPr id="25" name="Freeform 320">
              <a:extLst>
                <a:ext uri="{FF2B5EF4-FFF2-40B4-BE49-F238E27FC236}">
                  <a16:creationId xmlns:a16="http://schemas.microsoft.com/office/drawing/2014/main" id="{CB9095B4-3DFA-E01E-EBBA-A64A119A2435}"/>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6" name="Freeform 321">
              <a:extLst>
                <a:ext uri="{FF2B5EF4-FFF2-40B4-BE49-F238E27FC236}">
                  <a16:creationId xmlns:a16="http://schemas.microsoft.com/office/drawing/2014/main" id="{ED444337-04BD-B18F-943A-53A8052CAEBF}"/>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7" name="Rounded Rectangle 26">
            <a:extLst>
              <a:ext uri="{FF2B5EF4-FFF2-40B4-BE49-F238E27FC236}">
                <a16:creationId xmlns:a16="http://schemas.microsoft.com/office/drawing/2014/main" id="{863B91BB-9D71-DE85-3294-6EF2B2CF08E0}"/>
              </a:ext>
            </a:extLst>
          </p:cNvPr>
          <p:cNvSpPr/>
          <p:nvPr/>
        </p:nvSpPr>
        <p:spPr>
          <a:xfrm>
            <a:off x="9592837" y="661225"/>
            <a:ext cx="237744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1" name="TextBox 30">
            <a:extLst>
              <a:ext uri="{FF2B5EF4-FFF2-40B4-BE49-F238E27FC236}">
                <a16:creationId xmlns:a16="http://schemas.microsoft.com/office/drawing/2014/main" id="{42BCF0F3-0E2E-F837-10C4-352B97FD2DB8}"/>
              </a:ext>
            </a:extLst>
          </p:cNvPr>
          <p:cNvSpPr txBox="1"/>
          <p:nvPr/>
        </p:nvSpPr>
        <p:spPr>
          <a:xfrm>
            <a:off x="9839717" y="646592"/>
            <a:ext cx="1090661" cy="263791"/>
          </a:xfrm>
          <a:prstGeom prst="rect">
            <a:avLst/>
          </a:prstGeom>
          <a:noFill/>
        </p:spPr>
        <p:txBody>
          <a:bodyPr vert="horz" wrap="none" lIns="90000" tIns="46800" rIns="90000" bIns="46800" rtlCol="0" anchor="ctr">
            <a:spAutoFit/>
          </a:bodyPr>
          <a:lstStyle/>
          <a:p>
            <a:pPr algn="l">
              <a:spcBef>
                <a:spcPct val="0"/>
              </a:spcBef>
            </a:pPr>
            <a:r>
              <a:rPr lang="en-US" sz="1100"/>
              <a:t>KPIs Impacted</a:t>
            </a:r>
          </a:p>
        </p:txBody>
      </p:sp>
      <p:sp>
        <p:nvSpPr>
          <p:cNvPr id="32" name="Rounded Rectangle 31">
            <a:extLst>
              <a:ext uri="{FF2B5EF4-FFF2-40B4-BE49-F238E27FC236}">
                <a16:creationId xmlns:a16="http://schemas.microsoft.com/office/drawing/2014/main" id="{C2303EE9-3969-ACA1-BD43-C4EA3992EAB8}"/>
              </a:ext>
            </a:extLst>
          </p:cNvPr>
          <p:cNvSpPr/>
          <p:nvPr/>
        </p:nvSpPr>
        <p:spPr>
          <a:xfrm>
            <a:off x="9619113" y="2977521"/>
            <a:ext cx="237744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3" name="TextBox 32">
            <a:extLst>
              <a:ext uri="{FF2B5EF4-FFF2-40B4-BE49-F238E27FC236}">
                <a16:creationId xmlns:a16="http://schemas.microsoft.com/office/drawing/2014/main" id="{630DAF87-00F5-ECF5-8767-99FD7B4932D2}"/>
              </a:ext>
            </a:extLst>
          </p:cNvPr>
          <p:cNvSpPr txBox="1"/>
          <p:nvPr/>
        </p:nvSpPr>
        <p:spPr>
          <a:xfrm>
            <a:off x="9839717" y="2976026"/>
            <a:ext cx="1209283" cy="263791"/>
          </a:xfrm>
          <a:prstGeom prst="rect">
            <a:avLst/>
          </a:prstGeom>
          <a:noFill/>
        </p:spPr>
        <p:txBody>
          <a:bodyPr vert="horz" wrap="none" lIns="90000" tIns="46800" rIns="90000" bIns="46800" rtlCol="0" anchor="ctr">
            <a:spAutoFit/>
          </a:bodyPr>
          <a:lstStyle/>
          <a:p>
            <a:pPr algn="l">
              <a:spcBef>
                <a:spcPct val="0"/>
              </a:spcBef>
            </a:pPr>
            <a:r>
              <a:rPr lang="en-US" sz="1100"/>
              <a:t>Business Impact</a:t>
            </a:r>
          </a:p>
        </p:txBody>
      </p:sp>
      <p:sp>
        <p:nvSpPr>
          <p:cNvPr id="37" name="Rounded Rectangle 36">
            <a:extLst>
              <a:ext uri="{FF2B5EF4-FFF2-40B4-BE49-F238E27FC236}">
                <a16:creationId xmlns:a16="http://schemas.microsoft.com/office/drawing/2014/main" id="{AC704906-FAC6-CC28-217C-0492D17700D9}"/>
              </a:ext>
            </a:extLst>
          </p:cNvPr>
          <p:cNvSpPr/>
          <p:nvPr/>
        </p:nvSpPr>
        <p:spPr>
          <a:xfrm>
            <a:off x="407664" y="4563825"/>
            <a:ext cx="310896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8" name="TextBox 37">
            <a:extLst>
              <a:ext uri="{FF2B5EF4-FFF2-40B4-BE49-F238E27FC236}">
                <a16:creationId xmlns:a16="http://schemas.microsoft.com/office/drawing/2014/main" id="{D2B81A26-9964-1A11-0A3A-5279DC076D6C}"/>
              </a:ext>
            </a:extLst>
          </p:cNvPr>
          <p:cNvSpPr txBox="1"/>
          <p:nvPr/>
        </p:nvSpPr>
        <p:spPr>
          <a:xfrm>
            <a:off x="619706" y="4562330"/>
            <a:ext cx="1422482" cy="263791"/>
          </a:xfrm>
          <a:prstGeom prst="rect">
            <a:avLst/>
          </a:prstGeom>
          <a:noFill/>
        </p:spPr>
        <p:txBody>
          <a:bodyPr vert="horz" wrap="none" lIns="90000" tIns="46800" rIns="90000" bIns="46800" rtlCol="0" anchor="ctr">
            <a:spAutoFit/>
          </a:bodyPr>
          <a:lstStyle/>
          <a:p>
            <a:pPr algn="l">
              <a:spcBef>
                <a:spcPct val="0"/>
              </a:spcBef>
            </a:pPr>
            <a:r>
              <a:rPr lang="en-US" sz="1100"/>
              <a:t>Functional Solution</a:t>
            </a:r>
          </a:p>
        </p:txBody>
      </p:sp>
      <p:sp>
        <p:nvSpPr>
          <p:cNvPr id="41" name="Rounded Rectangle 40">
            <a:extLst>
              <a:ext uri="{FF2B5EF4-FFF2-40B4-BE49-F238E27FC236}">
                <a16:creationId xmlns:a16="http://schemas.microsoft.com/office/drawing/2014/main" id="{BB98DFA7-B1BF-EDB6-6CD8-6A25440EFEE2}"/>
              </a:ext>
            </a:extLst>
          </p:cNvPr>
          <p:cNvSpPr/>
          <p:nvPr/>
        </p:nvSpPr>
        <p:spPr>
          <a:xfrm>
            <a:off x="3757722" y="674122"/>
            <a:ext cx="2262078"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9" name="TextBox 38">
            <a:extLst>
              <a:ext uri="{FF2B5EF4-FFF2-40B4-BE49-F238E27FC236}">
                <a16:creationId xmlns:a16="http://schemas.microsoft.com/office/drawing/2014/main" id="{61F9D499-C931-356B-50CE-FE7650D675B6}"/>
              </a:ext>
            </a:extLst>
          </p:cNvPr>
          <p:cNvSpPr txBox="1"/>
          <p:nvPr/>
        </p:nvSpPr>
        <p:spPr>
          <a:xfrm>
            <a:off x="3912793" y="682228"/>
            <a:ext cx="1593910" cy="263791"/>
          </a:xfrm>
          <a:prstGeom prst="rect">
            <a:avLst/>
          </a:prstGeom>
          <a:noFill/>
        </p:spPr>
        <p:txBody>
          <a:bodyPr vert="horz" wrap="square" lIns="90000" tIns="46800" rIns="90000" bIns="46800" rtlCol="0" anchor="ctr">
            <a:spAutoFit/>
          </a:bodyPr>
          <a:lstStyle/>
          <a:p>
            <a:pPr algn="l">
              <a:spcBef>
                <a:spcPct val="0"/>
              </a:spcBef>
            </a:pPr>
            <a:r>
              <a:rPr lang="en-US" sz="1100"/>
              <a:t>Business Challenges</a:t>
            </a:r>
          </a:p>
        </p:txBody>
      </p:sp>
      <p:sp>
        <p:nvSpPr>
          <p:cNvPr id="49" name="Rounded Rectangle 48">
            <a:extLst>
              <a:ext uri="{FF2B5EF4-FFF2-40B4-BE49-F238E27FC236}">
                <a16:creationId xmlns:a16="http://schemas.microsoft.com/office/drawing/2014/main" id="{392F7412-4824-43D8-B880-447809FF3874}"/>
              </a:ext>
            </a:extLst>
          </p:cNvPr>
          <p:cNvSpPr/>
          <p:nvPr/>
        </p:nvSpPr>
        <p:spPr>
          <a:xfrm>
            <a:off x="3657600" y="4575762"/>
            <a:ext cx="347472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50" name="TextBox 49">
            <a:extLst>
              <a:ext uri="{FF2B5EF4-FFF2-40B4-BE49-F238E27FC236}">
                <a16:creationId xmlns:a16="http://schemas.microsoft.com/office/drawing/2014/main" id="{E8659E0E-D1DB-0C16-AB8F-4E27AAE2CD22}"/>
              </a:ext>
            </a:extLst>
          </p:cNvPr>
          <p:cNvSpPr txBox="1"/>
          <p:nvPr/>
        </p:nvSpPr>
        <p:spPr>
          <a:xfrm>
            <a:off x="3909056" y="4561129"/>
            <a:ext cx="1348744" cy="263791"/>
          </a:xfrm>
          <a:prstGeom prst="rect">
            <a:avLst/>
          </a:prstGeom>
          <a:noFill/>
        </p:spPr>
        <p:txBody>
          <a:bodyPr vert="horz" wrap="none" lIns="90000" tIns="46800" rIns="90000" bIns="46800" rtlCol="0" anchor="ctr">
            <a:spAutoFit/>
          </a:bodyPr>
          <a:lstStyle/>
          <a:p>
            <a:pPr algn="l">
              <a:spcBef>
                <a:spcPct val="0"/>
              </a:spcBef>
            </a:pPr>
            <a:r>
              <a:rPr lang="en-US" sz="1100"/>
              <a:t>Technical Solution</a:t>
            </a:r>
          </a:p>
        </p:txBody>
      </p:sp>
      <p:cxnSp>
        <p:nvCxnSpPr>
          <p:cNvPr id="51" name="Straight Connector 50">
            <a:extLst>
              <a:ext uri="{FF2B5EF4-FFF2-40B4-BE49-F238E27FC236}">
                <a16:creationId xmlns:a16="http://schemas.microsoft.com/office/drawing/2014/main" id="{AC51E32A-5104-AB8F-9EBC-85EB2204E734}"/>
              </a:ext>
            </a:extLst>
          </p:cNvPr>
          <p:cNvCxnSpPr>
            <a:cxnSpLocks/>
          </p:cNvCxnSpPr>
          <p:nvPr/>
        </p:nvCxnSpPr>
        <p:spPr>
          <a:xfrm>
            <a:off x="3581400" y="4863533"/>
            <a:ext cx="0" cy="1371600"/>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53" name="Rounded Rectangle 52">
            <a:extLst>
              <a:ext uri="{FF2B5EF4-FFF2-40B4-BE49-F238E27FC236}">
                <a16:creationId xmlns:a16="http://schemas.microsoft.com/office/drawing/2014/main" id="{70AEA542-5BB8-6FFB-3A18-C6DEB1C18564}"/>
              </a:ext>
            </a:extLst>
          </p:cNvPr>
          <p:cNvSpPr/>
          <p:nvPr/>
        </p:nvSpPr>
        <p:spPr>
          <a:xfrm>
            <a:off x="6172200" y="673791"/>
            <a:ext cx="292608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55" name="TextBox 54">
            <a:extLst>
              <a:ext uri="{FF2B5EF4-FFF2-40B4-BE49-F238E27FC236}">
                <a16:creationId xmlns:a16="http://schemas.microsoft.com/office/drawing/2014/main" id="{188D893F-C300-3865-D6C1-F4A96916587D}"/>
              </a:ext>
            </a:extLst>
          </p:cNvPr>
          <p:cNvSpPr txBox="1"/>
          <p:nvPr/>
        </p:nvSpPr>
        <p:spPr>
          <a:xfrm>
            <a:off x="6475926" y="671900"/>
            <a:ext cx="1525074" cy="263791"/>
          </a:xfrm>
          <a:prstGeom prst="rect">
            <a:avLst/>
          </a:prstGeom>
          <a:noFill/>
        </p:spPr>
        <p:txBody>
          <a:bodyPr vert="horz" wrap="square" lIns="90000" tIns="46800" rIns="90000" bIns="46800" rtlCol="0" anchor="ctr">
            <a:spAutoFit/>
          </a:bodyPr>
          <a:lstStyle/>
          <a:p>
            <a:pPr algn="l">
              <a:spcBef>
                <a:spcPct val="0"/>
              </a:spcBef>
            </a:pPr>
            <a:r>
              <a:rPr lang="en-US" sz="1100"/>
              <a:t>Use Case Description</a:t>
            </a:r>
          </a:p>
        </p:txBody>
      </p:sp>
      <p:cxnSp>
        <p:nvCxnSpPr>
          <p:cNvPr id="56" name="Straight Connector 55">
            <a:extLst>
              <a:ext uri="{FF2B5EF4-FFF2-40B4-BE49-F238E27FC236}">
                <a16:creationId xmlns:a16="http://schemas.microsoft.com/office/drawing/2014/main" id="{E1B55769-E7F5-AEBF-1338-E94DBF7FBCB1}"/>
              </a:ext>
            </a:extLst>
          </p:cNvPr>
          <p:cNvCxnSpPr>
            <a:cxnSpLocks/>
          </p:cNvCxnSpPr>
          <p:nvPr/>
        </p:nvCxnSpPr>
        <p:spPr>
          <a:xfrm>
            <a:off x="6172200" y="935691"/>
            <a:ext cx="0" cy="2718124"/>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61" name="Rounded Rectangle 60">
            <a:extLst>
              <a:ext uri="{FF2B5EF4-FFF2-40B4-BE49-F238E27FC236}">
                <a16:creationId xmlns:a16="http://schemas.microsoft.com/office/drawing/2014/main" id="{56EB4857-71BC-0F5D-8D31-5A71D2C9EEEF}"/>
              </a:ext>
            </a:extLst>
          </p:cNvPr>
          <p:cNvSpPr/>
          <p:nvPr/>
        </p:nvSpPr>
        <p:spPr>
          <a:xfrm>
            <a:off x="7543123" y="4588418"/>
            <a:ext cx="173736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62" name="TextBox 61">
            <a:extLst>
              <a:ext uri="{FF2B5EF4-FFF2-40B4-BE49-F238E27FC236}">
                <a16:creationId xmlns:a16="http://schemas.microsoft.com/office/drawing/2014/main" id="{7347736D-D728-ACA8-2C08-C23ADF0FA6B9}"/>
              </a:ext>
            </a:extLst>
          </p:cNvPr>
          <p:cNvSpPr txBox="1"/>
          <p:nvPr/>
        </p:nvSpPr>
        <p:spPr>
          <a:xfrm>
            <a:off x="7819071" y="4573785"/>
            <a:ext cx="1020129" cy="263791"/>
          </a:xfrm>
          <a:prstGeom prst="rect">
            <a:avLst/>
          </a:prstGeom>
          <a:noFill/>
        </p:spPr>
        <p:txBody>
          <a:bodyPr vert="horz" wrap="none" lIns="90000" tIns="46800" rIns="90000" bIns="46800" rtlCol="0" anchor="ctr">
            <a:spAutoFit/>
          </a:bodyPr>
          <a:lstStyle/>
          <a:p>
            <a:pPr algn="l">
              <a:spcBef>
                <a:spcPct val="0"/>
              </a:spcBef>
            </a:pPr>
            <a:r>
              <a:rPr lang="en-US" sz="1100"/>
              <a:t>Stakeholders</a:t>
            </a:r>
          </a:p>
        </p:txBody>
      </p:sp>
      <p:sp>
        <p:nvSpPr>
          <p:cNvPr id="3" name="TextBox 2">
            <a:extLst>
              <a:ext uri="{FF2B5EF4-FFF2-40B4-BE49-F238E27FC236}">
                <a16:creationId xmlns:a16="http://schemas.microsoft.com/office/drawing/2014/main" id="{C6F285D5-EB00-79C8-3412-C5F1B9D35DE9}"/>
              </a:ext>
            </a:extLst>
          </p:cNvPr>
          <p:cNvSpPr txBox="1"/>
          <p:nvPr/>
        </p:nvSpPr>
        <p:spPr>
          <a:xfrm>
            <a:off x="405376" y="1803766"/>
            <a:ext cx="2745502" cy="833178"/>
          </a:xfrm>
          <a:prstGeom prst="rect">
            <a:avLst/>
          </a:prstGeom>
          <a:noFill/>
        </p:spPr>
        <p:txBody>
          <a:bodyPr rot="0" spcFirstLastPara="0" vertOverflow="overflow" horzOverflow="overflow" vert="horz" wrap="square" lIns="90000" tIns="46800" rIns="90000" bIns="46800" numCol="1" spcCol="0" rtlCol="0" fromWordArt="0" anchor="ctr" anchorCtr="0" forceAA="0" compatLnSpc="1">
            <a:prstTxWarp prst="textNoShape">
              <a:avLst/>
            </a:prstTxWarp>
            <a:spAutoFit/>
          </a:bodyPr>
          <a:lstStyle/>
          <a:p>
            <a:pPr>
              <a:spcBef>
                <a:spcPct val="0"/>
              </a:spcBef>
            </a:pPr>
            <a:r>
              <a:rPr lang="en-US" sz="1600">
                <a:solidFill>
                  <a:schemeClr val="bg1"/>
                </a:solidFill>
                <a:ea typeface="+mn-lt"/>
                <a:cs typeface="+mn-lt"/>
              </a:rPr>
              <a:t>Private AI Code Assistant — End-to-End Fine-Tuning Workflow</a:t>
            </a:r>
            <a:endParaRPr lang="en-US" sz="1600">
              <a:solidFill>
                <a:schemeClr val="bg1"/>
              </a:solidFill>
            </a:endParaRPr>
          </a:p>
        </p:txBody>
      </p:sp>
      <p:sp>
        <p:nvSpPr>
          <p:cNvPr id="4" name="TextBox 3">
            <a:extLst>
              <a:ext uri="{FF2B5EF4-FFF2-40B4-BE49-F238E27FC236}">
                <a16:creationId xmlns:a16="http://schemas.microsoft.com/office/drawing/2014/main" id="{3B31D84B-F989-422A-3786-0848A45EB541}"/>
              </a:ext>
            </a:extLst>
          </p:cNvPr>
          <p:cNvSpPr txBox="1"/>
          <p:nvPr/>
        </p:nvSpPr>
        <p:spPr>
          <a:xfrm>
            <a:off x="3629959" y="947765"/>
            <a:ext cx="2469109" cy="2895281"/>
          </a:xfrm>
          <a:prstGeom prst="rect">
            <a:avLst/>
          </a:prstGeom>
          <a:noFill/>
        </p:spPr>
        <p:txBody>
          <a:bodyPr rot="0" spcFirstLastPara="0" vertOverflow="overflow" horzOverflow="overflow" vert="horz" wrap="square" lIns="90000" tIns="46800" rIns="90000" bIns="46800" numCol="1" spcCol="0" rtlCol="0" fromWordArt="0" anchor="ctr" anchorCtr="0" forceAA="0" compatLnSpc="1">
            <a:prstTxWarp prst="textNoShape">
              <a:avLst/>
            </a:prstTxWarp>
            <a:spAutoFit/>
          </a:bodyPr>
          <a:lstStyle/>
          <a:p>
            <a:pPr marL="285750" indent="-285750">
              <a:buFont typeface="Arial"/>
              <a:buChar char="•"/>
            </a:pPr>
            <a:r>
              <a:rPr lang="en-US" sz="1200">
                <a:ea typeface="+mn-lt"/>
                <a:cs typeface="+mn-lt"/>
              </a:rPr>
              <a:t>Developers rely on public LLMs (e.g., OpenAI) that pose data privacy and compliance risks.</a:t>
            </a:r>
            <a:endParaRPr lang="en-US" sz="1200"/>
          </a:p>
          <a:p>
            <a:pPr marL="285750" indent="-285750">
              <a:buFont typeface="Arial"/>
              <a:buChar char="•"/>
            </a:pPr>
            <a:r>
              <a:rPr lang="en-US" sz="1200">
                <a:ea typeface="+mn-lt"/>
                <a:cs typeface="+mn-lt"/>
              </a:rPr>
              <a:t>Knowledge loss across internal repositories (code, docs, and runbooks).</a:t>
            </a:r>
            <a:endParaRPr lang="en-US" sz="1200"/>
          </a:p>
          <a:p>
            <a:pPr marL="285750" indent="-285750">
              <a:buFont typeface="Arial"/>
              <a:buChar char="•"/>
            </a:pPr>
            <a:r>
              <a:rPr lang="en-US" sz="1200">
                <a:ea typeface="+mn-lt"/>
                <a:cs typeface="+mn-lt"/>
              </a:rPr>
              <a:t>Manual searches and onboarding slow developer productivity and incident resolution.</a:t>
            </a:r>
            <a:endParaRPr lang="en-US" sz="1200"/>
          </a:p>
          <a:p>
            <a:pPr marL="285750" indent="-285750">
              <a:buFont typeface="Arial"/>
              <a:buChar char="•"/>
            </a:pPr>
            <a:r>
              <a:rPr lang="en-US" sz="1200">
                <a:ea typeface="+mn-lt"/>
                <a:cs typeface="+mn-lt"/>
              </a:rPr>
              <a:t>Existing assistants lack organization-specific terminology and guidance.</a:t>
            </a:r>
            <a:endParaRPr lang="en-US" sz="1200"/>
          </a:p>
          <a:p>
            <a:pPr algn="l">
              <a:spcBef>
                <a:spcPct val="0"/>
              </a:spcBef>
            </a:pPr>
            <a:endParaRPr lang="en-US" sz="1400"/>
          </a:p>
        </p:txBody>
      </p:sp>
      <p:sp>
        <p:nvSpPr>
          <p:cNvPr id="5" name="TextBox 4">
            <a:extLst>
              <a:ext uri="{FF2B5EF4-FFF2-40B4-BE49-F238E27FC236}">
                <a16:creationId xmlns:a16="http://schemas.microsoft.com/office/drawing/2014/main" id="{D1465B91-F7A8-0EC4-D7FD-61E73A63CB54}"/>
              </a:ext>
            </a:extLst>
          </p:cNvPr>
          <p:cNvSpPr txBox="1"/>
          <p:nvPr/>
        </p:nvSpPr>
        <p:spPr>
          <a:xfrm>
            <a:off x="6283331" y="981616"/>
            <a:ext cx="2929764" cy="2864503"/>
          </a:xfrm>
          <a:prstGeom prst="rect">
            <a:avLst/>
          </a:prstGeom>
          <a:noFill/>
        </p:spPr>
        <p:txBody>
          <a:bodyPr rot="0" spcFirstLastPara="0" vertOverflow="overflow" horzOverflow="overflow" vert="horz" wrap="square" lIns="90000" tIns="46800" rIns="90000" bIns="46800" numCol="1" spcCol="0" rtlCol="0" fromWordArt="0" anchor="ctr" anchorCtr="0" forceAA="0" compatLnSpc="1">
            <a:prstTxWarp prst="textNoShape">
              <a:avLst/>
            </a:prstTxWarp>
            <a:spAutoFit/>
          </a:bodyPr>
          <a:lstStyle/>
          <a:p>
            <a:r>
              <a:rPr lang="en-US" sz="1050">
                <a:ea typeface="+mn-lt"/>
                <a:cs typeface="+mn-lt"/>
              </a:rPr>
              <a:t>Build a private, domain-specialized coding assistant by fine-tuning a Mistral-based LLM on enterprise datasets, including source code, documentation, SOPs, and runbooks, using Azure AI Foundry.</a:t>
            </a:r>
          </a:p>
          <a:p>
            <a:r>
              <a:rPr lang="en-US" sz="1050">
                <a:ea typeface="+mn-lt"/>
                <a:cs typeface="+mn-lt"/>
              </a:rPr>
              <a:t>The model is deployed within a secure Azure environment and integrated with development workflows (e.g., GitHub) to provide context-aware code generation, automated debugging, and intelligent troubleshooting support.</a:t>
            </a:r>
            <a:endParaRPr lang="en-US" sz="1050"/>
          </a:p>
          <a:p>
            <a:r>
              <a:rPr lang="en-US" sz="1050">
                <a:ea typeface="+mn-lt"/>
                <a:cs typeface="+mn-lt"/>
              </a:rPr>
              <a:t>Leveraging </a:t>
            </a:r>
            <a:r>
              <a:rPr lang="en-US" sz="1050" err="1">
                <a:ea typeface="+mn-lt"/>
                <a:cs typeface="+mn-lt"/>
              </a:rPr>
              <a:t>VNet</a:t>
            </a:r>
            <a:r>
              <a:rPr lang="en-US" sz="1050">
                <a:ea typeface="+mn-lt"/>
                <a:cs typeface="+mn-lt"/>
              </a:rPr>
              <a:t> isolation, RBAC, and secure data pipelines, the solution ensures end-to-end data privacy while aligning responses with the organization’s coding practices and system architecture.</a:t>
            </a:r>
          </a:p>
          <a:p>
            <a:endParaRPr lang="en-US" sz="1200"/>
          </a:p>
        </p:txBody>
      </p:sp>
      <p:sp>
        <p:nvSpPr>
          <p:cNvPr id="6" name="TextBox 5">
            <a:extLst>
              <a:ext uri="{FF2B5EF4-FFF2-40B4-BE49-F238E27FC236}">
                <a16:creationId xmlns:a16="http://schemas.microsoft.com/office/drawing/2014/main" id="{B6A186EC-4271-3ACE-6C7C-A737100F6FFB}"/>
              </a:ext>
            </a:extLst>
          </p:cNvPr>
          <p:cNvSpPr txBox="1"/>
          <p:nvPr/>
        </p:nvSpPr>
        <p:spPr>
          <a:xfrm>
            <a:off x="313244" y="4813487"/>
            <a:ext cx="3206157" cy="1833452"/>
          </a:xfrm>
          <a:prstGeom prst="rect">
            <a:avLst/>
          </a:prstGeom>
          <a:noFill/>
        </p:spPr>
        <p:txBody>
          <a:bodyPr rot="0" spcFirstLastPara="0" vertOverflow="overflow" horzOverflow="overflow" vert="horz" wrap="square" lIns="90000" tIns="46800" rIns="90000" bIns="46800" numCol="1" spcCol="0" rtlCol="0" fromWordArt="0" anchor="ctr" anchorCtr="0" forceAA="0" compatLnSpc="1">
            <a:prstTxWarp prst="textNoShape">
              <a:avLst/>
            </a:prstTxWarp>
            <a:spAutoFit/>
          </a:bodyPr>
          <a:lstStyle/>
          <a:p>
            <a:pPr marL="285750" indent="-285750">
              <a:buFont typeface="Arial"/>
              <a:buChar char="•"/>
            </a:pPr>
            <a:r>
              <a:rPr lang="en-US" sz="900">
                <a:ea typeface="+mn-lt"/>
                <a:cs typeface="+mn-lt"/>
              </a:rPr>
              <a:t>Aggregates internal knowledge: source code, docstrings, runbooks, and PR reviews.</a:t>
            </a:r>
            <a:endParaRPr lang="en-US" sz="900"/>
          </a:p>
          <a:p>
            <a:pPr marL="285750" indent="-285750">
              <a:buFont typeface="Arial"/>
              <a:buChar char="•"/>
            </a:pPr>
            <a:r>
              <a:rPr lang="en-US" sz="900">
                <a:ea typeface="+mn-lt"/>
                <a:cs typeface="+mn-lt"/>
              </a:rPr>
              <a:t>Generates JSONL training pairs (prompt–completion format).</a:t>
            </a:r>
            <a:endParaRPr lang="en-US" sz="900"/>
          </a:p>
          <a:p>
            <a:pPr marL="285750" indent="-285750">
              <a:buFont typeface="Arial"/>
              <a:buChar char="•"/>
            </a:pPr>
            <a:r>
              <a:rPr lang="en-US" sz="900">
                <a:ea typeface="+mn-lt"/>
                <a:cs typeface="+mn-lt"/>
              </a:rPr>
              <a:t>Fine-tunes a Mistral LLM (Large or Nemo) via </a:t>
            </a:r>
            <a:r>
              <a:rPr lang="en-US" sz="900" err="1">
                <a:ea typeface="+mn-lt"/>
                <a:cs typeface="+mn-lt"/>
              </a:rPr>
              <a:t>LoRA</a:t>
            </a:r>
            <a:r>
              <a:rPr lang="en-US" sz="900">
                <a:ea typeface="+mn-lt"/>
                <a:cs typeface="+mn-lt"/>
              </a:rPr>
              <a:t> SFT for internal language, tone, and structure.</a:t>
            </a:r>
            <a:endParaRPr lang="en-US" sz="900"/>
          </a:p>
          <a:p>
            <a:pPr marL="285750" indent="-285750">
              <a:buFont typeface="Arial"/>
              <a:buChar char="•"/>
            </a:pPr>
            <a:r>
              <a:rPr lang="en-US" sz="900">
                <a:ea typeface="+mn-lt"/>
                <a:cs typeface="+mn-lt"/>
              </a:rPr>
              <a:t>Deploys a Foundry-hosted REST API endpoint (OpenAI-compatible) serving internal developer tools.</a:t>
            </a:r>
            <a:endParaRPr lang="en-US" sz="900"/>
          </a:p>
          <a:p>
            <a:pPr marL="285750" indent="-285750">
              <a:buFont typeface="Arial"/>
              <a:buChar char="•"/>
            </a:pPr>
            <a:r>
              <a:rPr lang="en-US" sz="900">
                <a:ea typeface="+mn-lt"/>
                <a:cs typeface="+mn-lt"/>
              </a:rPr>
              <a:t>Integrates with VS Code GitHub Copilot for seamless access.</a:t>
            </a:r>
            <a:endParaRPr lang="en-US" sz="900"/>
          </a:p>
          <a:p>
            <a:pPr algn="l">
              <a:spcBef>
                <a:spcPct val="0"/>
              </a:spcBef>
            </a:pPr>
            <a:endParaRPr lang="en-US" sz="1400"/>
          </a:p>
        </p:txBody>
      </p:sp>
      <p:sp>
        <p:nvSpPr>
          <p:cNvPr id="8" name="TextBox 7">
            <a:extLst>
              <a:ext uri="{FF2B5EF4-FFF2-40B4-BE49-F238E27FC236}">
                <a16:creationId xmlns:a16="http://schemas.microsoft.com/office/drawing/2014/main" id="{9E97D030-0275-9B97-69F0-882D6132C59B}"/>
              </a:ext>
            </a:extLst>
          </p:cNvPr>
          <p:cNvSpPr txBox="1"/>
          <p:nvPr/>
        </p:nvSpPr>
        <p:spPr>
          <a:xfrm>
            <a:off x="3648385" y="4813912"/>
            <a:ext cx="3629959" cy="1833452"/>
          </a:xfrm>
          <a:prstGeom prst="rect">
            <a:avLst/>
          </a:prstGeom>
          <a:noFill/>
        </p:spPr>
        <p:txBody>
          <a:bodyPr rot="0" spcFirstLastPara="0" vertOverflow="overflow" horzOverflow="overflow" vert="horz" wrap="square" lIns="90000" tIns="46800" rIns="90000" bIns="46800" numCol="1" spcCol="0" rtlCol="0" fromWordArt="0" anchor="ctr" anchorCtr="0" forceAA="0" compatLnSpc="1">
            <a:prstTxWarp prst="textNoShape">
              <a:avLst/>
            </a:prstTxWarp>
            <a:spAutoFit/>
          </a:bodyPr>
          <a:lstStyle/>
          <a:p>
            <a:pPr marL="285750" indent="-285750">
              <a:buFont typeface="Arial"/>
              <a:buChar char="•"/>
            </a:pPr>
            <a:r>
              <a:rPr lang="en-US" sz="900">
                <a:ea typeface="+mn-lt"/>
                <a:cs typeface="+mn-lt"/>
              </a:rPr>
              <a:t>Azure Architecture: </a:t>
            </a:r>
            <a:endParaRPr lang="en-US" sz="900"/>
          </a:p>
          <a:p>
            <a:pPr marL="742950" lvl="1" indent="-285750">
              <a:buFont typeface="Arial"/>
              <a:buChar char="•"/>
            </a:pPr>
            <a:r>
              <a:rPr lang="en-US" sz="900">
                <a:ea typeface="+mn-lt"/>
                <a:cs typeface="+mn-lt"/>
              </a:rPr>
              <a:t>Azure AI Foundry → model catalog, </a:t>
            </a:r>
            <a:r>
              <a:rPr lang="en-US" sz="900" err="1">
                <a:ea typeface="+mn-lt"/>
                <a:cs typeface="+mn-lt"/>
              </a:rPr>
              <a:t>LoRA</a:t>
            </a:r>
            <a:r>
              <a:rPr lang="en-US" sz="900">
                <a:ea typeface="+mn-lt"/>
                <a:cs typeface="+mn-lt"/>
              </a:rPr>
              <a:t> fine-tuning, monitoring.</a:t>
            </a:r>
            <a:endParaRPr lang="en-US" sz="900"/>
          </a:p>
          <a:p>
            <a:pPr marL="742950" lvl="1" indent="-285750">
              <a:buFont typeface="Arial"/>
              <a:buChar char="•"/>
            </a:pPr>
            <a:r>
              <a:rPr lang="en-US" sz="900">
                <a:ea typeface="+mn-lt"/>
                <a:cs typeface="+mn-lt"/>
              </a:rPr>
              <a:t>Azure Blob Storage → data staging area (optional).</a:t>
            </a:r>
            <a:endParaRPr lang="en-US" sz="900"/>
          </a:p>
          <a:p>
            <a:pPr marL="742950" lvl="1" indent="-285750">
              <a:buFont typeface="Arial"/>
              <a:buChar char="•"/>
            </a:pPr>
            <a:r>
              <a:rPr lang="en-US" sz="900">
                <a:ea typeface="+mn-lt"/>
                <a:cs typeface="+mn-lt"/>
              </a:rPr>
              <a:t>Azure Key Vault → API secrets and credentials.</a:t>
            </a:r>
            <a:endParaRPr lang="en-US" sz="900"/>
          </a:p>
          <a:p>
            <a:pPr marL="742950" lvl="1" indent="-285750">
              <a:buFont typeface="Arial"/>
              <a:buChar char="•"/>
            </a:pPr>
            <a:r>
              <a:rPr lang="en-US" sz="900">
                <a:ea typeface="+mn-lt"/>
                <a:cs typeface="+mn-lt"/>
              </a:rPr>
              <a:t>Azure Monitor → telemetry, drift, and performance tracking (optional).</a:t>
            </a:r>
            <a:endParaRPr lang="en-US" sz="900"/>
          </a:p>
          <a:p>
            <a:pPr marL="285750" indent="-285750">
              <a:buFont typeface="Arial"/>
              <a:buChar char="•"/>
            </a:pPr>
            <a:r>
              <a:rPr lang="en-US" sz="900">
                <a:ea typeface="+mn-lt"/>
                <a:cs typeface="+mn-lt"/>
              </a:rPr>
              <a:t>Fine-tuning Method: </a:t>
            </a:r>
            <a:r>
              <a:rPr lang="en-US" sz="900" err="1">
                <a:ea typeface="+mn-lt"/>
                <a:cs typeface="+mn-lt"/>
              </a:rPr>
              <a:t>LoRA</a:t>
            </a:r>
            <a:r>
              <a:rPr lang="en-US" sz="900">
                <a:ea typeface="+mn-lt"/>
                <a:cs typeface="+mn-lt"/>
              </a:rPr>
              <a:t> / </a:t>
            </a:r>
            <a:r>
              <a:rPr lang="en-US" sz="900" err="1">
                <a:ea typeface="+mn-lt"/>
                <a:cs typeface="+mn-lt"/>
              </a:rPr>
              <a:t>QLoRA</a:t>
            </a:r>
            <a:r>
              <a:rPr lang="en-US" sz="900">
                <a:ea typeface="+mn-lt"/>
                <a:cs typeface="+mn-lt"/>
              </a:rPr>
              <a:t> adapters for cost-efficient supervised fine-tuning on code-doc data.</a:t>
            </a:r>
            <a:endParaRPr lang="en-US" sz="900"/>
          </a:p>
          <a:p>
            <a:pPr marL="285750" indent="-285750">
              <a:buFont typeface="Arial"/>
              <a:buChar char="•"/>
            </a:pPr>
            <a:r>
              <a:rPr lang="en-US" sz="900">
                <a:ea typeface="+mn-lt"/>
                <a:cs typeface="+mn-lt"/>
              </a:rPr>
              <a:t>Security: Private endpoint, </a:t>
            </a:r>
            <a:r>
              <a:rPr lang="en-US" sz="900" err="1">
                <a:ea typeface="+mn-lt"/>
                <a:cs typeface="+mn-lt"/>
              </a:rPr>
              <a:t>VNet</a:t>
            </a:r>
            <a:r>
              <a:rPr lang="en-US" sz="900">
                <a:ea typeface="+mn-lt"/>
                <a:cs typeface="+mn-lt"/>
              </a:rPr>
              <a:t> isolation, Entra ID authentication, RBAC-enforced.</a:t>
            </a:r>
            <a:endParaRPr lang="en-US" sz="900"/>
          </a:p>
          <a:p>
            <a:pPr algn="l">
              <a:spcBef>
                <a:spcPct val="0"/>
              </a:spcBef>
            </a:pPr>
            <a:endParaRPr lang="en-US" sz="1400"/>
          </a:p>
        </p:txBody>
      </p:sp>
      <p:sp>
        <p:nvSpPr>
          <p:cNvPr id="9" name="TextBox 8">
            <a:extLst>
              <a:ext uri="{FF2B5EF4-FFF2-40B4-BE49-F238E27FC236}">
                <a16:creationId xmlns:a16="http://schemas.microsoft.com/office/drawing/2014/main" id="{9F9F6E02-BC00-0487-F1E0-0FE65ADA8744}"/>
              </a:ext>
            </a:extLst>
          </p:cNvPr>
          <p:cNvSpPr txBox="1"/>
          <p:nvPr/>
        </p:nvSpPr>
        <p:spPr>
          <a:xfrm>
            <a:off x="9452635" y="1651"/>
            <a:ext cx="2653371" cy="309958"/>
          </a:xfrm>
          <a:prstGeom prst="rect">
            <a:avLst/>
          </a:prstGeom>
          <a:noFill/>
        </p:spPr>
        <p:txBody>
          <a:bodyPr rot="0" spcFirstLastPara="0" vertOverflow="overflow" horzOverflow="overflow" vert="horz" wrap="square" lIns="90000" tIns="46800" rIns="90000" bIns="46800" numCol="1" spcCol="0" rtlCol="0" fromWordArt="0" anchor="ctr" anchorCtr="0" forceAA="0" compatLnSpc="1">
            <a:prstTxWarp prst="textNoShape">
              <a:avLst/>
            </a:prstTxWarp>
            <a:spAutoFit/>
          </a:bodyPr>
          <a:lstStyle/>
          <a:p>
            <a:pPr>
              <a:spcBef>
                <a:spcPct val="0"/>
              </a:spcBef>
            </a:pPr>
            <a:endParaRPr lang="en-US" sz="1400"/>
          </a:p>
        </p:txBody>
      </p:sp>
      <p:sp>
        <p:nvSpPr>
          <p:cNvPr id="2" name="TextBox 1">
            <a:extLst>
              <a:ext uri="{FF2B5EF4-FFF2-40B4-BE49-F238E27FC236}">
                <a16:creationId xmlns:a16="http://schemas.microsoft.com/office/drawing/2014/main" id="{A340DBF3-2F6D-2C29-B6DA-61BD1C7410EF}"/>
              </a:ext>
            </a:extLst>
          </p:cNvPr>
          <p:cNvSpPr txBox="1"/>
          <p:nvPr/>
        </p:nvSpPr>
        <p:spPr>
          <a:xfrm>
            <a:off x="9550921" y="939652"/>
            <a:ext cx="2505961" cy="2002729"/>
          </a:xfrm>
          <a:prstGeom prst="rect">
            <a:avLst/>
          </a:prstGeom>
          <a:noFill/>
        </p:spPr>
        <p:txBody>
          <a:bodyPr rot="0" spcFirstLastPara="0" vertOverflow="overflow" horzOverflow="overflow" vert="horz" wrap="square" lIns="90000" tIns="46800" rIns="90000" bIns="46800" numCol="1" spcCol="0" rtlCol="0" fromWordArt="0" anchor="ctr" anchorCtr="0" forceAA="0" compatLnSpc="1">
            <a:prstTxWarp prst="textNoShape">
              <a:avLst/>
            </a:prstTxWarp>
            <a:spAutoFit/>
          </a:bodyPr>
          <a:lstStyle/>
          <a:p>
            <a:pPr marL="285750" indent="-285750">
              <a:buFont typeface="Arial"/>
              <a:buChar char="•"/>
            </a:pPr>
            <a:r>
              <a:rPr lang="en-US" sz="1100">
                <a:ea typeface="+mn-lt"/>
                <a:cs typeface="+mn-lt"/>
              </a:rPr>
              <a:t>↑ Developer productivity (measured by reduced search and debugging time).</a:t>
            </a:r>
            <a:endParaRPr lang="en-US" sz="1100"/>
          </a:p>
          <a:p>
            <a:pPr marL="285750" indent="-285750">
              <a:buFont typeface="Arial"/>
              <a:buChar char="•"/>
            </a:pPr>
            <a:r>
              <a:rPr lang="en-US" sz="1100">
                <a:ea typeface="+mn-lt"/>
                <a:cs typeface="+mn-lt"/>
              </a:rPr>
              <a:t>↑ Model accuracy on internal queries (&gt;90% validated helpfulness rate).</a:t>
            </a:r>
            <a:endParaRPr lang="en-US" sz="1100"/>
          </a:p>
          <a:p>
            <a:pPr marL="285750" indent="-285750">
              <a:buFont typeface="Arial"/>
              <a:buChar char="•"/>
            </a:pPr>
            <a:r>
              <a:rPr lang="en-US" sz="1100">
                <a:ea typeface="+mn-lt"/>
                <a:cs typeface="+mn-lt"/>
              </a:rPr>
              <a:t>↓ Support turnaround time for incidents.</a:t>
            </a:r>
            <a:endParaRPr lang="en-US" sz="1100"/>
          </a:p>
          <a:p>
            <a:pPr marL="285750" indent="-285750">
              <a:buFont typeface="Arial"/>
              <a:buChar char="•"/>
            </a:pPr>
            <a:r>
              <a:rPr lang="en-US" sz="1100">
                <a:ea typeface="+mn-lt"/>
                <a:cs typeface="+mn-lt"/>
              </a:rPr>
              <a:t>↓ Unapproved model usage and external API costs.</a:t>
            </a:r>
            <a:endParaRPr lang="en-US" sz="1100"/>
          </a:p>
          <a:p>
            <a:pPr algn="l">
              <a:spcBef>
                <a:spcPct val="0"/>
              </a:spcBef>
            </a:pPr>
            <a:endParaRPr lang="en-US" sz="1400"/>
          </a:p>
        </p:txBody>
      </p:sp>
      <p:sp>
        <p:nvSpPr>
          <p:cNvPr id="10" name="TextBox 9">
            <a:extLst>
              <a:ext uri="{FF2B5EF4-FFF2-40B4-BE49-F238E27FC236}">
                <a16:creationId xmlns:a16="http://schemas.microsoft.com/office/drawing/2014/main" id="{031CECD1-EA4C-0A7F-E09F-C1BA633FF390}"/>
              </a:ext>
            </a:extLst>
          </p:cNvPr>
          <p:cNvSpPr txBox="1"/>
          <p:nvPr/>
        </p:nvSpPr>
        <p:spPr>
          <a:xfrm>
            <a:off x="9544766" y="3251440"/>
            <a:ext cx="2524388" cy="2525949"/>
          </a:xfrm>
          <a:prstGeom prst="rect">
            <a:avLst/>
          </a:prstGeom>
          <a:noFill/>
        </p:spPr>
        <p:txBody>
          <a:bodyPr rot="0" spcFirstLastPara="0" vertOverflow="overflow" horzOverflow="overflow" vert="horz" wrap="square" lIns="90000" tIns="46800" rIns="90000" bIns="46800" numCol="1" spcCol="0" rtlCol="0" fromWordArt="0" anchor="ctr" anchorCtr="0" forceAA="0" compatLnSpc="1">
            <a:prstTxWarp prst="textNoShape">
              <a:avLst/>
            </a:prstTxWarp>
            <a:spAutoFit/>
          </a:bodyPr>
          <a:lstStyle/>
          <a:p>
            <a:pPr marL="285750" indent="-285750">
              <a:buFont typeface="Arial"/>
              <a:buChar char="•"/>
            </a:pPr>
            <a:r>
              <a:rPr lang="en-US" sz="1200">
                <a:ea typeface="+mn-lt"/>
                <a:cs typeface="+mn-lt"/>
              </a:rPr>
              <a:t>Enables compliant AI-assisted coding within organizational boundaries.</a:t>
            </a:r>
            <a:endParaRPr lang="en-US" sz="1200"/>
          </a:p>
          <a:p>
            <a:pPr marL="285750" indent="-285750">
              <a:buFont typeface="Arial"/>
              <a:buChar char="•"/>
            </a:pPr>
            <a:r>
              <a:rPr lang="en-US" sz="1200">
                <a:ea typeface="+mn-lt"/>
                <a:cs typeface="+mn-lt"/>
              </a:rPr>
              <a:t>Retains and leverages institutional knowledge securely.</a:t>
            </a:r>
            <a:endParaRPr lang="en-US" sz="1200"/>
          </a:p>
          <a:p>
            <a:pPr marL="285750" indent="-285750">
              <a:buFont typeface="Arial"/>
              <a:buChar char="•"/>
            </a:pPr>
            <a:r>
              <a:rPr lang="en-US" sz="1200">
                <a:ea typeface="+mn-lt"/>
                <a:cs typeface="+mn-lt"/>
              </a:rPr>
              <a:t>Reduces dependency on external AI vendors.</a:t>
            </a:r>
            <a:endParaRPr lang="en-US" sz="1200"/>
          </a:p>
          <a:p>
            <a:pPr marL="285750" indent="-285750">
              <a:buFont typeface="Arial"/>
              <a:buChar char="•"/>
            </a:pPr>
            <a:r>
              <a:rPr lang="en-US" sz="1200">
                <a:ea typeface="+mn-lt"/>
                <a:cs typeface="+mn-lt"/>
              </a:rPr>
              <a:t>Accelerates development cycles and incident resolution through AI-driven context reuse.</a:t>
            </a:r>
            <a:endParaRPr lang="en-US" sz="1200"/>
          </a:p>
          <a:p>
            <a:pPr algn="l">
              <a:spcBef>
                <a:spcPct val="0"/>
              </a:spcBef>
            </a:pPr>
            <a:endParaRPr lang="en-US" sz="1400"/>
          </a:p>
        </p:txBody>
      </p:sp>
      <p:sp>
        <p:nvSpPr>
          <p:cNvPr id="11" name="TextBox 10">
            <a:extLst>
              <a:ext uri="{FF2B5EF4-FFF2-40B4-BE49-F238E27FC236}">
                <a16:creationId xmlns:a16="http://schemas.microsoft.com/office/drawing/2014/main" id="{6A403860-672A-BBA9-1F3B-752E9D823F9E}"/>
              </a:ext>
            </a:extLst>
          </p:cNvPr>
          <p:cNvSpPr txBox="1"/>
          <p:nvPr/>
        </p:nvSpPr>
        <p:spPr>
          <a:xfrm>
            <a:off x="7562588" y="4802733"/>
            <a:ext cx="1787340" cy="1918090"/>
          </a:xfrm>
          <a:prstGeom prst="rect">
            <a:avLst/>
          </a:prstGeom>
          <a:noFill/>
        </p:spPr>
        <p:txBody>
          <a:bodyPr rot="0" spcFirstLastPara="0" vertOverflow="overflow" horzOverflow="overflow" vert="horz" wrap="square" lIns="90000" tIns="46800" rIns="90000" bIns="46800" numCol="1" spcCol="0" rtlCol="0" fromWordArt="0" anchor="ctr" anchorCtr="0" forceAA="0" compatLnSpc="1">
            <a:prstTxWarp prst="textNoShape">
              <a:avLst/>
            </a:prstTxWarp>
            <a:spAutoFit/>
          </a:bodyPr>
          <a:lstStyle/>
          <a:p>
            <a:pPr marL="285750" indent="-285750">
              <a:buFont typeface="Arial"/>
              <a:buChar char="•"/>
            </a:pPr>
            <a:r>
              <a:rPr lang="en-US" sz="950">
                <a:ea typeface="+mn-lt"/>
                <a:cs typeface="+mn-lt"/>
              </a:rPr>
              <a:t>Product Owner: AI/Automation Lead</a:t>
            </a:r>
            <a:endParaRPr lang="en-US" sz="950"/>
          </a:p>
          <a:p>
            <a:pPr marL="285750" indent="-285750">
              <a:buFont typeface="Arial"/>
              <a:buChar char="•"/>
            </a:pPr>
            <a:r>
              <a:rPr lang="en-US" sz="950">
                <a:ea typeface="+mn-lt"/>
                <a:cs typeface="+mn-lt"/>
              </a:rPr>
              <a:t>Technical Stakeholders: ML Engineers, DevOps, Azure Architects</a:t>
            </a:r>
            <a:endParaRPr lang="en-US" sz="950"/>
          </a:p>
          <a:p>
            <a:pPr marL="285750" indent="-285750">
              <a:buFont typeface="Arial"/>
              <a:buChar char="•"/>
            </a:pPr>
            <a:r>
              <a:rPr lang="en-US" sz="950">
                <a:ea typeface="+mn-lt"/>
                <a:cs typeface="+mn-lt"/>
              </a:rPr>
              <a:t>End Users: Software Developers, SREs, Support Engineers</a:t>
            </a:r>
            <a:endParaRPr lang="en-US" sz="950"/>
          </a:p>
          <a:p>
            <a:pPr marL="285750" indent="-285750">
              <a:buFont typeface="Arial"/>
              <a:buChar char="•"/>
            </a:pPr>
            <a:r>
              <a:rPr lang="en-US" sz="950">
                <a:ea typeface="+mn-lt"/>
                <a:cs typeface="+mn-lt"/>
              </a:rPr>
              <a:t>Compliance: Security &amp; Data Governance Teams</a:t>
            </a:r>
            <a:endParaRPr lang="en-US" sz="950"/>
          </a:p>
          <a:p>
            <a:pPr algn="l">
              <a:spcBef>
                <a:spcPct val="0"/>
              </a:spcBef>
            </a:pPr>
            <a:endParaRPr lang="en-US" sz="1400"/>
          </a:p>
        </p:txBody>
      </p:sp>
    </p:spTree>
    <p:extLst>
      <p:ext uri="{BB962C8B-B14F-4D97-AF65-F5344CB8AC3E}">
        <p14:creationId xmlns:p14="http://schemas.microsoft.com/office/powerpoint/2010/main" val="41411620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FAD95F-9588-364B-96A1-9BDA5E03DF8C}"/>
            </a:ext>
          </a:extLst>
        </p:cNvPr>
        <p:cNvGrpSpPr/>
        <p:nvPr/>
      </p:nvGrpSpPr>
      <p:grpSpPr>
        <a:xfrm>
          <a:off x="0" y="0"/>
          <a:ext cx="0" cy="0"/>
          <a:chOff x="0" y="0"/>
          <a:chExt cx="0" cy="0"/>
        </a:xfrm>
      </p:grpSpPr>
      <p:sp>
        <p:nvSpPr>
          <p:cNvPr id="29" name="Footer Placeholder 28">
            <a:extLst>
              <a:ext uri="{FF2B5EF4-FFF2-40B4-BE49-F238E27FC236}">
                <a16:creationId xmlns:a16="http://schemas.microsoft.com/office/drawing/2014/main" id="{9B9D99A8-A1D6-D16C-4546-3991A45A95D3}"/>
              </a:ext>
            </a:extLst>
          </p:cNvPr>
          <p:cNvSpPr>
            <a:spLocks noGrp="1"/>
          </p:cNvSpPr>
          <p:nvPr>
            <p:ph type="ftr" sz="quarter" idx="11"/>
          </p:nvPr>
        </p:nvSpPr>
        <p:spPr/>
        <p:txBody>
          <a:bodyPr/>
          <a:lstStyle/>
          <a:p>
            <a:r>
              <a:rPr lang="en-US"/>
              <a:t>Presentation Title | Author | Date</a:t>
            </a:r>
          </a:p>
        </p:txBody>
      </p:sp>
      <p:sp>
        <p:nvSpPr>
          <p:cNvPr id="320" name="Title 319">
            <a:extLst>
              <a:ext uri="{FF2B5EF4-FFF2-40B4-BE49-F238E27FC236}">
                <a16:creationId xmlns:a16="http://schemas.microsoft.com/office/drawing/2014/main" id="{BA325BAD-E8EC-BE6A-70DB-4EF5421F6B4E}"/>
              </a:ext>
            </a:extLst>
          </p:cNvPr>
          <p:cNvSpPr>
            <a:spLocks noGrp="1"/>
          </p:cNvSpPr>
          <p:nvPr>
            <p:ph type="title"/>
          </p:nvPr>
        </p:nvSpPr>
        <p:spPr/>
        <p:txBody>
          <a:bodyPr/>
          <a:lstStyle/>
          <a:p>
            <a:r>
              <a:rPr lang="en-US"/>
              <a:t>Use Case Scope in the Business Process</a:t>
            </a:r>
          </a:p>
        </p:txBody>
      </p:sp>
      <p:sp>
        <p:nvSpPr>
          <p:cNvPr id="6" name="TextBox 5">
            <a:extLst>
              <a:ext uri="{FF2B5EF4-FFF2-40B4-BE49-F238E27FC236}">
                <a16:creationId xmlns:a16="http://schemas.microsoft.com/office/drawing/2014/main" id="{5F506E72-5E11-CB94-E4BD-17EAA9778A6F}"/>
              </a:ext>
            </a:extLst>
          </p:cNvPr>
          <p:cNvSpPr txBox="1"/>
          <p:nvPr/>
        </p:nvSpPr>
        <p:spPr>
          <a:xfrm>
            <a:off x="196079" y="2060889"/>
            <a:ext cx="927445" cy="356124"/>
          </a:xfrm>
          <a:prstGeom prst="rect">
            <a:avLst/>
          </a:prstGeom>
          <a:noFill/>
          <a:ln>
            <a:noFill/>
          </a:ln>
        </p:spPr>
        <p:txBody>
          <a:bodyPr vert="horz" wrap="square" lIns="90000" tIns="46800" rIns="90000" bIns="46800" rtlCol="0" anchor="ctr">
            <a:spAutoFit/>
          </a:body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1000" b="1" i="0" u="none" strike="noStrike" kern="1200" cap="none" spc="0" normalizeH="0" baseline="0" noProof="0">
                <a:ln>
                  <a:noFill/>
                </a:ln>
                <a:effectLst/>
                <a:uLnTx/>
                <a:uFillTx/>
                <a:latin typeface="Ubuntu"/>
                <a:ea typeface="+mn-ea"/>
                <a:cs typeface="+mn-cs"/>
              </a:rPr>
              <a:t>L2</a:t>
            </a:r>
            <a:br>
              <a:rPr kumimoji="0" lang="en-US" sz="1100" b="0" i="1" u="none" strike="noStrike" kern="1200" cap="none" spc="0" normalizeH="0" baseline="0" noProof="0">
                <a:ln>
                  <a:noFill/>
                </a:ln>
                <a:effectLst/>
                <a:uLnTx/>
                <a:uFillTx/>
                <a:latin typeface="Ubuntu"/>
                <a:ea typeface="+mn-ea"/>
                <a:cs typeface="+mn-cs"/>
              </a:rPr>
            </a:br>
            <a:r>
              <a:rPr kumimoji="0" lang="en-US" sz="700" b="0" i="1" u="none" strike="noStrike" kern="1200" cap="none" spc="0" normalizeH="0" baseline="0" noProof="0">
                <a:ln>
                  <a:noFill/>
                </a:ln>
                <a:effectLst/>
                <a:uLnTx/>
                <a:uFillTx/>
                <a:latin typeface="Ubuntu"/>
                <a:ea typeface="+mn-ea"/>
                <a:cs typeface="+mn-cs"/>
              </a:rPr>
              <a:t>4 sub-processes</a:t>
            </a:r>
            <a:endParaRPr kumimoji="0" lang="en-US" sz="800" b="0" i="1" u="none" strike="noStrike" kern="1200" cap="none" spc="0" normalizeH="0" baseline="0" noProof="0">
              <a:ln>
                <a:noFill/>
              </a:ln>
              <a:effectLst/>
              <a:uLnTx/>
              <a:uFillTx/>
              <a:latin typeface="Ubuntu"/>
              <a:ea typeface="+mn-ea"/>
              <a:cs typeface="+mn-cs"/>
            </a:endParaRPr>
          </a:p>
        </p:txBody>
      </p:sp>
      <p:sp>
        <p:nvSpPr>
          <p:cNvPr id="8" name="TextBox 7">
            <a:extLst>
              <a:ext uri="{FF2B5EF4-FFF2-40B4-BE49-F238E27FC236}">
                <a16:creationId xmlns:a16="http://schemas.microsoft.com/office/drawing/2014/main" id="{C17B91A9-1CA2-754B-FF70-63A022C019B3}"/>
              </a:ext>
            </a:extLst>
          </p:cNvPr>
          <p:cNvSpPr txBox="1"/>
          <p:nvPr/>
        </p:nvSpPr>
        <p:spPr>
          <a:xfrm>
            <a:off x="636707" y="1754840"/>
            <a:ext cx="326028" cy="248402"/>
          </a:xfrm>
          <a:prstGeom prst="rect">
            <a:avLst/>
          </a:prstGeom>
          <a:noFill/>
        </p:spPr>
        <p:txBody>
          <a:bodyPr vert="horz" wrap="none" lIns="90000" tIns="46800" rIns="90000" bIns="46800" rtlCol="0" anchor="ctr">
            <a:spAutoFit/>
          </a:body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Ubuntu"/>
                <a:ea typeface="+mn-ea"/>
                <a:cs typeface="+mn-cs"/>
              </a:rPr>
              <a:t>L1</a:t>
            </a:r>
          </a:p>
        </p:txBody>
      </p:sp>
      <p:sp>
        <p:nvSpPr>
          <p:cNvPr id="9" name="TextBox 8">
            <a:extLst>
              <a:ext uri="{FF2B5EF4-FFF2-40B4-BE49-F238E27FC236}">
                <a16:creationId xmlns:a16="http://schemas.microsoft.com/office/drawing/2014/main" id="{49968A44-E3F2-9062-0365-91995BEF1E62}"/>
              </a:ext>
            </a:extLst>
          </p:cNvPr>
          <p:cNvSpPr txBox="1"/>
          <p:nvPr/>
        </p:nvSpPr>
        <p:spPr>
          <a:xfrm>
            <a:off x="298979" y="2642999"/>
            <a:ext cx="824545" cy="356124"/>
          </a:xfrm>
          <a:prstGeom prst="rect">
            <a:avLst/>
          </a:prstGeom>
          <a:noFill/>
          <a:ln>
            <a:noFill/>
          </a:ln>
        </p:spPr>
        <p:txBody>
          <a:bodyPr vert="horz" wrap="square" lIns="90000" tIns="46800" rIns="90000" bIns="46800" rtlCol="0" anchor="ctr">
            <a:spAutoFit/>
          </a:body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1000" b="1" i="0" u="none" strike="noStrike" kern="1200" cap="none" spc="0" normalizeH="0" baseline="0" noProof="0">
                <a:ln>
                  <a:noFill/>
                </a:ln>
                <a:effectLst/>
                <a:uLnTx/>
                <a:uFillTx/>
                <a:latin typeface="Ubuntu"/>
                <a:ea typeface="+mn-ea"/>
                <a:cs typeface="+mn-cs"/>
              </a:rPr>
              <a:t>L4</a:t>
            </a:r>
            <a:br>
              <a:rPr kumimoji="0" lang="en-US" sz="1100" b="0" i="1" u="none" strike="noStrike" kern="1200" cap="none" spc="0" normalizeH="0" baseline="0" noProof="0">
                <a:ln>
                  <a:noFill/>
                </a:ln>
                <a:effectLst/>
                <a:uLnTx/>
                <a:uFillTx/>
                <a:latin typeface="Ubuntu"/>
                <a:ea typeface="+mn-ea"/>
                <a:cs typeface="+mn-cs"/>
              </a:rPr>
            </a:br>
            <a:r>
              <a:rPr kumimoji="0" lang="en-US" sz="700" b="0" i="1" u="none" strike="noStrike" kern="1200" cap="none" spc="0" normalizeH="0" baseline="0" noProof="0">
                <a:ln>
                  <a:noFill/>
                </a:ln>
                <a:effectLst/>
                <a:uLnTx/>
                <a:uFillTx/>
                <a:latin typeface="Ubuntu"/>
                <a:ea typeface="+mn-ea"/>
                <a:cs typeface="+mn-cs"/>
              </a:rPr>
              <a:t>36 micro tasks</a:t>
            </a:r>
          </a:p>
        </p:txBody>
      </p:sp>
      <p:sp>
        <p:nvSpPr>
          <p:cNvPr id="10" name="TextBox 9">
            <a:extLst>
              <a:ext uri="{FF2B5EF4-FFF2-40B4-BE49-F238E27FC236}">
                <a16:creationId xmlns:a16="http://schemas.microsoft.com/office/drawing/2014/main" id="{4D606F00-70DA-AEF4-3C1D-AF67753A0A69}"/>
              </a:ext>
            </a:extLst>
          </p:cNvPr>
          <p:cNvSpPr txBox="1"/>
          <p:nvPr/>
        </p:nvSpPr>
        <p:spPr>
          <a:xfrm>
            <a:off x="1114630" y="1746421"/>
            <a:ext cx="10479073" cy="256372"/>
          </a:xfrm>
          <a:prstGeom prst="roundRect">
            <a:avLst/>
          </a:prstGeom>
          <a:noFill/>
          <a:ln>
            <a:solidFill>
              <a:schemeClr val="tx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050" b="1" i="0" u="none" strike="noStrike" kern="1200" cap="none" spc="0" normalizeH="0" baseline="0" noProof="0">
                <a:ln>
                  <a:noFill/>
                </a:ln>
                <a:solidFill>
                  <a:schemeClr val="tx1"/>
                </a:solidFill>
                <a:effectLst/>
                <a:uLnTx/>
                <a:uFillTx/>
                <a:latin typeface="Ubuntu"/>
                <a:ea typeface="+mn-ea"/>
                <a:cs typeface="+mn-cs"/>
              </a:rPr>
              <a:t>Campaign Management</a:t>
            </a:r>
            <a:endParaRPr kumimoji="0" lang="en-US" sz="900" b="1" i="0" u="none" strike="noStrike" kern="1200" cap="none" spc="0" normalizeH="0" baseline="0" noProof="0">
              <a:ln>
                <a:noFill/>
              </a:ln>
              <a:solidFill>
                <a:schemeClr val="tx1"/>
              </a:solidFill>
              <a:effectLst/>
              <a:uLnTx/>
              <a:uFillTx/>
              <a:latin typeface="Ubuntu"/>
              <a:ea typeface="+mn-ea"/>
              <a:cs typeface="+mn-cs"/>
            </a:endParaRPr>
          </a:p>
        </p:txBody>
      </p:sp>
      <p:sp>
        <p:nvSpPr>
          <p:cNvPr id="12" name="Rectangle 11">
            <a:extLst>
              <a:ext uri="{FF2B5EF4-FFF2-40B4-BE49-F238E27FC236}">
                <a16:creationId xmlns:a16="http://schemas.microsoft.com/office/drawing/2014/main" id="{147BDC30-80E8-27A6-7347-0567A342BDC1}"/>
              </a:ext>
            </a:extLst>
          </p:cNvPr>
          <p:cNvSpPr/>
          <p:nvPr/>
        </p:nvSpPr>
        <p:spPr>
          <a:xfrm>
            <a:off x="1361519" y="4519290"/>
            <a:ext cx="10076170" cy="180000"/>
          </a:xfrm>
          <a:prstGeom prst="rect">
            <a:avLst/>
          </a:prstGeom>
          <a:no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000" b="0" i="0" u="none" strike="noStrike" kern="1200" cap="none" spc="0" normalizeH="0" baseline="0" noProof="0">
                <a:ln>
                  <a:noFill/>
                </a:ln>
                <a:effectLst/>
                <a:uLnTx/>
                <a:uFillTx/>
                <a:latin typeface="Ubuntu"/>
                <a:ea typeface="+mn-ea"/>
                <a:cs typeface="+mn-cs"/>
              </a:rPr>
              <a:t>Data platform, data governance, data management</a:t>
            </a:r>
          </a:p>
        </p:txBody>
      </p:sp>
      <p:sp>
        <p:nvSpPr>
          <p:cNvPr id="34" name="Rectangle 33">
            <a:extLst>
              <a:ext uri="{FF2B5EF4-FFF2-40B4-BE49-F238E27FC236}">
                <a16:creationId xmlns:a16="http://schemas.microsoft.com/office/drawing/2014/main" id="{32B54E33-4135-FFEA-EAC2-A1C9B8EA8DD7}"/>
              </a:ext>
            </a:extLst>
          </p:cNvPr>
          <p:cNvSpPr/>
          <p:nvPr/>
        </p:nvSpPr>
        <p:spPr>
          <a:xfrm>
            <a:off x="957895" y="3543310"/>
            <a:ext cx="1165326" cy="23083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Content Manager</a:t>
            </a:r>
          </a:p>
        </p:txBody>
      </p:sp>
      <p:grpSp>
        <p:nvGrpSpPr>
          <p:cNvPr id="35" name="Group 34">
            <a:extLst>
              <a:ext uri="{FF2B5EF4-FFF2-40B4-BE49-F238E27FC236}">
                <a16:creationId xmlns:a16="http://schemas.microsoft.com/office/drawing/2014/main" id="{71B53C1C-FAFE-BFEA-F1B8-FF7F82B50BE3}"/>
              </a:ext>
            </a:extLst>
          </p:cNvPr>
          <p:cNvGrpSpPr/>
          <p:nvPr/>
        </p:nvGrpSpPr>
        <p:grpSpPr>
          <a:xfrm>
            <a:off x="1433981" y="3190678"/>
            <a:ext cx="230087" cy="230087"/>
            <a:chOff x="2000422" y="2990995"/>
            <a:chExt cx="253345" cy="253345"/>
          </a:xfrm>
        </p:grpSpPr>
        <p:sp>
          <p:nvSpPr>
            <p:cNvPr id="40" name="Rectangle 39">
              <a:extLst>
                <a:ext uri="{FF2B5EF4-FFF2-40B4-BE49-F238E27FC236}">
                  <a16:creationId xmlns:a16="http://schemas.microsoft.com/office/drawing/2014/main" id="{B93EDE42-BF7C-8605-EC68-5D28FE85A9AC}"/>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43" name="Graphic 42">
              <a:extLst>
                <a:ext uri="{FF2B5EF4-FFF2-40B4-BE49-F238E27FC236}">
                  <a16:creationId xmlns:a16="http://schemas.microsoft.com/office/drawing/2014/main" id="{B4E82422-97CC-5FFD-0E51-A70D128D125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2000422" y="2990995"/>
              <a:ext cx="253345" cy="253345"/>
            </a:xfrm>
            <a:prstGeom prst="rect">
              <a:avLst/>
            </a:prstGeom>
          </p:spPr>
        </p:pic>
      </p:grpSp>
      <p:sp>
        <p:nvSpPr>
          <p:cNvPr id="44" name="Rectangle 43">
            <a:extLst>
              <a:ext uri="{FF2B5EF4-FFF2-40B4-BE49-F238E27FC236}">
                <a16:creationId xmlns:a16="http://schemas.microsoft.com/office/drawing/2014/main" id="{41AE624B-2D7F-75F9-897D-997B175A210B}"/>
              </a:ext>
            </a:extLst>
          </p:cNvPr>
          <p:cNvSpPr/>
          <p:nvPr/>
        </p:nvSpPr>
        <p:spPr>
          <a:xfrm>
            <a:off x="2133243" y="3497923"/>
            <a:ext cx="865571" cy="36933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Territory Selector</a:t>
            </a:r>
          </a:p>
        </p:txBody>
      </p:sp>
      <p:sp>
        <p:nvSpPr>
          <p:cNvPr id="45" name="Rectangle 44">
            <a:extLst>
              <a:ext uri="{FF2B5EF4-FFF2-40B4-BE49-F238E27FC236}">
                <a16:creationId xmlns:a16="http://schemas.microsoft.com/office/drawing/2014/main" id="{88DBE5F7-6420-BE62-509E-C205CC075FA1}"/>
              </a:ext>
            </a:extLst>
          </p:cNvPr>
          <p:cNvSpPr/>
          <p:nvPr/>
        </p:nvSpPr>
        <p:spPr>
          <a:xfrm>
            <a:off x="3661477" y="3529728"/>
            <a:ext cx="1165326" cy="36933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Brands &amp; Territories List Summary</a:t>
            </a:r>
          </a:p>
        </p:txBody>
      </p:sp>
      <p:sp>
        <p:nvSpPr>
          <p:cNvPr id="46" name="Rectangle 45">
            <a:extLst>
              <a:ext uri="{FF2B5EF4-FFF2-40B4-BE49-F238E27FC236}">
                <a16:creationId xmlns:a16="http://schemas.microsoft.com/office/drawing/2014/main" id="{2BC0E07E-A1E8-077E-A703-FEFF8FE9C6FB}"/>
              </a:ext>
            </a:extLst>
          </p:cNvPr>
          <p:cNvSpPr/>
          <p:nvPr/>
        </p:nvSpPr>
        <p:spPr>
          <a:xfrm>
            <a:off x="3793236" y="4185427"/>
            <a:ext cx="856955" cy="180000"/>
          </a:xfrm>
          <a:prstGeom prst="rect">
            <a:avLst/>
          </a:prstGeom>
          <a:solidFill>
            <a:srgbClr val="E557AD"/>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1" i="1" u="none" strike="noStrike" kern="1200" cap="none" spc="0" normalizeH="0" baseline="0" noProof="0">
                <a:ln>
                  <a:noFill/>
                </a:ln>
                <a:effectLst/>
                <a:uLnTx/>
                <a:uFillTx/>
                <a:latin typeface="Ubuntu"/>
                <a:ea typeface="+mn-ea"/>
                <a:cs typeface="+mn-cs"/>
              </a:rPr>
              <a:t>RAG</a:t>
            </a:r>
          </a:p>
        </p:txBody>
      </p:sp>
      <p:sp>
        <p:nvSpPr>
          <p:cNvPr id="47" name="Rectangle 46">
            <a:extLst>
              <a:ext uri="{FF2B5EF4-FFF2-40B4-BE49-F238E27FC236}">
                <a16:creationId xmlns:a16="http://schemas.microsoft.com/office/drawing/2014/main" id="{DC97B7AA-7511-20D6-0049-02810FD7B919}"/>
              </a:ext>
            </a:extLst>
          </p:cNvPr>
          <p:cNvSpPr/>
          <p:nvPr/>
        </p:nvSpPr>
        <p:spPr>
          <a:xfrm>
            <a:off x="4970903" y="3543310"/>
            <a:ext cx="1165326" cy="36933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Real-Time Content Adapter</a:t>
            </a:r>
          </a:p>
        </p:txBody>
      </p:sp>
      <p:sp>
        <p:nvSpPr>
          <p:cNvPr id="48" name="Rectangle 47">
            <a:extLst>
              <a:ext uri="{FF2B5EF4-FFF2-40B4-BE49-F238E27FC236}">
                <a16:creationId xmlns:a16="http://schemas.microsoft.com/office/drawing/2014/main" id="{610651B9-8090-17E6-9845-4E411B6466ED}"/>
              </a:ext>
            </a:extLst>
          </p:cNvPr>
          <p:cNvSpPr/>
          <p:nvPr/>
        </p:nvSpPr>
        <p:spPr>
          <a:xfrm>
            <a:off x="7543521" y="3543310"/>
            <a:ext cx="1165326" cy="23083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Sales Call Manager</a:t>
            </a:r>
          </a:p>
        </p:txBody>
      </p:sp>
      <p:grpSp>
        <p:nvGrpSpPr>
          <p:cNvPr id="57" name="Group 56">
            <a:extLst>
              <a:ext uri="{FF2B5EF4-FFF2-40B4-BE49-F238E27FC236}">
                <a16:creationId xmlns:a16="http://schemas.microsoft.com/office/drawing/2014/main" id="{179DF73D-88F6-EC41-D173-34C822D49D4B}"/>
              </a:ext>
            </a:extLst>
          </p:cNvPr>
          <p:cNvGrpSpPr/>
          <p:nvPr/>
        </p:nvGrpSpPr>
        <p:grpSpPr>
          <a:xfrm>
            <a:off x="8011140" y="3190678"/>
            <a:ext cx="230087" cy="230087"/>
            <a:chOff x="2000422" y="2990995"/>
            <a:chExt cx="253345" cy="253345"/>
          </a:xfrm>
        </p:grpSpPr>
        <p:sp>
          <p:nvSpPr>
            <p:cNvPr id="58" name="Rectangle 57">
              <a:extLst>
                <a:ext uri="{FF2B5EF4-FFF2-40B4-BE49-F238E27FC236}">
                  <a16:creationId xmlns:a16="http://schemas.microsoft.com/office/drawing/2014/main" id="{0C05D598-0267-9D04-6C5C-4C746CE98722}"/>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63" name="Graphic 62">
              <a:extLst>
                <a:ext uri="{FF2B5EF4-FFF2-40B4-BE49-F238E27FC236}">
                  <a16:creationId xmlns:a16="http://schemas.microsoft.com/office/drawing/2014/main" id="{E91061D6-A9E2-88C3-ED82-678A4AEA9B03}"/>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2000422" y="2990995"/>
              <a:ext cx="253345" cy="253345"/>
            </a:xfrm>
            <a:prstGeom prst="rect">
              <a:avLst/>
            </a:prstGeom>
          </p:spPr>
        </p:pic>
      </p:grpSp>
      <p:sp>
        <p:nvSpPr>
          <p:cNvPr id="64" name="Rectangle 63">
            <a:extLst>
              <a:ext uri="{FF2B5EF4-FFF2-40B4-BE49-F238E27FC236}">
                <a16:creationId xmlns:a16="http://schemas.microsoft.com/office/drawing/2014/main" id="{9ADE56EF-A9F1-1674-F57E-E7C150B4EA05}"/>
              </a:ext>
            </a:extLst>
          </p:cNvPr>
          <p:cNvSpPr/>
          <p:nvPr/>
        </p:nvSpPr>
        <p:spPr>
          <a:xfrm>
            <a:off x="8858725" y="3543310"/>
            <a:ext cx="1336777" cy="23083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ROI Optimizer</a:t>
            </a:r>
          </a:p>
        </p:txBody>
      </p:sp>
      <p:grpSp>
        <p:nvGrpSpPr>
          <p:cNvPr id="65" name="Group 64">
            <a:extLst>
              <a:ext uri="{FF2B5EF4-FFF2-40B4-BE49-F238E27FC236}">
                <a16:creationId xmlns:a16="http://schemas.microsoft.com/office/drawing/2014/main" id="{23A8D377-B7B6-DA9F-B17E-1DE377C17E86}"/>
              </a:ext>
            </a:extLst>
          </p:cNvPr>
          <p:cNvGrpSpPr/>
          <p:nvPr/>
        </p:nvGrpSpPr>
        <p:grpSpPr>
          <a:xfrm>
            <a:off x="9372959" y="3190678"/>
            <a:ext cx="230087" cy="230087"/>
            <a:chOff x="9538599" y="2919469"/>
            <a:chExt cx="230087" cy="230087"/>
          </a:xfrm>
        </p:grpSpPr>
        <p:sp>
          <p:nvSpPr>
            <p:cNvPr id="66" name="Rectangle 65">
              <a:extLst>
                <a:ext uri="{FF2B5EF4-FFF2-40B4-BE49-F238E27FC236}">
                  <a16:creationId xmlns:a16="http://schemas.microsoft.com/office/drawing/2014/main" id="{E68A3592-45E5-EBB7-D392-DF99343813BD}"/>
                </a:ext>
              </a:extLst>
            </p:cNvPr>
            <p:cNvSpPr/>
            <p:nvPr/>
          </p:nvSpPr>
          <p:spPr>
            <a:xfrm>
              <a:off x="9543817" y="2924687"/>
              <a:ext cx="219653" cy="219653"/>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67" name="Graphic 66">
              <a:extLst>
                <a:ext uri="{FF2B5EF4-FFF2-40B4-BE49-F238E27FC236}">
                  <a16:creationId xmlns:a16="http://schemas.microsoft.com/office/drawing/2014/main" id="{6B8EE191-3777-0D13-B068-A8C3F6B34978}"/>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9538599" y="2919469"/>
              <a:ext cx="230087" cy="230087"/>
            </a:xfrm>
            <a:prstGeom prst="rect">
              <a:avLst/>
            </a:prstGeom>
          </p:spPr>
        </p:pic>
      </p:grpSp>
      <p:sp>
        <p:nvSpPr>
          <p:cNvPr id="68" name="Rectangle 67">
            <a:extLst>
              <a:ext uri="{FF2B5EF4-FFF2-40B4-BE49-F238E27FC236}">
                <a16:creationId xmlns:a16="http://schemas.microsoft.com/office/drawing/2014/main" id="{55B16696-B289-EA94-EEAB-BC4535AD5A88}"/>
              </a:ext>
            </a:extLst>
          </p:cNvPr>
          <p:cNvSpPr/>
          <p:nvPr/>
        </p:nvSpPr>
        <p:spPr>
          <a:xfrm>
            <a:off x="6264551" y="3543310"/>
            <a:ext cx="1165326" cy="23083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Compliance Checker</a:t>
            </a:r>
          </a:p>
        </p:txBody>
      </p:sp>
      <p:pic>
        <p:nvPicPr>
          <p:cNvPr id="69" name="Graphic 68" descr="Chat outline">
            <a:extLst>
              <a:ext uri="{FF2B5EF4-FFF2-40B4-BE49-F238E27FC236}">
                <a16:creationId xmlns:a16="http://schemas.microsoft.com/office/drawing/2014/main" id="{E183228E-B90C-6355-9632-5F6CCA8C7265}"/>
              </a:ext>
            </a:extLst>
          </p:cNvPr>
          <p:cNvPicPr>
            <a:picLocks noChangeAspect="1"/>
          </p:cNvPicPr>
          <p:nvPr/>
        </p:nvPicPr>
        <p:blipFill>
          <a:blip>
            <a:extLst>
              <a:ext uri="{96DAC541-7B7A-43D3-8B79-37D633B846F1}">
                <asvg:svgBlip xmlns:asvg="http://schemas.microsoft.com/office/drawing/2016/SVG/main" r:embed="rId3"/>
              </a:ext>
            </a:extLst>
          </a:blip>
          <a:srcRect t="10263" b="1"/>
          <a:stretch/>
        </p:blipFill>
        <p:spPr>
          <a:xfrm>
            <a:off x="6744121" y="3219722"/>
            <a:ext cx="204737" cy="189018"/>
          </a:xfrm>
          <a:prstGeom prst="rect">
            <a:avLst/>
          </a:prstGeom>
        </p:spPr>
      </p:pic>
      <p:sp>
        <p:nvSpPr>
          <p:cNvPr id="70" name="TextBox 69">
            <a:extLst>
              <a:ext uri="{FF2B5EF4-FFF2-40B4-BE49-F238E27FC236}">
                <a16:creationId xmlns:a16="http://schemas.microsoft.com/office/drawing/2014/main" id="{E1E18F21-2E7C-0C80-ECCD-FA412CF3D4E7}"/>
              </a:ext>
            </a:extLst>
          </p:cNvPr>
          <p:cNvSpPr txBox="1"/>
          <p:nvPr/>
        </p:nvSpPr>
        <p:spPr>
          <a:xfrm>
            <a:off x="6422414" y="3412850"/>
            <a:ext cx="865571" cy="184666"/>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effectLst/>
                <a:uLnTx/>
                <a:uFillTx/>
                <a:latin typeface="Ubuntu"/>
                <a:ea typeface="+mn-ea"/>
                <a:cs typeface="+mn-cs"/>
              </a:rPr>
              <a:t>AGENT</a:t>
            </a:r>
          </a:p>
        </p:txBody>
      </p:sp>
      <p:sp>
        <p:nvSpPr>
          <p:cNvPr id="71" name="Rectangle 70">
            <a:extLst>
              <a:ext uri="{FF2B5EF4-FFF2-40B4-BE49-F238E27FC236}">
                <a16:creationId xmlns:a16="http://schemas.microsoft.com/office/drawing/2014/main" id="{3DE48530-7DB8-431B-8DF5-0C5DBCC216DB}"/>
              </a:ext>
            </a:extLst>
          </p:cNvPr>
          <p:cNvSpPr/>
          <p:nvPr/>
        </p:nvSpPr>
        <p:spPr>
          <a:xfrm>
            <a:off x="10195466" y="3543310"/>
            <a:ext cx="1165326" cy="23083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Approval Manager</a:t>
            </a:r>
          </a:p>
        </p:txBody>
      </p:sp>
      <p:grpSp>
        <p:nvGrpSpPr>
          <p:cNvPr id="72" name="Group 71">
            <a:extLst>
              <a:ext uri="{FF2B5EF4-FFF2-40B4-BE49-F238E27FC236}">
                <a16:creationId xmlns:a16="http://schemas.microsoft.com/office/drawing/2014/main" id="{40BA67FD-80B5-8FB8-7FFC-16CBEA2FECCC}"/>
              </a:ext>
            </a:extLst>
          </p:cNvPr>
          <p:cNvGrpSpPr/>
          <p:nvPr/>
        </p:nvGrpSpPr>
        <p:grpSpPr>
          <a:xfrm>
            <a:off x="10671715" y="3190678"/>
            <a:ext cx="230087" cy="230087"/>
            <a:chOff x="2000422" y="2990995"/>
            <a:chExt cx="253345" cy="253345"/>
          </a:xfrm>
        </p:grpSpPr>
        <p:sp>
          <p:nvSpPr>
            <p:cNvPr id="73" name="Rectangle 72">
              <a:extLst>
                <a:ext uri="{FF2B5EF4-FFF2-40B4-BE49-F238E27FC236}">
                  <a16:creationId xmlns:a16="http://schemas.microsoft.com/office/drawing/2014/main" id="{3DE5CBFF-E971-5F8A-03A6-35B3BB55814E}"/>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74" name="Graphic 73">
              <a:extLst>
                <a:ext uri="{FF2B5EF4-FFF2-40B4-BE49-F238E27FC236}">
                  <a16:creationId xmlns:a16="http://schemas.microsoft.com/office/drawing/2014/main" id="{C4B0975F-83A4-DF28-9FBA-CE3D1092ADB2}"/>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2000422" y="2990995"/>
              <a:ext cx="253345" cy="253345"/>
            </a:xfrm>
            <a:prstGeom prst="rect">
              <a:avLst/>
            </a:prstGeom>
          </p:spPr>
        </p:pic>
      </p:grpSp>
      <p:sp>
        <p:nvSpPr>
          <p:cNvPr id="75" name="TextBox 74">
            <a:extLst>
              <a:ext uri="{FF2B5EF4-FFF2-40B4-BE49-F238E27FC236}">
                <a16:creationId xmlns:a16="http://schemas.microsoft.com/office/drawing/2014/main" id="{911B5243-C4BE-C33D-6A4D-63B288768B37}"/>
              </a:ext>
            </a:extLst>
          </p:cNvPr>
          <p:cNvSpPr txBox="1"/>
          <p:nvPr/>
        </p:nvSpPr>
        <p:spPr>
          <a:xfrm>
            <a:off x="10353974" y="3412850"/>
            <a:ext cx="865571" cy="184666"/>
          </a:xfrm>
          <a:prstGeom prst="rect">
            <a:avLst/>
          </a:prstGeom>
          <a:noFill/>
          <a:ln>
            <a:noFill/>
          </a:ln>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effectLst/>
                <a:uLnTx/>
                <a:uFillTx/>
                <a:latin typeface="Ubuntu"/>
                <a:ea typeface="+mn-ea"/>
                <a:cs typeface="+mn-cs"/>
              </a:rPr>
              <a:t>AGENT</a:t>
            </a:r>
            <a:endParaRPr kumimoji="0" lang="en-US" sz="1800" b="0" i="0" u="none" strike="noStrike" kern="1200" cap="none" spc="0" normalizeH="0" baseline="0" noProof="0">
              <a:ln>
                <a:noFill/>
              </a:ln>
              <a:effectLst/>
              <a:uLnTx/>
              <a:uFillTx/>
              <a:latin typeface="Ubuntu"/>
              <a:ea typeface="+mn-ea"/>
              <a:cs typeface="+mn-cs"/>
            </a:endParaRPr>
          </a:p>
        </p:txBody>
      </p:sp>
      <p:cxnSp>
        <p:nvCxnSpPr>
          <p:cNvPr id="76" name="Elbow Connector 75">
            <a:extLst>
              <a:ext uri="{FF2B5EF4-FFF2-40B4-BE49-F238E27FC236}">
                <a16:creationId xmlns:a16="http://schemas.microsoft.com/office/drawing/2014/main" id="{A256A40B-A29E-CE0E-E186-680B6CC02CE0}"/>
              </a:ext>
            </a:extLst>
          </p:cNvPr>
          <p:cNvCxnSpPr>
            <a:cxnSpLocks/>
            <a:stCxn id="97" idx="4"/>
            <a:endCxn id="43" idx="0"/>
          </p:cNvCxnSpPr>
          <p:nvPr/>
        </p:nvCxnSpPr>
        <p:spPr>
          <a:xfrm rot="5400000">
            <a:off x="1560919" y="2846898"/>
            <a:ext cx="331886" cy="355674"/>
          </a:xfrm>
          <a:prstGeom prst="bentConnector3">
            <a:avLst>
              <a:gd name="adj1" fmla="val 50000"/>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7" name="Elbow Connector 76">
            <a:extLst>
              <a:ext uri="{FF2B5EF4-FFF2-40B4-BE49-F238E27FC236}">
                <a16:creationId xmlns:a16="http://schemas.microsoft.com/office/drawing/2014/main" id="{24CA2706-C7EF-9B12-66CC-FF4DCE90E0F1}"/>
              </a:ext>
            </a:extLst>
          </p:cNvPr>
          <p:cNvCxnSpPr>
            <a:cxnSpLocks/>
            <a:stCxn id="113" idx="4"/>
            <a:endCxn id="193" idx="0"/>
          </p:cNvCxnSpPr>
          <p:nvPr/>
        </p:nvCxnSpPr>
        <p:spPr>
          <a:xfrm rot="5400000">
            <a:off x="2489937" y="2912839"/>
            <a:ext cx="345773" cy="237678"/>
          </a:xfrm>
          <a:prstGeom prst="bentConnector3">
            <a:avLst>
              <a:gd name="adj1" fmla="val 50000"/>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8" name="Elbow Connector 77">
            <a:extLst>
              <a:ext uri="{FF2B5EF4-FFF2-40B4-BE49-F238E27FC236}">
                <a16:creationId xmlns:a16="http://schemas.microsoft.com/office/drawing/2014/main" id="{90F081F2-EA95-9CE5-8B25-0FDDAE7E2DEF}"/>
              </a:ext>
            </a:extLst>
          </p:cNvPr>
          <p:cNvCxnSpPr>
            <a:cxnSpLocks/>
            <a:stCxn id="101" idx="4"/>
            <a:endCxn id="220" idx="0"/>
          </p:cNvCxnSpPr>
          <p:nvPr/>
        </p:nvCxnSpPr>
        <p:spPr>
          <a:xfrm rot="16200000" flipH="1">
            <a:off x="5229424" y="2877973"/>
            <a:ext cx="337815" cy="299452"/>
          </a:xfrm>
          <a:prstGeom prst="bentConnector3">
            <a:avLst>
              <a:gd name="adj1" fmla="val 50000"/>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9" name="Elbow Connector 78">
            <a:extLst>
              <a:ext uri="{FF2B5EF4-FFF2-40B4-BE49-F238E27FC236}">
                <a16:creationId xmlns:a16="http://schemas.microsoft.com/office/drawing/2014/main" id="{421B6720-EC77-63FD-E1B8-059D30B614AD}"/>
              </a:ext>
            </a:extLst>
          </p:cNvPr>
          <p:cNvCxnSpPr>
            <a:cxnSpLocks/>
            <a:stCxn id="104" idx="4"/>
          </p:cNvCxnSpPr>
          <p:nvPr/>
        </p:nvCxnSpPr>
        <p:spPr>
          <a:xfrm rot="16200000" flipH="1">
            <a:off x="6295764" y="2639869"/>
            <a:ext cx="331886" cy="769732"/>
          </a:xfrm>
          <a:prstGeom prst="bentConnector3">
            <a:avLst>
              <a:gd name="adj1" fmla="val 50000"/>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80" name="Elbow Connector 79">
            <a:extLst>
              <a:ext uri="{FF2B5EF4-FFF2-40B4-BE49-F238E27FC236}">
                <a16:creationId xmlns:a16="http://schemas.microsoft.com/office/drawing/2014/main" id="{A1CEAA09-1F1B-33C0-AA27-487684981484}"/>
              </a:ext>
            </a:extLst>
          </p:cNvPr>
          <p:cNvCxnSpPr>
            <a:cxnSpLocks/>
            <a:stCxn id="109" idx="4"/>
            <a:endCxn id="58" idx="0"/>
          </p:cNvCxnSpPr>
          <p:nvPr/>
        </p:nvCxnSpPr>
        <p:spPr>
          <a:xfrm rot="16200000" flipH="1">
            <a:off x="7721414" y="2791125"/>
            <a:ext cx="337104" cy="472437"/>
          </a:xfrm>
          <a:prstGeom prst="bentConnector3">
            <a:avLst>
              <a:gd name="adj1" fmla="val 50000"/>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81" name="Elbow Connector 80">
            <a:extLst>
              <a:ext uri="{FF2B5EF4-FFF2-40B4-BE49-F238E27FC236}">
                <a16:creationId xmlns:a16="http://schemas.microsoft.com/office/drawing/2014/main" id="{BB8E4E0C-B0AF-7887-B3AA-8ECD5D36DE4A}"/>
              </a:ext>
            </a:extLst>
          </p:cNvPr>
          <p:cNvCxnSpPr>
            <a:cxnSpLocks/>
            <a:stCxn id="112" idx="3"/>
            <a:endCxn id="66" idx="0"/>
          </p:cNvCxnSpPr>
          <p:nvPr/>
        </p:nvCxnSpPr>
        <p:spPr>
          <a:xfrm rot="16200000" flipH="1">
            <a:off x="9309592" y="3017484"/>
            <a:ext cx="347116" cy="9707"/>
          </a:xfrm>
          <a:prstGeom prst="bentConnector3">
            <a:avLst>
              <a:gd name="adj1" fmla="val 50000"/>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82" name="Elbow Connector 81">
            <a:extLst>
              <a:ext uri="{FF2B5EF4-FFF2-40B4-BE49-F238E27FC236}">
                <a16:creationId xmlns:a16="http://schemas.microsoft.com/office/drawing/2014/main" id="{E7F7E8B5-EDFC-588D-AD72-CF676C7C1280}"/>
              </a:ext>
            </a:extLst>
          </p:cNvPr>
          <p:cNvCxnSpPr>
            <a:cxnSpLocks/>
            <a:stCxn id="117" idx="4"/>
            <a:endCxn id="73" idx="0"/>
          </p:cNvCxnSpPr>
          <p:nvPr/>
        </p:nvCxnSpPr>
        <p:spPr>
          <a:xfrm rot="5400000">
            <a:off x="10913143" y="2732409"/>
            <a:ext cx="337104" cy="589870"/>
          </a:xfrm>
          <a:prstGeom prst="bentConnector3">
            <a:avLst>
              <a:gd name="adj1" fmla="val 50000"/>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83" name="Elbow Connector 82">
            <a:extLst>
              <a:ext uri="{FF2B5EF4-FFF2-40B4-BE49-F238E27FC236}">
                <a16:creationId xmlns:a16="http://schemas.microsoft.com/office/drawing/2014/main" id="{B30F9E53-245A-3635-4467-9045B5E29256}"/>
              </a:ext>
            </a:extLst>
          </p:cNvPr>
          <p:cNvCxnSpPr>
            <a:cxnSpLocks/>
            <a:stCxn id="114" idx="4"/>
            <a:endCxn id="196" idx="0"/>
          </p:cNvCxnSpPr>
          <p:nvPr/>
        </p:nvCxnSpPr>
        <p:spPr>
          <a:xfrm rot="16200000" flipH="1">
            <a:off x="3760721" y="2786113"/>
            <a:ext cx="331886" cy="477244"/>
          </a:xfrm>
          <a:prstGeom prst="bentConnector3">
            <a:avLst>
              <a:gd name="adj1" fmla="val 50000"/>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4" name="TextBox 83">
            <a:extLst>
              <a:ext uri="{FF2B5EF4-FFF2-40B4-BE49-F238E27FC236}">
                <a16:creationId xmlns:a16="http://schemas.microsoft.com/office/drawing/2014/main" id="{000A384D-7D59-6F65-93AB-7336372CC6DC}"/>
              </a:ext>
            </a:extLst>
          </p:cNvPr>
          <p:cNvSpPr txBox="1"/>
          <p:nvPr/>
        </p:nvSpPr>
        <p:spPr>
          <a:xfrm>
            <a:off x="1123775" y="2134565"/>
            <a:ext cx="2986878" cy="216671"/>
          </a:xfrm>
          <a:prstGeom prst="roundRect">
            <a:avLst/>
          </a:prstGeom>
          <a:noFill/>
          <a:ln>
            <a:solidFill>
              <a:schemeClr val="tx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Campaign Planning</a:t>
            </a:r>
          </a:p>
        </p:txBody>
      </p:sp>
      <p:sp>
        <p:nvSpPr>
          <p:cNvPr id="85" name="TextBox 84">
            <a:extLst>
              <a:ext uri="{FF2B5EF4-FFF2-40B4-BE49-F238E27FC236}">
                <a16:creationId xmlns:a16="http://schemas.microsoft.com/office/drawing/2014/main" id="{69EDF0DE-C92F-29D1-A20E-093450104C39}"/>
              </a:ext>
            </a:extLst>
          </p:cNvPr>
          <p:cNvSpPr txBox="1"/>
          <p:nvPr/>
        </p:nvSpPr>
        <p:spPr>
          <a:xfrm>
            <a:off x="4187182" y="2134565"/>
            <a:ext cx="2194560" cy="216671"/>
          </a:xfrm>
          <a:prstGeom prst="roundRect">
            <a:avLst/>
          </a:prstGeom>
          <a:noFill/>
          <a:ln>
            <a:solidFill>
              <a:schemeClr val="tx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Campaign Design</a:t>
            </a:r>
          </a:p>
        </p:txBody>
      </p:sp>
      <p:sp>
        <p:nvSpPr>
          <p:cNvPr id="86" name="TextBox 85">
            <a:extLst>
              <a:ext uri="{FF2B5EF4-FFF2-40B4-BE49-F238E27FC236}">
                <a16:creationId xmlns:a16="http://schemas.microsoft.com/office/drawing/2014/main" id="{F99D274A-E198-3217-66F4-C1682187A628}"/>
              </a:ext>
            </a:extLst>
          </p:cNvPr>
          <p:cNvSpPr txBox="1"/>
          <p:nvPr/>
        </p:nvSpPr>
        <p:spPr>
          <a:xfrm>
            <a:off x="6473517" y="2134565"/>
            <a:ext cx="3177048" cy="216671"/>
          </a:xfrm>
          <a:prstGeom prst="roundRect">
            <a:avLst/>
          </a:prstGeom>
          <a:noFill/>
          <a:ln>
            <a:solidFill>
              <a:schemeClr val="tx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Campaign Execution &amp; Follow Up</a:t>
            </a:r>
          </a:p>
        </p:txBody>
      </p:sp>
      <p:sp>
        <p:nvSpPr>
          <p:cNvPr id="87" name="TextBox 86">
            <a:extLst>
              <a:ext uri="{FF2B5EF4-FFF2-40B4-BE49-F238E27FC236}">
                <a16:creationId xmlns:a16="http://schemas.microsoft.com/office/drawing/2014/main" id="{CDD51649-D67D-AE6D-D610-BC1F8EA248CE}"/>
              </a:ext>
            </a:extLst>
          </p:cNvPr>
          <p:cNvSpPr txBox="1"/>
          <p:nvPr/>
        </p:nvSpPr>
        <p:spPr>
          <a:xfrm>
            <a:off x="9742340" y="2134564"/>
            <a:ext cx="1851364" cy="219456"/>
          </a:xfrm>
          <a:prstGeom prst="roundRect">
            <a:avLst/>
          </a:prstGeom>
          <a:noFill/>
          <a:ln>
            <a:solidFill>
              <a:schemeClr val="tx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Campaign Supervision</a:t>
            </a:r>
          </a:p>
        </p:txBody>
      </p:sp>
      <p:sp>
        <p:nvSpPr>
          <p:cNvPr id="88" name="TextBox 87">
            <a:extLst>
              <a:ext uri="{FF2B5EF4-FFF2-40B4-BE49-F238E27FC236}">
                <a16:creationId xmlns:a16="http://schemas.microsoft.com/office/drawing/2014/main" id="{DD84A230-D8F4-42A3-2819-913EB988CE32}"/>
              </a:ext>
            </a:extLst>
          </p:cNvPr>
          <p:cNvSpPr txBox="1"/>
          <p:nvPr/>
        </p:nvSpPr>
        <p:spPr>
          <a:xfrm>
            <a:off x="196079" y="2384132"/>
            <a:ext cx="927445" cy="356124"/>
          </a:xfrm>
          <a:prstGeom prst="rect">
            <a:avLst/>
          </a:prstGeom>
          <a:noFill/>
          <a:ln>
            <a:noFill/>
          </a:ln>
        </p:spPr>
        <p:txBody>
          <a:bodyPr vert="horz" wrap="square" lIns="90000" tIns="46800" rIns="90000" bIns="46800" rtlCol="0" anchor="ctr">
            <a:spAutoFit/>
          </a:body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1000" b="1" i="0" u="none" strike="noStrike" kern="1200" cap="none" spc="0" normalizeH="0" baseline="0" noProof="0">
                <a:ln>
                  <a:noFill/>
                </a:ln>
                <a:effectLst/>
                <a:uLnTx/>
                <a:uFillTx/>
                <a:latin typeface="Ubuntu"/>
                <a:ea typeface="+mn-ea"/>
                <a:cs typeface="+mn-cs"/>
              </a:rPr>
              <a:t>L3</a:t>
            </a:r>
            <a:br>
              <a:rPr kumimoji="0" lang="en-US" sz="1100" b="0" i="1" u="none" strike="noStrike" kern="1200" cap="none" spc="0" normalizeH="0" baseline="0" noProof="0">
                <a:ln>
                  <a:noFill/>
                </a:ln>
                <a:effectLst/>
                <a:uLnTx/>
                <a:uFillTx/>
                <a:latin typeface="Ubuntu"/>
                <a:ea typeface="+mn-ea"/>
                <a:cs typeface="+mn-cs"/>
              </a:rPr>
            </a:br>
            <a:r>
              <a:rPr kumimoji="0" lang="en-US" sz="700" b="0" i="1" u="none" strike="noStrike" kern="1200" cap="none" spc="0" normalizeH="0" baseline="0" noProof="0">
                <a:ln>
                  <a:noFill/>
                </a:ln>
                <a:effectLst/>
                <a:uLnTx/>
                <a:uFillTx/>
                <a:latin typeface="Ubuntu"/>
                <a:ea typeface="+mn-ea"/>
                <a:cs typeface="+mn-cs"/>
              </a:rPr>
              <a:t>13 macro tasks</a:t>
            </a:r>
          </a:p>
        </p:txBody>
      </p:sp>
      <p:cxnSp>
        <p:nvCxnSpPr>
          <p:cNvPr id="89" name="Straight Connector 88">
            <a:extLst>
              <a:ext uri="{FF2B5EF4-FFF2-40B4-BE49-F238E27FC236}">
                <a16:creationId xmlns:a16="http://schemas.microsoft.com/office/drawing/2014/main" id="{9E64A737-8FA2-78E3-6074-B31D1CFB1C39}"/>
              </a:ext>
            </a:extLst>
          </p:cNvPr>
          <p:cNvCxnSpPr>
            <a:cxnSpLocks/>
          </p:cNvCxnSpPr>
          <p:nvPr/>
        </p:nvCxnSpPr>
        <p:spPr>
          <a:xfrm>
            <a:off x="1120555" y="2562194"/>
            <a:ext cx="10607040" cy="0"/>
          </a:xfrm>
          <a:prstGeom prst="line">
            <a:avLst/>
          </a:prstGeom>
          <a:ln w="3175">
            <a:solidFill>
              <a:schemeClr val="bg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90" name="Rounded Rectangle 89">
            <a:extLst>
              <a:ext uri="{FF2B5EF4-FFF2-40B4-BE49-F238E27FC236}">
                <a16:creationId xmlns:a16="http://schemas.microsoft.com/office/drawing/2014/main" id="{8383368F-9D19-7C92-1AB4-FC6E17538BEB}"/>
              </a:ext>
            </a:extLst>
          </p:cNvPr>
          <p:cNvSpPr/>
          <p:nvPr/>
        </p:nvSpPr>
        <p:spPr>
          <a:xfrm rot="16200000">
            <a:off x="-505656" y="2213296"/>
            <a:ext cx="1420720" cy="257073"/>
          </a:xfrm>
          <a:prstGeom prst="roundRect">
            <a:avLst/>
          </a:prstGeom>
          <a:solidFill>
            <a:srgbClr val="3C3F52">
              <a:alpha val="8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FR" sz="1100" b="1" i="0" u="none" strike="noStrike" kern="1200" cap="none" spc="0" normalizeH="0" baseline="0" noProof="0">
                <a:ln>
                  <a:noFill/>
                </a:ln>
                <a:solidFill>
                  <a:srgbClr val="FFFFFF"/>
                </a:solidFill>
                <a:effectLst/>
                <a:uLnTx/>
                <a:uFillTx/>
                <a:latin typeface="Ubuntu"/>
                <a:ea typeface="+mn-ea"/>
                <a:cs typeface="+mn-cs"/>
              </a:rPr>
              <a:t>PROCESSES</a:t>
            </a:r>
          </a:p>
        </p:txBody>
      </p:sp>
      <p:sp>
        <p:nvSpPr>
          <p:cNvPr id="91" name="Rounded Rectangle 90">
            <a:extLst>
              <a:ext uri="{FF2B5EF4-FFF2-40B4-BE49-F238E27FC236}">
                <a16:creationId xmlns:a16="http://schemas.microsoft.com/office/drawing/2014/main" id="{A0E4B5E9-D452-53CA-6093-042B49C7DA08}"/>
              </a:ext>
            </a:extLst>
          </p:cNvPr>
          <p:cNvSpPr/>
          <p:nvPr/>
        </p:nvSpPr>
        <p:spPr>
          <a:xfrm rot="16200000">
            <a:off x="-609002" y="3802725"/>
            <a:ext cx="1627411" cy="257073"/>
          </a:xfrm>
          <a:prstGeom prst="roundRect">
            <a:avLst/>
          </a:prstGeom>
          <a:solidFill>
            <a:srgbClr val="3C3F52">
              <a:alpha val="8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FR" sz="1100" b="1" i="0" u="none" strike="noStrike" kern="1200" cap="none" spc="0" normalizeH="0" baseline="0" noProof="0">
                <a:ln>
                  <a:noFill/>
                </a:ln>
                <a:solidFill>
                  <a:srgbClr val="FFFFFF"/>
                </a:solidFill>
                <a:effectLst/>
                <a:uLnTx/>
                <a:uFillTx/>
                <a:latin typeface="Ubuntu"/>
                <a:ea typeface="+mn-ea"/>
                <a:cs typeface="+mn-cs"/>
              </a:rPr>
              <a:t>DATA &amp; AI</a:t>
            </a:r>
          </a:p>
        </p:txBody>
      </p:sp>
      <p:grpSp>
        <p:nvGrpSpPr>
          <p:cNvPr id="92" name="Group 91">
            <a:extLst>
              <a:ext uri="{FF2B5EF4-FFF2-40B4-BE49-F238E27FC236}">
                <a16:creationId xmlns:a16="http://schemas.microsoft.com/office/drawing/2014/main" id="{E5AF0875-B8BD-D867-0930-CF478D412DC8}"/>
              </a:ext>
            </a:extLst>
          </p:cNvPr>
          <p:cNvGrpSpPr/>
          <p:nvPr/>
        </p:nvGrpSpPr>
        <p:grpSpPr>
          <a:xfrm>
            <a:off x="76170" y="4806744"/>
            <a:ext cx="9145576" cy="747668"/>
            <a:chOff x="79250" y="4431599"/>
            <a:chExt cx="9145576" cy="747668"/>
          </a:xfrm>
        </p:grpSpPr>
        <p:sp>
          <p:nvSpPr>
            <p:cNvPr id="93" name="Rectangle 92">
              <a:extLst>
                <a:ext uri="{FF2B5EF4-FFF2-40B4-BE49-F238E27FC236}">
                  <a16:creationId xmlns:a16="http://schemas.microsoft.com/office/drawing/2014/main" id="{810D9868-DAB9-D817-FF71-A9A80025C879}"/>
                </a:ext>
              </a:extLst>
            </p:cNvPr>
            <p:cNvSpPr/>
            <p:nvPr/>
          </p:nvSpPr>
          <p:spPr>
            <a:xfrm>
              <a:off x="3735568" y="4520217"/>
              <a:ext cx="5489258" cy="180000"/>
            </a:xfrm>
            <a:prstGeom prst="rect">
              <a:avLst/>
            </a:prstGeom>
            <a:noFill/>
            <a:ln>
              <a:no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Ubuntu"/>
                  <a:ea typeface="+mn-ea"/>
                  <a:cs typeface="+mn-cs"/>
                </a:rPr>
                <a:t>Transforming the apps landscape, integrating with apps, infrastructures &amp; data landscapes:</a:t>
              </a:r>
            </a:p>
          </p:txBody>
        </p:sp>
        <p:sp>
          <p:nvSpPr>
            <p:cNvPr id="94" name="Rounded Rectangle 93">
              <a:extLst>
                <a:ext uri="{FF2B5EF4-FFF2-40B4-BE49-F238E27FC236}">
                  <a16:creationId xmlns:a16="http://schemas.microsoft.com/office/drawing/2014/main" id="{B8F97791-C184-4791-82FC-77332029794D}"/>
                </a:ext>
              </a:extLst>
            </p:cNvPr>
            <p:cNvSpPr/>
            <p:nvPr/>
          </p:nvSpPr>
          <p:spPr>
            <a:xfrm rot="16200000">
              <a:off x="-166047" y="4676896"/>
              <a:ext cx="747668" cy="257073"/>
            </a:xfrm>
            <a:prstGeom prst="roundRect">
              <a:avLst/>
            </a:prstGeom>
            <a:solidFill>
              <a:srgbClr val="3C3F52">
                <a:alpha val="8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FR" sz="1100" b="1" i="0" u="none" strike="noStrike" kern="1200" cap="none" spc="0" normalizeH="0" baseline="0" noProof="0">
                  <a:ln>
                    <a:noFill/>
                  </a:ln>
                  <a:solidFill>
                    <a:srgbClr val="FFFFFF"/>
                  </a:solidFill>
                  <a:effectLst/>
                  <a:uLnTx/>
                  <a:uFillTx/>
                  <a:latin typeface="Ubuntu"/>
                  <a:ea typeface="+mn-ea"/>
                  <a:cs typeface="+mn-cs"/>
                </a:rPr>
                <a:t>DIGITAL</a:t>
              </a:r>
            </a:p>
          </p:txBody>
        </p:sp>
      </p:grpSp>
      <p:cxnSp>
        <p:nvCxnSpPr>
          <p:cNvPr id="95" name="Straight Connector 94">
            <a:extLst>
              <a:ext uri="{FF2B5EF4-FFF2-40B4-BE49-F238E27FC236}">
                <a16:creationId xmlns:a16="http://schemas.microsoft.com/office/drawing/2014/main" id="{028F8982-267F-8F19-EF4D-E1457E04B8D5}"/>
              </a:ext>
            </a:extLst>
          </p:cNvPr>
          <p:cNvCxnSpPr>
            <a:cxnSpLocks/>
          </p:cNvCxnSpPr>
          <p:nvPr/>
        </p:nvCxnSpPr>
        <p:spPr>
          <a:xfrm>
            <a:off x="1124645" y="2821847"/>
            <a:ext cx="10607040" cy="0"/>
          </a:xfrm>
          <a:prstGeom prst="line">
            <a:avLst/>
          </a:prstGeom>
          <a:ln w="31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96" name="Oval 95">
            <a:extLst>
              <a:ext uri="{FF2B5EF4-FFF2-40B4-BE49-F238E27FC236}">
                <a16:creationId xmlns:a16="http://schemas.microsoft.com/office/drawing/2014/main" id="{79A2A613-9641-4247-66FF-E6F2655A9760}"/>
              </a:ext>
            </a:extLst>
          </p:cNvPr>
          <p:cNvSpPr/>
          <p:nvPr/>
        </p:nvSpPr>
        <p:spPr>
          <a:xfrm>
            <a:off x="1584313" y="2790428"/>
            <a:ext cx="62217" cy="68364"/>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chemeClr val="tx1"/>
              </a:solidFill>
              <a:effectLst/>
              <a:uLnTx/>
              <a:uFillTx/>
              <a:latin typeface="Ubuntu"/>
              <a:ea typeface="+mn-ea"/>
              <a:cs typeface="+mn-cs"/>
            </a:endParaRPr>
          </a:p>
        </p:txBody>
      </p:sp>
      <p:sp>
        <p:nvSpPr>
          <p:cNvPr id="97" name="Oval 96">
            <a:extLst>
              <a:ext uri="{FF2B5EF4-FFF2-40B4-BE49-F238E27FC236}">
                <a16:creationId xmlns:a16="http://schemas.microsoft.com/office/drawing/2014/main" id="{DCBCCE25-B628-BF6C-0ED6-BBD56E075A2F}"/>
              </a:ext>
            </a:extLst>
          </p:cNvPr>
          <p:cNvSpPr/>
          <p:nvPr/>
        </p:nvSpPr>
        <p:spPr>
          <a:xfrm>
            <a:off x="1873590" y="2790428"/>
            <a:ext cx="62217" cy="68364"/>
          </a:xfrm>
          <a:prstGeom prst="ellipse">
            <a:avLst/>
          </a:prstGeom>
          <a:solidFill>
            <a:srgbClr val="C0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98" name="Oval 97">
            <a:extLst>
              <a:ext uri="{FF2B5EF4-FFF2-40B4-BE49-F238E27FC236}">
                <a16:creationId xmlns:a16="http://schemas.microsoft.com/office/drawing/2014/main" id="{A18EF341-5CAB-D0AD-5884-76A3C9D989F1}"/>
              </a:ext>
            </a:extLst>
          </p:cNvPr>
          <p:cNvSpPr/>
          <p:nvPr/>
        </p:nvSpPr>
        <p:spPr>
          <a:xfrm>
            <a:off x="1347868" y="2790428"/>
            <a:ext cx="62217" cy="68364"/>
          </a:xfrm>
          <a:prstGeom prst="ellipse">
            <a:avLst/>
          </a:prstGeom>
          <a:solidFill>
            <a:srgbClr val="00B05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99" name="Oval 98">
            <a:extLst>
              <a:ext uri="{FF2B5EF4-FFF2-40B4-BE49-F238E27FC236}">
                <a16:creationId xmlns:a16="http://schemas.microsoft.com/office/drawing/2014/main" id="{DB158879-E6EA-6EB5-5F5E-F4FFB827DD9B}"/>
              </a:ext>
            </a:extLst>
          </p:cNvPr>
          <p:cNvSpPr/>
          <p:nvPr/>
        </p:nvSpPr>
        <p:spPr>
          <a:xfrm>
            <a:off x="4368477" y="2790428"/>
            <a:ext cx="62217" cy="68364"/>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00" name="Oval 99">
            <a:extLst>
              <a:ext uri="{FF2B5EF4-FFF2-40B4-BE49-F238E27FC236}">
                <a16:creationId xmlns:a16="http://schemas.microsoft.com/office/drawing/2014/main" id="{33FEF0E8-FA70-7BE9-3DA0-1A03CC702DB4}"/>
              </a:ext>
            </a:extLst>
          </p:cNvPr>
          <p:cNvSpPr/>
          <p:nvPr/>
        </p:nvSpPr>
        <p:spPr>
          <a:xfrm>
            <a:off x="4552557" y="2790428"/>
            <a:ext cx="62217" cy="68364"/>
          </a:xfrm>
          <a:prstGeom prst="ellipse">
            <a:avLst/>
          </a:prstGeom>
          <a:solidFill>
            <a:srgbClr val="FF455E"/>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01" name="Oval 100">
            <a:extLst>
              <a:ext uri="{FF2B5EF4-FFF2-40B4-BE49-F238E27FC236}">
                <a16:creationId xmlns:a16="http://schemas.microsoft.com/office/drawing/2014/main" id="{412F41D9-B245-46F4-119B-0E13EB312736}"/>
              </a:ext>
            </a:extLst>
          </p:cNvPr>
          <p:cNvSpPr/>
          <p:nvPr/>
        </p:nvSpPr>
        <p:spPr>
          <a:xfrm>
            <a:off x="5217496" y="2790428"/>
            <a:ext cx="62217" cy="68364"/>
          </a:xfrm>
          <a:prstGeom prst="ellipse">
            <a:avLst/>
          </a:prstGeom>
          <a:solidFill>
            <a:srgbClr val="C0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02" name="Oval 101">
            <a:extLst>
              <a:ext uri="{FF2B5EF4-FFF2-40B4-BE49-F238E27FC236}">
                <a16:creationId xmlns:a16="http://schemas.microsoft.com/office/drawing/2014/main" id="{5B30A9EC-48FF-46D7-969E-377AB3124216}"/>
              </a:ext>
            </a:extLst>
          </p:cNvPr>
          <p:cNvSpPr/>
          <p:nvPr/>
        </p:nvSpPr>
        <p:spPr>
          <a:xfrm>
            <a:off x="5330668" y="2790428"/>
            <a:ext cx="62217" cy="68364"/>
          </a:xfrm>
          <a:prstGeom prst="ellipse">
            <a:avLst/>
          </a:prstGeom>
          <a:solidFill>
            <a:srgbClr val="57CF8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03" name="Oval 102">
            <a:extLst>
              <a:ext uri="{FF2B5EF4-FFF2-40B4-BE49-F238E27FC236}">
                <a16:creationId xmlns:a16="http://schemas.microsoft.com/office/drawing/2014/main" id="{A8ACFAE4-4938-C40D-B52D-84AB9E49E863}"/>
              </a:ext>
            </a:extLst>
          </p:cNvPr>
          <p:cNvSpPr/>
          <p:nvPr/>
        </p:nvSpPr>
        <p:spPr>
          <a:xfrm>
            <a:off x="5909091" y="2790428"/>
            <a:ext cx="62217" cy="68364"/>
          </a:xfrm>
          <a:prstGeom prst="ellipse">
            <a:avLst/>
          </a:prstGeom>
          <a:solidFill>
            <a:srgbClr val="FF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04" name="Oval 103">
            <a:extLst>
              <a:ext uri="{FF2B5EF4-FFF2-40B4-BE49-F238E27FC236}">
                <a16:creationId xmlns:a16="http://schemas.microsoft.com/office/drawing/2014/main" id="{5214FC1E-7E5A-D746-DB6F-5FF85EF45110}"/>
              </a:ext>
            </a:extLst>
          </p:cNvPr>
          <p:cNvSpPr/>
          <p:nvPr/>
        </p:nvSpPr>
        <p:spPr>
          <a:xfrm>
            <a:off x="6045732" y="2790428"/>
            <a:ext cx="62217" cy="68364"/>
          </a:xfrm>
          <a:prstGeom prst="ellipse">
            <a:avLst/>
          </a:prstGeom>
          <a:solidFill>
            <a:srgbClr val="C0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05" name="Oval 104">
            <a:extLst>
              <a:ext uri="{FF2B5EF4-FFF2-40B4-BE49-F238E27FC236}">
                <a16:creationId xmlns:a16="http://schemas.microsoft.com/office/drawing/2014/main" id="{658F6549-2F48-2C69-07B9-AB010B6F80DF}"/>
              </a:ext>
            </a:extLst>
          </p:cNvPr>
          <p:cNvSpPr/>
          <p:nvPr/>
        </p:nvSpPr>
        <p:spPr>
          <a:xfrm>
            <a:off x="4710908" y="2790428"/>
            <a:ext cx="62217" cy="68364"/>
          </a:xfrm>
          <a:prstGeom prst="ellipse">
            <a:avLst/>
          </a:prstGeom>
          <a:solidFill>
            <a:srgbClr val="E557AD"/>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06" name="Oval 105">
            <a:extLst>
              <a:ext uri="{FF2B5EF4-FFF2-40B4-BE49-F238E27FC236}">
                <a16:creationId xmlns:a16="http://schemas.microsoft.com/office/drawing/2014/main" id="{3BFE2DC4-962B-D892-9102-7E19314336BC}"/>
              </a:ext>
            </a:extLst>
          </p:cNvPr>
          <p:cNvSpPr/>
          <p:nvPr/>
        </p:nvSpPr>
        <p:spPr>
          <a:xfrm>
            <a:off x="6753556" y="2790428"/>
            <a:ext cx="62217" cy="68364"/>
          </a:xfrm>
          <a:prstGeom prst="ellipse">
            <a:avLst/>
          </a:prstGeom>
          <a:solidFill>
            <a:schemeClr val="accent3">
              <a:lumMod val="50000"/>
              <a:lumOff val="5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07" name="Oval 106">
            <a:extLst>
              <a:ext uri="{FF2B5EF4-FFF2-40B4-BE49-F238E27FC236}">
                <a16:creationId xmlns:a16="http://schemas.microsoft.com/office/drawing/2014/main" id="{DCC00EBD-5908-4BE0-E305-C301971410BB}"/>
              </a:ext>
            </a:extLst>
          </p:cNvPr>
          <p:cNvSpPr/>
          <p:nvPr/>
        </p:nvSpPr>
        <p:spPr>
          <a:xfrm>
            <a:off x="7413667" y="2790428"/>
            <a:ext cx="62217" cy="68364"/>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08" name="Oval 107">
            <a:extLst>
              <a:ext uri="{FF2B5EF4-FFF2-40B4-BE49-F238E27FC236}">
                <a16:creationId xmlns:a16="http://schemas.microsoft.com/office/drawing/2014/main" id="{582CEEF4-1B19-C115-56D3-77174DA3347E}"/>
              </a:ext>
            </a:extLst>
          </p:cNvPr>
          <p:cNvSpPr/>
          <p:nvPr/>
        </p:nvSpPr>
        <p:spPr>
          <a:xfrm>
            <a:off x="7855899" y="2790428"/>
            <a:ext cx="62217" cy="68364"/>
          </a:xfrm>
          <a:prstGeom prst="ellipse">
            <a:avLst/>
          </a:prstGeom>
          <a:solidFill>
            <a:srgbClr val="E557AD"/>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09" name="Oval 108">
            <a:extLst>
              <a:ext uri="{FF2B5EF4-FFF2-40B4-BE49-F238E27FC236}">
                <a16:creationId xmlns:a16="http://schemas.microsoft.com/office/drawing/2014/main" id="{263D77BC-3942-413E-83E7-AAB8444DC41D}"/>
              </a:ext>
            </a:extLst>
          </p:cNvPr>
          <p:cNvSpPr/>
          <p:nvPr/>
        </p:nvSpPr>
        <p:spPr>
          <a:xfrm>
            <a:off x="7622639" y="2790428"/>
            <a:ext cx="62217" cy="68364"/>
          </a:xfrm>
          <a:prstGeom prst="ellipse">
            <a:avLst/>
          </a:prstGeom>
          <a:solidFill>
            <a:srgbClr val="C0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10" name="Oval 109">
            <a:extLst>
              <a:ext uri="{FF2B5EF4-FFF2-40B4-BE49-F238E27FC236}">
                <a16:creationId xmlns:a16="http://schemas.microsoft.com/office/drawing/2014/main" id="{2E73EA71-259D-07CE-613F-56EB336D1401}"/>
              </a:ext>
            </a:extLst>
          </p:cNvPr>
          <p:cNvSpPr/>
          <p:nvPr/>
        </p:nvSpPr>
        <p:spPr>
          <a:xfrm>
            <a:off x="8271171" y="2790428"/>
            <a:ext cx="62217" cy="68364"/>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11" name="Oval 110">
            <a:extLst>
              <a:ext uri="{FF2B5EF4-FFF2-40B4-BE49-F238E27FC236}">
                <a16:creationId xmlns:a16="http://schemas.microsoft.com/office/drawing/2014/main" id="{5FC9E1BD-3D1B-84AC-EC36-47683D81C1AD}"/>
              </a:ext>
            </a:extLst>
          </p:cNvPr>
          <p:cNvSpPr/>
          <p:nvPr/>
        </p:nvSpPr>
        <p:spPr>
          <a:xfrm>
            <a:off x="8568773" y="2790428"/>
            <a:ext cx="62217" cy="68364"/>
          </a:xfrm>
          <a:prstGeom prst="ellipse">
            <a:avLst/>
          </a:prstGeom>
          <a:solidFill>
            <a:srgbClr val="FF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12" name="Oval 111">
            <a:extLst>
              <a:ext uri="{FF2B5EF4-FFF2-40B4-BE49-F238E27FC236}">
                <a16:creationId xmlns:a16="http://schemas.microsoft.com/office/drawing/2014/main" id="{C8939E9C-3D35-3117-30A1-106222F6FA83}"/>
              </a:ext>
            </a:extLst>
          </p:cNvPr>
          <p:cNvSpPr/>
          <p:nvPr/>
        </p:nvSpPr>
        <p:spPr>
          <a:xfrm>
            <a:off x="9469186" y="2790428"/>
            <a:ext cx="62217" cy="68364"/>
          </a:xfrm>
          <a:prstGeom prst="ellipse">
            <a:avLst/>
          </a:prstGeom>
          <a:solidFill>
            <a:srgbClr val="E557AD"/>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13" name="Oval 112">
            <a:extLst>
              <a:ext uri="{FF2B5EF4-FFF2-40B4-BE49-F238E27FC236}">
                <a16:creationId xmlns:a16="http://schemas.microsoft.com/office/drawing/2014/main" id="{A1C6318A-E917-7B6C-8CD1-BDF2AD134C47}"/>
              </a:ext>
            </a:extLst>
          </p:cNvPr>
          <p:cNvSpPr/>
          <p:nvPr/>
        </p:nvSpPr>
        <p:spPr>
          <a:xfrm>
            <a:off x="2750553" y="2790428"/>
            <a:ext cx="62217" cy="68364"/>
          </a:xfrm>
          <a:prstGeom prst="ellipse">
            <a:avLst/>
          </a:prstGeom>
          <a:solidFill>
            <a:srgbClr val="FF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14" name="Oval 113">
            <a:extLst>
              <a:ext uri="{FF2B5EF4-FFF2-40B4-BE49-F238E27FC236}">
                <a16:creationId xmlns:a16="http://schemas.microsoft.com/office/drawing/2014/main" id="{6360E94F-3B23-554A-C972-48253D0076BF}"/>
              </a:ext>
            </a:extLst>
          </p:cNvPr>
          <p:cNvSpPr/>
          <p:nvPr/>
        </p:nvSpPr>
        <p:spPr>
          <a:xfrm>
            <a:off x="3656933" y="2790428"/>
            <a:ext cx="62217" cy="68364"/>
          </a:xfrm>
          <a:prstGeom prst="ellipse">
            <a:avLst/>
          </a:prstGeom>
          <a:solidFill>
            <a:srgbClr val="E557AD"/>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15" name="Oval 114">
            <a:extLst>
              <a:ext uri="{FF2B5EF4-FFF2-40B4-BE49-F238E27FC236}">
                <a16:creationId xmlns:a16="http://schemas.microsoft.com/office/drawing/2014/main" id="{F02E3078-42BE-355E-D323-DEA7DEFB4EF6}"/>
              </a:ext>
            </a:extLst>
          </p:cNvPr>
          <p:cNvSpPr/>
          <p:nvPr/>
        </p:nvSpPr>
        <p:spPr>
          <a:xfrm>
            <a:off x="3890144" y="2790428"/>
            <a:ext cx="62217" cy="68364"/>
          </a:xfrm>
          <a:prstGeom prst="ellipse">
            <a:avLst/>
          </a:prstGeom>
          <a:solidFill>
            <a:srgbClr val="57CF8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16" name="Oval 115">
            <a:extLst>
              <a:ext uri="{FF2B5EF4-FFF2-40B4-BE49-F238E27FC236}">
                <a16:creationId xmlns:a16="http://schemas.microsoft.com/office/drawing/2014/main" id="{BBB1FBE0-35C4-345A-C2BD-F658A3655DE3}"/>
              </a:ext>
            </a:extLst>
          </p:cNvPr>
          <p:cNvSpPr/>
          <p:nvPr/>
        </p:nvSpPr>
        <p:spPr>
          <a:xfrm>
            <a:off x="10664629" y="2790428"/>
            <a:ext cx="62217" cy="68364"/>
          </a:xfrm>
          <a:prstGeom prst="ellipse">
            <a:avLst/>
          </a:prstGeom>
          <a:solidFill>
            <a:srgbClr val="FF304D"/>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17" name="Oval 116">
            <a:extLst>
              <a:ext uri="{FF2B5EF4-FFF2-40B4-BE49-F238E27FC236}">
                <a16:creationId xmlns:a16="http://schemas.microsoft.com/office/drawing/2014/main" id="{1FC23797-D364-9965-657F-8886758BB1CD}"/>
              </a:ext>
            </a:extLst>
          </p:cNvPr>
          <p:cNvSpPr/>
          <p:nvPr/>
        </p:nvSpPr>
        <p:spPr>
          <a:xfrm>
            <a:off x="11345521" y="2790428"/>
            <a:ext cx="62217" cy="68364"/>
          </a:xfrm>
          <a:prstGeom prst="ellipse">
            <a:avLst/>
          </a:prstGeom>
          <a:solidFill>
            <a:srgbClr val="FF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21" name="TextBox 120">
            <a:extLst>
              <a:ext uri="{FF2B5EF4-FFF2-40B4-BE49-F238E27FC236}">
                <a16:creationId xmlns:a16="http://schemas.microsoft.com/office/drawing/2014/main" id="{71BB8DAC-61F2-3686-CC04-8E94012276BC}"/>
              </a:ext>
            </a:extLst>
          </p:cNvPr>
          <p:cNvSpPr txBox="1"/>
          <p:nvPr/>
        </p:nvSpPr>
        <p:spPr>
          <a:xfrm>
            <a:off x="5112798" y="3412850"/>
            <a:ext cx="865571" cy="184666"/>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effectLst/>
                <a:uLnTx/>
                <a:uFillTx/>
                <a:latin typeface="Ubuntu"/>
                <a:ea typeface="+mn-ea"/>
                <a:cs typeface="+mn-cs"/>
              </a:rPr>
              <a:t>AGENT</a:t>
            </a:r>
          </a:p>
        </p:txBody>
      </p:sp>
      <p:sp>
        <p:nvSpPr>
          <p:cNvPr id="122" name="TextBox 121">
            <a:extLst>
              <a:ext uri="{FF2B5EF4-FFF2-40B4-BE49-F238E27FC236}">
                <a16:creationId xmlns:a16="http://schemas.microsoft.com/office/drawing/2014/main" id="{DE876EF6-F873-1B22-F7FC-7FF37EABFD71}"/>
              </a:ext>
            </a:extLst>
          </p:cNvPr>
          <p:cNvSpPr txBox="1"/>
          <p:nvPr/>
        </p:nvSpPr>
        <p:spPr>
          <a:xfrm>
            <a:off x="3706278" y="3412850"/>
            <a:ext cx="865571" cy="184666"/>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effectLst/>
                <a:uLnTx/>
                <a:uFillTx/>
                <a:latin typeface="Ubuntu"/>
                <a:ea typeface="+mn-ea"/>
                <a:cs typeface="+mn-cs"/>
              </a:rPr>
              <a:t>GENAI</a:t>
            </a:r>
          </a:p>
        </p:txBody>
      </p:sp>
      <p:sp>
        <p:nvSpPr>
          <p:cNvPr id="123" name="TextBox 122">
            <a:extLst>
              <a:ext uri="{FF2B5EF4-FFF2-40B4-BE49-F238E27FC236}">
                <a16:creationId xmlns:a16="http://schemas.microsoft.com/office/drawing/2014/main" id="{58D4C482-5107-990E-A041-1FD7499579F4}"/>
              </a:ext>
            </a:extLst>
          </p:cNvPr>
          <p:cNvSpPr txBox="1"/>
          <p:nvPr/>
        </p:nvSpPr>
        <p:spPr>
          <a:xfrm>
            <a:off x="2114598" y="3412850"/>
            <a:ext cx="865571" cy="184666"/>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effectLst/>
                <a:uLnTx/>
                <a:uFillTx/>
                <a:latin typeface="Ubuntu"/>
                <a:ea typeface="+mn-ea"/>
                <a:cs typeface="+mn-cs"/>
              </a:rPr>
              <a:t>AGENT</a:t>
            </a:r>
          </a:p>
        </p:txBody>
      </p:sp>
      <p:sp>
        <p:nvSpPr>
          <p:cNvPr id="124" name="TextBox 123">
            <a:extLst>
              <a:ext uri="{FF2B5EF4-FFF2-40B4-BE49-F238E27FC236}">
                <a16:creationId xmlns:a16="http://schemas.microsoft.com/office/drawing/2014/main" id="{1F23ACCF-4C52-7878-D6C4-4EC0C5FC0F70}"/>
              </a:ext>
            </a:extLst>
          </p:cNvPr>
          <p:cNvSpPr txBox="1"/>
          <p:nvPr/>
        </p:nvSpPr>
        <p:spPr>
          <a:xfrm>
            <a:off x="9040451" y="3412850"/>
            <a:ext cx="865571" cy="184666"/>
          </a:xfrm>
          <a:prstGeom prst="rect">
            <a:avLst/>
          </a:prstGeom>
          <a:noFill/>
          <a:ln>
            <a:noFill/>
          </a:ln>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effectLst/>
                <a:uLnTx/>
                <a:uFillTx/>
                <a:latin typeface="Ubuntu"/>
                <a:ea typeface="+mn-ea"/>
                <a:cs typeface="+mn-cs"/>
              </a:rPr>
              <a:t>AGENT</a:t>
            </a:r>
            <a:endParaRPr kumimoji="0" lang="en-US" sz="1800" b="0" i="0" u="none" strike="noStrike" kern="1200" cap="none" spc="0" normalizeH="0" baseline="0" noProof="0">
              <a:ln>
                <a:noFill/>
              </a:ln>
              <a:effectLst/>
              <a:uLnTx/>
              <a:uFillTx/>
              <a:latin typeface="Ubuntu"/>
              <a:ea typeface="+mn-ea"/>
              <a:cs typeface="+mn-cs"/>
            </a:endParaRPr>
          </a:p>
        </p:txBody>
      </p:sp>
      <p:sp>
        <p:nvSpPr>
          <p:cNvPr id="125" name="TextBox 124">
            <a:extLst>
              <a:ext uri="{FF2B5EF4-FFF2-40B4-BE49-F238E27FC236}">
                <a16:creationId xmlns:a16="http://schemas.microsoft.com/office/drawing/2014/main" id="{F08EF220-8D8A-B500-DA24-55829A2C991E}"/>
              </a:ext>
            </a:extLst>
          </p:cNvPr>
          <p:cNvSpPr txBox="1"/>
          <p:nvPr/>
        </p:nvSpPr>
        <p:spPr>
          <a:xfrm>
            <a:off x="7683231" y="3412850"/>
            <a:ext cx="865571" cy="184666"/>
          </a:xfrm>
          <a:prstGeom prst="rect">
            <a:avLst/>
          </a:prstGeom>
          <a:noFill/>
          <a:ln>
            <a:noFill/>
          </a:ln>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effectLst/>
                <a:uLnTx/>
                <a:uFillTx/>
                <a:latin typeface="Ubuntu"/>
                <a:ea typeface="+mn-ea"/>
                <a:cs typeface="+mn-cs"/>
              </a:rPr>
              <a:t>AGENT</a:t>
            </a:r>
            <a:endParaRPr kumimoji="0" lang="en-US" sz="1800" b="0" i="0" u="none" strike="noStrike" kern="1200" cap="none" spc="0" normalizeH="0" baseline="0" noProof="0">
              <a:ln>
                <a:noFill/>
              </a:ln>
              <a:effectLst/>
              <a:uLnTx/>
              <a:uFillTx/>
              <a:latin typeface="Ubuntu"/>
              <a:ea typeface="+mn-ea"/>
              <a:cs typeface="+mn-cs"/>
            </a:endParaRPr>
          </a:p>
        </p:txBody>
      </p:sp>
      <p:sp>
        <p:nvSpPr>
          <p:cNvPr id="126" name="TextBox 125">
            <a:extLst>
              <a:ext uri="{FF2B5EF4-FFF2-40B4-BE49-F238E27FC236}">
                <a16:creationId xmlns:a16="http://schemas.microsoft.com/office/drawing/2014/main" id="{F8C6FF9D-32F7-4496-1F33-CE2D2E911DB2}"/>
              </a:ext>
            </a:extLst>
          </p:cNvPr>
          <p:cNvSpPr txBox="1"/>
          <p:nvPr/>
        </p:nvSpPr>
        <p:spPr>
          <a:xfrm>
            <a:off x="1101687" y="3412850"/>
            <a:ext cx="865571" cy="184666"/>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effectLst/>
                <a:uLnTx/>
                <a:uFillTx/>
                <a:latin typeface="Ubuntu"/>
                <a:ea typeface="+mn-ea"/>
                <a:cs typeface="+mn-cs"/>
              </a:rPr>
              <a:t>AGENT</a:t>
            </a:r>
          </a:p>
        </p:txBody>
      </p:sp>
      <p:sp>
        <p:nvSpPr>
          <p:cNvPr id="127" name="TextBox 126">
            <a:extLst>
              <a:ext uri="{FF2B5EF4-FFF2-40B4-BE49-F238E27FC236}">
                <a16:creationId xmlns:a16="http://schemas.microsoft.com/office/drawing/2014/main" id="{8A5AC622-A092-D57C-0F66-C0F096C7CFFE}"/>
              </a:ext>
            </a:extLst>
          </p:cNvPr>
          <p:cNvSpPr txBox="1"/>
          <p:nvPr/>
        </p:nvSpPr>
        <p:spPr>
          <a:xfrm>
            <a:off x="1149419" y="2446692"/>
            <a:ext cx="1297311"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Performance  Analysis  &amp; Territory wise Brand Analysis</a:t>
            </a:r>
          </a:p>
        </p:txBody>
      </p:sp>
      <p:sp>
        <p:nvSpPr>
          <p:cNvPr id="128" name="TextBox 127">
            <a:extLst>
              <a:ext uri="{FF2B5EF4-FFF2-40B4-BE49-F238E27FC236}">
                <a16:creationId xmlns:a16="http://schemas.microsoft.com/office/drawing/2014/main" id="{F360D07B-D24B-8701-1225-C4875DBAD317}"/>
              </a:ext>
            </a:extLst>
          </p:cNvPr>
          <p:cNvSpPr txBox="1"/>
          <p:nvPr/>
        </p:nvSpPr>
        <p:spPr>
          <a:xfrm>
            <a:off x="2533593" y="2446692"/>
            <a:ext cx="822960"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Select Territories </a:t>
            </a:r>
          </a:p>
        </p:txBody>
      </p:sp>
      <p:sp>
        <p:nvSpPr>
          <p:cNvPr id="129" name="TextBox 128">
            <a:extLst>
              <a:ext uri="{FF2B5EF4-FFF2-40B4-BE49-F238E27FC236}">
                <a16:creationId xmlns:a16="http://schemas.microsoft.com/office/drawing/2014/main" id="{5C22723B-2419-461F-82A5-543EE308542B}"/>
              </a:ext>
            </a:extLst>
          </p:cNvPr>
          <p:cNvSpPr txBox="1"/>
          <p:nvPr/>
        </p:nvSpPr>
        <p:spPr>
          <a:xfrm>
            <a:off x="3470573" y="2446692"/>
            <a:ext cx="640080"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Create Collaterals</a:t>
            </a:r>
          </a:p>
        </p:txBody>
      </p:sp>
      <p:sp>
        <p:nvSpPr>
          <p:cNvPr id="130" name="TextBox 129">
            <a:extLst>
              <a:ext uri="{FF2B5EF4-FFF2-40B4-BE49-F238E27FC236}">
                <a16:creationId xmlns:a16="http://schemas.microsoft.com/office/drawing/2014/main" id="{C9935420-99ED-7F97-0C32-BD1B67898F60}"/>
              </a:ext>
            </a:extLst>
          </p:cNvPr>
          <p:cNvSpPr txBox="1"/>
          <p:nvPr/>
        </p:nvSpPr>
        <p:spPr>
          <a:xfrm>
            <a:off x="4225761" y="2446692"/>
            <a:ext cx="688115"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Content Generation</a:t>
            </a:r>
          </a:p>
        </p:txBody>
      </p:sp>
      <p:sp>
        <p:nvSpPr>
          <p:cNvPr id="131" name="TextBox 130">
            <a:extLst>
              <a:ext uri="{FF2B5EF4-FFF2-40B4-BE49-F238E27FC236}">
                <a16:creationId xmlns:a16="http://schemas.microsoft.com/office/drawing/2014/main" id="{1933495D-ED5F-2262-CE1D-8B69A54F2181}"/>
              </a:ext>
            </a:extLst>
          </p:cNvPr>
          <p:cNvSpPr txBox="1"/>
          <p:nvPr/>
        </p:nvSpPr>
        <p:spPr>
          <a:xfrm>
            <a:off x="4966232" y="2446692"/>
            <a:ext cx="688115"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Content Assembly</a:t>
            </a:r>
          </a:p>
        </p:txBody>
      </p:sp>
      <p:sp>
        <p:nvSpPr>
          <p:cNvPr id="132" name="TextBox 131">
            <a:extLst>
              <a:ext uri="{FF2B5EF4-FFF2-40B4-BE49-F238E27FC236}">
                <a16:creationId xmlns:a16="http://schemas.microsoft.com/office/drawing/2014/main" id="{55A05179-59E1-4A4A-AC88-1730940704E0}"/>
              </a:ext>
            </a:extLst>
          </p:cNvPr>
          <p:cNvSpPr txBox="1"/>
          <p:nvPr/>
        </p:nvSpPr>
        <p:spPr>
          <a:xfrm>
            <a:off x="5717412" y="2446692"/>
            <a:ext cx="688116"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Quality &amp; Compliance</a:t>
            </a:r>
          </a:p>
        </p:txBody>
      </p:sp>
      <p:sp>
        <p:nvSpPr>
          <p:cNvPr id="133" name="TextBox 132">
            <a:extLst>
              <a:ext uri="{FF2B5EF4-FFF2-40B4-BE49-F238E27FC236}">
                <a16:creationId xmlns:a16="http://schemas.microsoft.com/office/drawing/2014/main" id="{1653A93F-E2DB-4D14-E001-F4194BF9677F}"/>
              </a:ext>
            </a:extLst>
          </p:cNvPr>
          <p:cNvSpPr txBox="1"/>
          <p:nvPr/>
        </p:nvSpPr>
        <p:spPr>
          <a:xfrm>
            <a:off x="6498052" y="2446692"/>
            <a:ext cx="731520"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Distribute Campaign</a:t>
            </a:r>
          </a:p>
        </p:txBody>
      </p:sp>
      <p:sp>
        <p:nvSpPr>
          <p:cNvPr id="134" name="TextBox 133">
            <a:extLst>
              <a:ext uri="{FF2B5EF4-FFF2-40B4-BE49-F238E27FC236}">
                <a16:creationId xmlns:a16="http://schemas.microsoft.com/office/drawing/2014/main" id="{93DC1A6E-42E4-02D2-A552-25F0B8AFCA86}"/>
              </a:ext>
            </a:extLst>
          </p:cNvPr>
          <p:cNvSpPr txBox="1"/>
          <p:nvPr/>
        </p:nvSpPr>
        <p:spPr>
          <a:xfrm>
            <a:off x="7300978" y="2446692"/>
            <a:ext cx="731520"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Engage Sales Teams</a:t>
            </a:r>
          </a:p>
        </p:txBody>
      </p:sp>
      <p:sp>
        <p:nvSpPr>
          <p:cNvPr id="135" name="TextBox 134">
            <a:extLst>
              <a:ext uri="{FF2B5EF4-FFF2-40B4-BE49-F238E27FC236}">
                <a16:creationId xmlns:a16="http://schemas.microsoft.com/office/drawing/2014/main" id="{8916FCBA-715C-182A-6322-F999A36FE7C6}"/>
              </a:ext>
            </a:extLst>
          </p:cNvPr>
          <p:cNvSpPr txBox="1"/>
          <p:nvPr/>
        </p:nvSpPr>
        <p:spPr>
          <a:xfrm>
            <a:off x="8940665" y="2446692"/>
            <a:ext cx="731520"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Campaign Adjustments</a:t>
            </a:r>
          </a:p>
        </p:txBody>
      </p:sp>
      <p:sp>
        <p:nvSpPr>
          <p:cNvPr id="136" name="TextBox 135">
            <a:extLst>
              <a:ext uri="{FF2B5EF4-FFF2-40B4-BE49-F238E27FC236}">
                <a16:creationId xmlns:a16="http://schemas.microsoft.com/office/drawing/2014/main" id="{1928AB2E-5E19-2437-FC83-3F9407C5F8AA}"/>
              </a:ext>
            </a:extLst>
          </p:cNvPr>
          <p:cNvSpPr txBox="1"/>
          <p:nvPr/>
        </p:nvSpPr>
        <p:spPr>
          <a:xfrm>
            <a:off x="9768997" y="2446692"/>
            <a:ext cx="558615"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Content Request</a:t>
            </a:r>
          </a:p>
        </p:txBody>
      </p:sp>
      <p:sp>
        <p:nvSpPr>
          <p:cNvPr id="137" name="Oval 136">
            <a:extLst>
              <a:ext uri="{FF2B5EF4-FFF2-40B4-BE49-F238E27FC236}">
                <a16:creationId xmlns:a16="http://schemas.microsoft.com/office/drawing/2014/main" id="{AB68D0DA-0862-491B-FD31-556BD42B64BA}"/>
              </a:ext>
            </a:extLst>
          </p:cNvPr>
          <p:cNvSpPr/>
          <p:nvPr/>
        </p:nvSpPr>
        <p:spPr>
          <a:xfrm>
            <a:off x="2277159" y="2792516"/>
            <a:ext cx="62217" cy="68364"/>
          </a:xfrm>
          <a:prstGeom prst="ellipse">
            <a:avLst/>
          </a:prstGeom>
          <a:solidFill>
            <a:srgbClr val="00B05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38" name="Oval 137">
            <a:extLst>
              <a:ext uri="{FF2B5EF4-FFF2-40B4-BE49-F238E27FC236}">
                <a16:creationId xmlns:a16="http://schemas.microsoft.com/office/drawing/2014/main" id="{BC36CE3F-0A5C-36B5-5D5D-80A4F4845447}"/>
              </a:ext>
            </a:extLst>
          </p:cNvPr>
          <p:cNvSpPr/>
          <p:nvPr/>
        </p:nvSpPr>
        <p:spPr>
          <a:xfrm>
            <a:off x="9061311" y="2790428"/>
            <a:ext cx="62217" cy="68364"/>
          </a:xfrm>
          <a:prstGeom prst="ellipse">
            <a:avLst/>
          </a:prstGeom>
          <a:solidFill>
            <a:srgbClr val="00B05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39" name="Oval 138">
            <a:extLst>
              <a:ext uri="{FF2B5EF4-FFF2-40B4-BE49-F238E27FC236}">
                <a16:creationId xmlns:a16="http://schemas.microsoft.com/office/drawing/2014/main" id="{6ACF7AAC-DAFF-FAB6-053E-62C6E2A8B139}"/>
              </a:ext>
            </a:extLst>
          </p:cNvPr>
          <p:cNvSpPr/>
          <p:nvPr/>
        </p:nvSpPr>
        <p:spPr>
          <a:xfrm>
            <a:off x="6604459" y="2790428"/>
            <a:ext cx="62217" cy="68364"/>
          </a:xfrm>
          <a:prstGeom prst="ellipse">
            <a:avLst/>
          </a:prstGeom>
          <a:solidFill>
            <a:srgbClr val="FF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40" name="Oval 139">
            <a:extLst>
              <a:ext uri="{FF2B5EF4-FFF2-40B4-BE49-F238E27FC236}">
                <a16:creationId xmlns:a16="http://schemas.microsoft.com/office/drawing/2014/main" id="{05816539-6F5D-FBE3-376A-90D6BE0D1561}"/>
              </a:ext>
            </a:extLst>
          </p:cNvPr>
          <p:cNvSpPr/>
          <p:nvPr/>
        </p:nvSpPr>
        <p:spPr>
          <a:xfrm>
            <a:off x="6198132" y="2790426"/>
            <a:ext cx="62217" cy="68364"/>
          </a:xfrm>
          <a:prstGeom prst="ellipse">
            <a:avLst/>
          </a:prstGeom>
          <a:solidFill>
            <a:srgbClr val="00B05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41" name="Rectangle 140">
            <a:extLst>
              <a:ext uri="{FF2B5EF4-FFF2-40B4-BE49-F238E27FC236}">
                <a16:creationId xmlns:a16="http://schemas.microsoft.com/office/drawing/2014/main" id="{A80B1B0F-4AD2-4ADF-4A14-C5473907B5AD}"/>
              </a:ext>
            </a:extLst>
          </p:cNvPr>
          <p:cNvSpPr/>
          <p:nvPr/>
        </p:nvSpPr>
        <p:spPr>
          <a:xfrm>
            <a:off x="1185557" y="4190685"/>
            <a:ext cx="201143" cy="180000"/>
          </a:xfrm>
          <a:prstGeom prst="rect">
            <a:avLst/>
          </a:prstGeom>
          <a:solidFill>
            <a:srgbClr val="FFC00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sp>
        <p:nvSpPr>
          <p:cNvPr id="142" name="Rectangle 141">
            <a:extLst>
              <a:ext uri="{FF2B5EF4-FFF2-40B4-BE49-F238E27FC236}">
                <a16:creationId xmlns:a16="http://schemas.microsoft.com/office/drawing/2014/main" id="{DD9A9666-166B-7B55-FEF3-27DAE90AAAF8}"/>
              </a:ext>
            </a:extLst>
          </p:cNvPr>
          <p:cNvSpPr/>
          <p:nvPr/>
        </p:nvSpPr>
        <p:spPr>
          <a:xfrm>
            <a:off x="1151677" y="4152487"/>
            <a:ext cx="784130" cy="2543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cxnSp>
        <p:nvCxnSpPr>
          <p:cNvPr id="143" name="Elbow Connector 142">
            <a:extLst>
              <a:ext uri="{FF2B5EF4-FFF2-40B4-BE49-F238E27FC236}">
                <a16:creationId xmlns:a16="http://schemas.microsoft.com/office/drawing/2014/main" id="{A1424E50-BEF9-7011-50DA-6A848FA6F66C}"/>
              </a:ext>
            </a:extLst>
          </p:cNvPr>
          <p:cNvCxnSpPr>
            <a:cxnSpLocks/>
            <a:stCxn id="141" idx="0"/>
          </p:cNvCxnSpPr>
          <p:nvPr/>
        </p:nvCxnSpPr>
        <p:spPr>
          <a:xfrm rot="5400000" flipH="1" flipV="1">
            <a:off x="1228095" y="3878223"/>
            <a:ext cx="370497" cy="254429"/>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4" name="Elbow Connector 143">
            <a:extLst>
              <a:ext uri="{FF2B5EF4-FFF2-40B4-BE49-F238E27FC236}">
                <a16:creationId xmlns:a16="http://schemas.microsoft.com/office/drawing/2014/main" id="{8D9871FD-CDEC-C1F3-24D6-88EE2B987811}"/>
              </a:ext>
            </a:extLst>
          </p:cNvPr>
          <p:cNvCxnSpPr>
            <a:cxnSpLocks/>
            <a:stCxn id="166" idx="0"/>
          </p:cNvCxnSpPr>
          <p:nvPr/>
        </p:nvCxnSpPr>
        <p:spPr>
          <a:xfrm rot="16200000" flipV="1">
            <a:off x="1483692" y="3877055"/>
            <a:ext cx="370497" cy="256764"/>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3D8C6179-FC09-B65D-6B59-634D4A1DFE84}"/>
              </a:ext>
            </a:extLst>
          </p:cNvPr>
          <p:cNvCxnSpPr>
            <a:cxnSpLocks/>
            <a:endCxn id="169" idx="0"/>
          </p:cNvCxnSpPr>
          <p:nvPr/>
        </p:nvCxnSpPr>
        <p:spPr>
          <a:xfrm>
            <a:off x="1536501" y="400546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6" name="Rectangle 145">
            <a:extLst>
              <a:ext uri="{FF2B5EF4-FFF2-40B4-BE49-F238E27FC236}">
                <a16:creationId xmlns:a16="http://schemas.microsoft.com/office/drawing/2014/main" id="{A1540820-6F6E-DF3C-AB81-94F6F2970D09}"/>
              </a:ext>
            </a:extLst>
          </p:cNvPr>
          <p:cNvSpPr/>
          <p:nvPr/>
        </p:nvSpPr>
        <p:spPr>
          <a:xfrm>
            <a:off x="4936624" y="4179459"/>
            <a:ext cx="1248262" cy="2286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cxnSp>
        <p:nvCxnSpPr>
          <p:cNvPr id="147" name="Elbow Connector 146">
            <a:extLst>
              <a:ext uri="{FF2B5EF4-FFF2-40B4-BE49-F238E27FC236}">
                <a16:creationId xmlns:a16="http://schemas.microsoft.com/office/drawing/2014/main" id="{100307C7-0C46-5483-7790-3718A96477DF}"/>
              </a:ext>
            </a:extLst>
          </p:cNvPr>
          <p:cNvCxnSpPr>
            <a:cxnSpLocks/>
            <a:stCxn id="223" idx="0"/>
            <a:endCxn id="47" idx="2"/>
          </p:cNvCxnSpPr>
          <p:nvPr/>
        </p:nvCxnSpPr>
        <p:spPr>
          <a:xfrm rot="5400000" flipH="1" flipV="1">
            <a:off x="5170634" y="3824606"/>
            <a:ext cx="294895" cy="470969"/>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8" name="Elbow Connector 147">
            <a:extLst>
              <a:ext uri="{FF2B5EF4-FFF2-40B4-BE49-F238E27FC236}">
                <a16:creationId xmlns:a16="http://schemas.microsoft.com/office/drawing/2014/main" id="{33608A20-60E3-E36C-22DA-067FA1CBC34C}"/>
              </a:ext>
            </a:extLst>
          </p:cNvPr>
          <p:cNvCxnSpPr>
            <a:cxnSpLocks/>
            <a:stCxn id="225" idx="0"/>
            <a:endCxn id="47" idx="2"/>
          </p:cNvCxnSpPr>
          <p:nvPr/>
        </p:nvCxnSpPr>
        <p:spPr>
          <a:xfrm rot="16200000" flipV="1">
            <a:off x="5523843" y="3942365"/>
            <a:ext cx="298930" cy="239483"/>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59B24B39-A2E7-6901-C937-F3E0880F12F9}"/>
              </a:ext>
            </a:extLst>
          </p:cNvPr>
          <p:cNvCxnSpPr>
            <a:cxnSpLocks/>
            <a:stCxn id="47" idx="2"/>
          </p:cNvCxnSpPr>
          <p:nvPr/>
        </p:nvCxnSpPr>
        <p:spPr>
          <a:xfrm flipH="1">
            <a:off x="5549821" y="3912642"/>
            <a:ext cx="3745" cy="2966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0" name="Rectangle 149">
            <a:extLst>
              <a:ext uri="{FF2B5EF4-FFF2-40B4-BE49-F238E27FC236}">
                <a16:creationId xmlns:a16="http://schemas.microsoft.com/office/drawing/2014/main" id="{B22624EA-2815-A722-6E03-57EBEBA6093F}"/>
              </a:ext>
            </a:extLst>
          </p:cNvPr>
          <p:cNvSpPr/>
          <p:nvPr/>
        </p:nvSpPr>
        <p:spPr>
          <a:xfrm>
            <a:off x="6472654" y="4179178"/>
            <a:ext cx="759279" cy="2286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cxnSp>
        <p:nvCxnSpPr>
          <p:cNvPr id="151" name="Elbow Connector 150">
            <a:extLst>
              <a:ext uri="{FF2B5EF4-FFF2-40B4-BE49-F238E27FC236}">
                <a16:creationId xmlns:a16="http://schemas.microsoft.com/office/drawing/2014/main" id="{FFB6A405-45DA-7EE9-8A41-252215C47B6A}"/>
              </a:ext>
            </a:extLst>
          </p:cNvPr>
          <p:cNvCxnSpPr>
            <a:cxnSpLocks/>
            <a:stCxn id="244" idx="0"/>
            <a:endCxn id="68" idx="2"/>
          </p:cNvCxnSpPr>
          <p:nvPr/>
        </p:nvCxnSpPr>
        <p:spPr>
          <a:xfrm rot="5400000" flipH="1" flipV="1">
            <a:off x="6513433" y="3882295"/>
            <a:ext cx="441933" cy="225629"/>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2" name="Elbow Connector 151">
            <a:extLst>
              <a:ext uri="{FF2B5EF4-FFF2-40B4-BE49-F238E27FC236}">
                <a16:creationId xmlns:a16="http://schemas.microsoft.com/office/drawing/2014/main" id="{7E2259FA-DDC2-22B1-35BE-0A73F3150DF7}"/>
              </a:ext>
            </a:extLst>
          </p:cNvPr>
          <p:cNvCxnSpPr>
            <a:cxnSpLocks/>
            <a:endCxn id="68" idx="2"/>
          </p:cNvCxnSpPr>
          <p:nvPr/>
        </p:nvCxnSpPr>
        <p:spPr>
          <a:xfrm rot="16200000" flipV="1">
            <a:off x="6746158" y="3875199"/>
            <a:ext cx="443709" cy="241595"/>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47998612-B6A4-47E6-7121-3178BE9FFB15}"/>
              </a:ext>
            </a:extLst>
          </p:cNvPr>
          <p:cNvCxnSpPr>
            <a:cxnSpLocks/>
            <a:stCxn id="68" idx="2"/>
            <a:endCxn id="150" idx="0"/>
          </p:cNvCxnSpPr>
          <p:nvPr/>
        </p:nvCxnSpPr>
        <p:spPr>
          <a:xfrm>
            <a:off x="6847214" y="3774142"/>
            <a:ext cx="5080" cy="4050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4" name="Rectangle 153">
            <a:extLst>
              <a:ext uri="{FF2B5EF4-FFF2-40B4-BE49-F238E27FC236}">
                <a16:creationId xmlns:a16="http://schemas.microsoft.com/office/drawing/2014/main" id="{CDA1E25E-FD71-E7F4-D15C-D1979650C6F7}"/>
              </a:ext>
            </a:extLst>
          </p:cNvPr>
          <p:cNvSpPr/>
          <p:nvPr/>
        </p:nvSpPr>
        <p:spPr>
          <a:xfrm>
            <a:off x="7613843" y="4181845"/>
            <a:ext cx="1003271" cy="2286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cxnSp>
        <p:nvCxnSpPr>
          <p:cNvPr id="155" name="Elbow Connector 154">
            <a:extLst>
              <a:ext uri="{FF2B5EF4-FFF2-40B4-BE49-F238E27FC236}">
                <a16:creationId xmlns:a16="http://schemas.microsoft.com/office/drawing/2014/main" id="{09B4A515-47F4-89D4-FB90-760516822F1F}"/>
              </a:ext>
            </a:extLst>
          </p:cNvPr>
          <p:cNvCxnSpPr>
            <a:cxnSpLocks/>
            <a:stCxn id="253" idx="0"/>
            <a:endCxn id="48" idx="2"/>
          </p:cNvCxnSpPr>
          <p:nvPr/>
        </p:nvCxnSpPr>
        <p:spPr>
          <a:xfrm rot="5400000" flipH="1" flipV="1">
            <a:off x="7729553" y="3819326"/>
            <a:ext cx="441815" cy="351448"/>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6" name="Elbow Connector 155">
            <a:extLst>
              <a:ext uri="{FF2B5EF4-FFF2-40B4-BE49-F238E27FC236}">
                <a16:creationId xmlns:a16="http://schemas.microsoft.com/office/drawing/2014/main" id="{0FC6BC54-943A-2A58-96F9-9AB5080524DC}"/>
              </a:ext>
            </a:extLst>
          </p:cNvPr>
          <p:cNvCxnSpPr>
            <a:cxnSpLocks/>
            <a:endCxn id="48" idx="2"/>
          </p:cNvCxnSpPr>
          <p:nvPr/>
        </p:nvCxnSpPr>
        <p:spPr>
          <a:xfrm rot="16200000" flipV="1">
            <a:off x="7962277" y="3938050"/>
            <a:ext cx="443591" cy="115776"/>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7" name="Rectangle 156">
            <a:extLst>
              <a:ext uri="{FF2B5EF4-FFF2-40B4-BE49-F238E27FC236}">
                <a16:creationId xmlns:a16="http://schemas.microsoft.com/office/drawing/2014/main" id="{B73E4C61-3EB9-7344-FD5A-6BA4C6D93F64}"/>
              </a:ext>
            </a:extLst>
          </p:cNvPr>
          <p:cNvSpPr/>
          <p:nvPr/>
        </p:nvSpPr>
        <p:spPr>
          <a:xfrm>
            <a:off x="8381152" y="4217044"/>
            <a:ext cx="201143" cy="180000"/>
          </a:xfrm>
          <a:prstGeom prst="rect">
            <a:avLst/>
          </a:prstGeom>
          <a:solidFill>
            <a:schemeClr val="accent1">
              <a:lumMod val="75000"/>
            </a:schemeClr>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cxnSp>
        <p:nvCxnSpPr>
          <p:cNvPr id="158" name="Elbow Connector 157">
            <a:extLst>
              <a:ext uri="{FF2B5EF4-FFF2-40B4-BE49-F238E27FC236}">
                <a16:creationId xmlns:a16="http://schemas.microsoft.com/office/drawing/2014/main" id="{77127E46-A57C-8C4A-4931-1D50CBBDB88B}"/>
              </a:ext>
            </a:extLst>
          </p:cNvPr>
          <p:cNvCxnSpPr>
            <a:cxnSpLocks/>
            <a:stCxn id="157" idx="0"/>
            <a:endCxn id="48" idx="2"/>
          </p:cNvCxnSpPr>
          <p:nvPr/>
        </p:nvCxnSpPr>
        <p:spPr>
          <a:xfrm rot="16200000" flipV="1">
            <a:off x="8082503" y="3817823"/>
            <a:ext cx="442902" cy="355540"/>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9" name="Rectangle 158">
            <a:extLst>
              <a:ext uri="{FF2B5EF4-FFF2-40B4-BE49-F238E27FC236}">
                <a16:creationId xmlns:a16="http://schemas.microsoft.com/office/drawing/2014/main" id="{798A528C-7959-B043-59C6-535CFAC44F85}"/>
              </a:ext>
            </a:extLst>
          </p:cNvPr>
          <p:cNvSpPr/>
          <p:nvPr/>
        </p:nvSpPr>
        <p:spPr>
          <a:xfrm>
            <a:off x="9012458" y="4187129"/>
            <a:ext cx="1023210" cy="2286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cxnSp>
        <p:nvCxnSpPr>
          <p:cNvPr id="160" name="Elbow Connector 159">
            <a:extLst>
              <a:ext uri="{FF2B5EF4-FFF2-40B4-BE49-F238E27FC236}">
                <a16:creationId xmlns:a16="http://schemas.microsoft.com/office/drawing/2014/main" id="{CBB0AF59-FA9A-699C-688F-CB0B6FD469A6}"/>
              </a:ext>
            </a:extLst>
          </p:cNvPr>
          <p:cNvCxnSpPr>
            <a:cxnSpLocks/>
            <a:stCxn id="262" idx="0"/>
            <a:endCxn id="64" idx="2"/>
          </p:cNvCxnSpPr>
          <p:nvPr/>
        </p:nvCxnSpPr>
        <p:spPr>
          <a:xfrm rot="5400000" flipH="1" flipV="1">
            <a:off x="9249548" y="3940162"/>
            <a:ext cx="443585" cy="111547"/>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1" name="Elbow Connector 160">
            <a:extLst>
              <a:ext uri="{FF2B5EF4-FFF2-40B4-BE49-F238E27FC236}">
                <a16:creationId xmlns:a16="http://schemas.microsoft.com/office/drawing/2014/main" id="{9E5791CF-CD91-FE56-2FE0-27953D815FB0}"/>
              </a:ext>
            </a:extLst>
          </p:cNvPr>
          <p:cNvCxnSpPr>
            <a:cxnSpLocks/>
            <a:endCxn id="64" idx="2"/>
          </p:cNvCxnSpPr>
          <p:nvPr/>
        </p:nvCxnSpPr>
        <p:spPr>
          <a:xfrm rot="16200000" flipV="1">
            <a:off x="9482273" y="3818984"/>
            <a:ext cx="445361" cy="355677"/>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2" name="Elbow Connector 161">
            <a:extLst>
              <a:ext uri="{FF2B5EF4-FFF2-40B4-BE49-F238E27FC236}">
                <a16:creationId xmlns:a16="http://schemas.microsoft.com/office/drawing/2014/main" id="{5B2056EF-8EEE-95A9-2A35-96D414A2AF13}"/>
              </a:ext>
            </a:extLst>
          </p:cNvPr>
          <p:cNvCxnSpPr>
            <a:cxnSpLocks/>
            <a:stCxn id="256" idx="0"/>
            <a:endCxn id="48" idx="2"/>
          </p:cNvCxnSpPr>
          <p:nvPr/>
        </p:nvCxnSpPr>
        <p:spPr>
          <a:xfrm rot="5400000" flipH="1" flipV="1">
            <a:off x="7848075" y="3933967"/>
            <a:ext cx="437934" cy="118284"/>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3" name="Straight Connector 162">
            <a:extLst>
              <a:ext uri="{FF2B5EF4-FFF2-40B4-BE49-F238E27FC236}">
                <a16:creationId xmlns:a16="http://schemas.microsoft.com/office/drawing/2014/main" id="{6A3771B9-517B-1CD6-59FD-64F876026D5C}"/>
              </a:ext>
            </a:extLst>
          </p:cNvPr>
          <p:cNvCxnSpPr>
            <a:cxnSpLocks/>
          </p:cNvCxnSpPr>
          <p:nvPr/>
        </p:nvCxnSpPr>
        <p:spPr>
          <a:xfrm>
            <a:off x="1168265" y="4827167"/>
            <a:ext cx="104241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4" name="Straight Connector 163">
            <a:extLst>
              <a:ext uri="{FF2B5EF4-FFF2-40B4-BE49-F238E27FC236}">
                <a16:creationId xmlns:a16="http://schemas.microsoft.com/office/drawing/2014/main" id="{D823B935-8C2B-7549-482B-D1CFA1F32DFB}"/>
              </a:ext>
            </a:extLst>
          </p:cNvPr>
          <p:cNvCxnSpPr>
            <a:cxnSpLocks/>
          </p:cNvCxnSpPr>
          <p:nvPr/>
        </p:nvCxnSpPr>
        <p:spPr>
          <a:xfrm>
            <a:off x="1198745" y="5587028"/>
            <a:ext cx="1042416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65" name="Group 164">
            <a:extLst>
              <a:ext uri="{FF2B5EF4-FFF2-40B4-BE49-F238E27FC236}">
                <a16:creationId xmlns:a16="http://schemas.microsoft.com/office/drawing/2014/main" id="{34869C27-96BF-620C-2D0F-F14AFB1A84D0}"/>
              </a:ext>
            </a:extLst>
          </p:cNvPr>
          <p:cNvGrpSpPr/>
          <p:nvPr/>
        </p:nvGrpSpPr>
        <p:grpSpPr>
          <a:xfrm>
            <a:off x="1696750" y="4190685"/>
            <a:ext cx="201143" cy="188469"/>
            <a:chOff x="1699830" y="3873430"/>
            <a:chExt cx="201143" cy="188469"/>
          </a:xfrm>
        </p:grpSpPr>
        <p:sp>
          <p:nvSpPr>
            <p:cNvPr id="166" name="Rectangle 165">
              <a:extLst>
                <a:ext uri="{FF2B5EF4-FFF2-40B4-BE49-F238E27FC236}">
                  <a16:creationId xmlns:a16="http://schemas.microsoft.com/office/drawing/2014/main" id="{089CA7C8-54E1-EAF0-9181-85263C616113}"/>
                </a:ext>
              </a:extLst>
            </p:cNvPr>
            <p:cNvSpPr/>
            <p:nvPr/>
          </p:nvSpPr>
          <p:spPr>
            <a:xfrm>
              <a:off x="1699830" y="3873430"/>
              <a:ext cx="201143" cy="180000"/>
            </a:xfrm>
            <a:prstGeom prst="rect">
              <a:avLst/>
            </a:prstGeom>
            <a:solidFill>
              <a:srgbClr val="00B05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167" name="Graphic 166" descr="Tools outline">
              <a:extLst>
                <a:ext uri="{FF2B5EF4-FFF2-40B4-BE49-F238E27FC236}">
                  <a16:creationId xmlns:a16="http://schemas.microsoft.com/office/drawing/2014/main" id="{0A6621E0-AE03-163B-1316-EB0430692540}"/>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706327" y="3874261"/>
              <a:ext cx="187638" cy="187638"/>
            </a:xfrm>
            <a:prstGeom prst="rect">
              <a:avLst/>
            </a:prstGeom>
          </p:spPr>
        </p:pic>
      </p:grpSp>
      <p:grpSp>
        <p:nvGrpSpPr>
          <p:cNvPr id="168" name="Group 167">
            <a:extLst>
              <a:ext uri="{FF2B5EF4-FFF2-40B4-BE49-F238E27FC236}">
                <a16:creationId xmlns:a16="http://schemas.microsoft.com/office/drawing/2014/main" id="{4E7C988C-0CD3-8C34-8A7F-52E4AC39A162}"/>
              </a:ext>
            </a:extLst>
          </p:cNvPr>
          <p:cNvGrpSpPr/>
          <p:nvPr/>
        </p:nvGrpSpPr>
        <p:grpSpPr>
          <a:xfrm>
            <a:off x="1435929" y="4185460"/>
            <a:ext cx="201143" cy="188059"/>
            <a:chOff x="1439009" y="3914251"/>
            <a:chExt cx="201143" cy="188059"/>
          </a:xfrm>
        </p:grpSpPr>
        <p:sp>
          <p:nvSpPr>
            <p:cNvPr id="169" name="Rectangle 168">
              <a:extLst>
                <a:ext uri="{FF2B5EF4-FFF2-40B4-BE49-F238E27FC236}">
                  <a16:creationId xmlns:a16="http://schemas.microsoft.com/office/drawing/2014/main" id="{FC509637-B1D5-10A1-5CE7-02896872743E}"/>
                </a:ext>
              </a:extLst>
            </p:cNvPr>
            <p:cNvSpPr/>
            <p:nvPr/>
          </p:nvSpPr>
          <p:spPr>
            <a:xfrm>
              <a:off x="1439009" y="3914251"/>
              <a:ext cx="201143" cy="180000"/>
            </a:xfrm>
            <a:prstGeom prst="rect">
              <a:avLst/>
            </a:prstGeom>
            <a:solidFill>
              <a:srgbClr val="E556AE"/>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170" name="Graphic 169" descr="Chat outline">
              <a:extLst>
                <a:ext uri="{FF2B5EF4-FFF2-40B4-BE49-F238E27FC236}">
                  <a16:creationId xmlns:a16="http://schemas.microsoft.com/office/drawing/2014/main" id="{958F66FE-2A2F-B3F9-A835-C616EE8C859C}"/>
                </a:ext>
              </a:extLst>
            </p:cNvPr>
            <p:cNvPicPr>
              <a:picLocks noChangeAspect="1"/>
            </p:cNvPicPr>
            <p:nvPr/>
          </p:nvPicPr>
          <p:blipFill>
            <a:blip>
              <a:extLst>
                <a:ext uri="{96DAC541-7B7A-43D3-8B79-37D633B846F1}">
                  <asvg:svgBlip xmlns:asvg="http://schemas.microsoft.com/office/drawing/2016/SVG/main" r:embed="rId5"/>
                </a:ext>
              </a:extLst>
            </a:blip>
            <a:srcRect t="10263" b="1"/>
            <a:stretch/>
          </p:blipFill>
          <p:spPr>
            <a:xfrm>
              <a:off x="1458010" y="3945258"/>
              <a:ext cx="170113" cy="157052"/>
            </a:xfrm>
            <a:prstGeom prst="rect">
              <a:avLst/>
            </a:prstGeom>
          </p:spPr>
        </p:pic>
      </p:grpSp>
      <p:grpSp>
        <p:nvGrpSpPr>
          <p:cNvPr id="171" name="Group 170">
            <a:extLst>
              <a:ext uri="{FF2B5EF4-FFF2-40B4-BE49-F238E27FC236}">
                <a16:creationId xmlns:a16="http://schemas.microsoft.com/office/drawing/2014/main" id="{9CCD801C-1B08-4B40-1527-1E7D270F7C44}"/>
              </a:ext>
            </a:extLst>
          </p:cNvPr>
          <p:cNvGrpSpPr/>
          <p:nvPr/>
        </p:nvGrpSpPr>
        <p:grpSpPr>
          <a:xfrm>
            <a:off x="2380437" y="5085029"/>
            <a:ext cx="995474" cy="320947"/>
            <a:chOff x="2383517" y="4774064"/>
            <a:chExt cx="995474" cy="320947"/>
          </a:xfrm>
        </p:grpSpPr>
        <p:sp>
          <p:nvSpPr>
            <p:cNvPr id="172" name="Flowchart: Magnetic Disk 44">
              <a:extLst>
                <a:ext uri="{FF2B5EF4-FFF2-40B4-BE49-F238E27FC236}">
                  <a16:creationId xmlns:a16="http://schemas.microsoft.com/office/drawing/2014/main" id="{BA9B0364-5D22-ABAF-2C33-5A4C99EA9FF6}"/>
                </a:ext>
              </a:extLst>
            </p:cNvPr>
            <p:cNvSpPr/>
            <p:nvPr/>
          </p:nvSpPr>
          <p:spPr>
            <a:xfrm>
              <a:off x="2383517" y="4774064"/>
              <a:ext cx="995474" cy="320947"/>
            </a:xfrm>
            <a:prstGeom prst="plaque">
              <a:avLst/>
            </a:prstGeom>
            <a:solidFill>
              <a:srgbClr val="7030A0"/>
            </a:solidFill>
            <a:ln w="635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err="1">
                <a:ln>
                  <a:noFill/>
                </a:ln>
                <a:solidFill>
                  <a:prstClr val="black"/>
                </a:solidFill>
                <a:effectLst/>
                <a:uLnTx/>
                <a:uFillTx/>
                <a:latin typeface="Ubuntu"/>
                <a:ea typeface="+mn-ea"/>
                <a:cs typeface="+mn-cs"/>
              </a:endParaRPr>
            </a:p>
          </p:txBody>
        </p:sp>
        <p:sp>
          <p:nvSpPr>
            <p:cNvPr id="173" name="Rectangle 172">
              <a:extLst>
                <a:ext uri="{FF2B5EF4-FFF2-40B4-BE49-F238E27FC236}">
                  <a16:creationId xmlns:a16="http://schemas.microsoft.com/office/drawing/2014/main" id="{C61CB079-7C66-FD6A-EE6C-D2CD1E7491E8}"/>
                </a:ext>
              </a:extLst>
            </p:cNvPr>
            <p:cNvSpPr/>
            <p:nvPr/>
          </p:nvSpPr>
          <p:spPr>
            <a:xfrm>
              <a:off x="2518738" y="4832260"/>
              <a:ext cx="720491" cy="215444"/>
            </a:xfrm>
            <a:prstGeom prst="rect">
              <a:avLst/>
            </a:prstGeom>
            <a:no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Third Party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Sales Info</a:t>
              </a:r>
              <a:endParaRPr kumimoji="0" lang="en-IN" sz="700" b="0" i="0" u="none" strike="noStrike" kern="1200" cap="none" spc="0" normalizeH="0" baseline="0" noProof="0">
                <a:ln>
                  <a:noFill/>
                </a:ln>
                <a:solidFill>
                  <a:srgbClr val="FFFFFF"/>
                </a:solidFill>
                <a:effectLst/>
                <a:uLnTx/>
                <a:uFillTx/>
                <a:latin typeface="Ubuntu"/>
                <a:ea typeface="+mn-ea"/>
                <a:cs typeface="+mn-cs"/>
              </a:endParaRPr>
            </a:p>
          </p:txBody>
        </p:sp>
      </p:grpSp>
      <p:grpSp>
        <p:nvGrpSpPr>
          <p:cNvPr id="174" name="Group 173">
            <a:extLst>
              <a:ext uri="{FF2B5EF4-FFF2-40B4-BE49-F238E27FC236}">
                <a16:creationId xmlns:a16="http://schemas.microsoft.com/office/drawing/2014/main" id="{7CBD69F4-B977-AB86-AD36-EA6972732256}"/>
              </a:ext>
            </a:extLst>
          </p:cNvPr>
          <p:cNvGrpSpPr/>
          <p:nvPr/>
        </p:nvGrpSpPr>
        <p:grpSpPr>
          <a:xfrm>
            <a:off x="3535078" y="5085030"/>
            <a:ext cx="995474" cy="320947"/>
            <a:chOff x="2383517" y="4774064"/>
            <a:chExt cx="995474" cy="320947"/>
          </a:xfrm>
        </p:grpSpPr>
        <p:sp>
          <p:nvSpPr>
            <p:cNvPr id="175" name="Flowchart: Magnetic Disk 44">
              <a:extLst>
                <a:ext uri="{FF2B5EF4-FFF2-40B4-BE49-F238E27FC236}">
                  <a16:creationId xmlns:a16="http://schemas.microsoft.com/office/drawing/2014/main" id="{D06746B0-6318-B1BE-13CE-0C03218C2B7D}"/>
                </a:ext>
              </a:extLst>
            </p:cNvPr>
            <p:cNvSpPr/>
            <p:nvPr/>
          </p:nvSpPr>
          <p:spPr>
            <a:xfrm>
              <a:off x="2383517" y="4774064"/>
              <a:ext cx="995474" cy="320947"/>
            </a:xfrm>
            <a:prstGeom prst="plaque">
              <a:avLst/>
            </a:prstGeom>
            <a:solidFill>
              <a:srgbClr val="7030A0"/>
            </a:solidFill>
            <a:ln w="635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err="1">
                <a:ln>
                  <a:noFill/>
                </a:ln>
                <a:solidFill>
                  <a:prstClr val="black"/>
                </a:solidFill>
                <a:effectLst/>
                <a:uLnTx/>
                <a:uFillTx/>
                <a:latin typeface="Ubuntu"/>
                <a:ea typeface="+mn-ea"/>
                <a:cs typeface="+mn-cs"/>
              </a:endParaRPr>
            </a:p>
          </p:txBody>
        </p:sp>
        <p:sp>
          <p:nvSpPr>
            <p:cNvPr id="176" name="Rectangle 175">
              <a:extLst>
                <a:ext uri="{FF2B5EF4-FFF2-40B4-BE49-F238E27FC236}">
                  <a16:creationId xmlns:a16="http://schemas.microsoft.com/office/drawing/2014/main" id="{8F0F1633-1BFA-B10B-593B-F87262B3BCC6}"/>
                </a:ext>
              </a:extLst>
            </p:cNvPr>
            <p:cNvSpPr/>
            <p:nvPr/>
          </p:nvSpPr>
          <p:spPr>
            <a:xfrm>
              <a:off x="2545242" y="4886121"/>
              <a:ext cx="720491" cy="107722"/>
            </a:xfrm>
            <a:prstGeom prst="rect">
              <a:avLst/>
            </a:prstGeom>
            <a:no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Brand Master</a:t>
              </a:r>
              <a:endParaRPr kumimoji="0" lang="en-IN" sz="700" b="0" i="0" u="none" strike="noStrike" kern="1200" cap="none" spc="0" normalizeH="0" baseline="0" noProof="0">
                <a:ln>
                  <a:noFill/>
                </a:ln>
                <a:solidFill>
                  <a:srgbClr val="FFFFFF"/>
                </a:solidFill>
                <a:effectLst/>
                <a:uLnTx/>
                <a:uFillTx/>
                <a:latin typeface="Ubuntu"/>
                <a:ea typeface="+mn-ea"/>
                <a:cs typeface="+mn-cs"/>
              </a:endParaRPr>
            </a:p>
          </p:txBody>
        </p:sp>
      </p:grpSp>
      <p:grpSp>
        <p:nvGrpSpPr>
          <p:cNvPr id="177" name="Group 176">
            <a:extLst>
              <a:ext uri="{FF2B5EF4-FFF2-40B4-BE49-F238E27FC236}">
                <a16:creationId xmlns:a16="http://schemas.microsoft.com/office/drawing/2014/main" id="{91CC44A7-1185-3C5A-12E9-5E7E33E91708}"/>
              </a:ext>
            </a:extLst>
          </p:cNvPr>
          <p:cNvGrpSpPr/>
          <p:nvPr/>
        </p:nvGrpSpPr>
        <p:grpSpPr>
          <a:xfrm>
            <a:off x="4689719" y="5080780"/>
            <a:ext cx="995474" cy="320947"/>
            <a:chOff x="2383517" y="4774064"/>
            <a:chExt cx="995474" cy="320947"/>
          </a:xfrm>
        </p:grpSpPr>
        <p:sp>
          <p:nvSpPr>
            <p:cNvPr id="178" name="Flowchart: Magnetic Disk 44">
              <a:extLst>
                <a:ext uri="{FF2B5EF4-FFF2-40B4-BE49-F238E27FC236}">
                  <a16:creationId xmlns:a16="http://schemas.microsoft.com/office/drawing/2014/main" id="{3CDA7D1E-26BA-44B3-5649-56F045107ABC}"/>
                </a:ext>
              </a:extLst>
            </p:cNvPr>
            <p:cNvSpPr/>
            <p:nvPr/>
          </p:nvSpPr>
          <p:spPr>
            <a:xfrm>
              <a:off x="2383517" y="4774064"/>
              <a:ext cx="995474" cy="320947"/>
            </a:xfrm>
            <a:prstGeom prst="plaque">
              <a:avLst/>
            </a:prstGeom>
            <a:solidFill>
              <a:srgbClr val="7030A0"/>
            </a:solidFill>
            <a:ln w="635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err="1">
                <a:ln>
                  <a:noFill/>
                </a:ln>
                <a:solidFill>
                  <a:prstClr val="black"/>
                </a:solidFill>
                <a:effectLst/>
                <a:uLnTx/>
                <a:uFillTx/>
                <a:latin typeface="Ubuntu"/>
                <a:ea typeface="+mn-ea"/>
                <a:cs typeface="+mn-cs"/>
              </a:endParaRPr>
            </a:p>
          </p:txBody>
        </p:sp>
        <p:sp>
          <p:nvSpPr>
            <p:cNvPr id="179" name="Rectangle 178">
              <a:extLst>
                <a:ext uri="{FF2B5EF4-FFF2-40B4-BE49-F238E27FC236}">
                  <a16:creationId xmlns:a16="http://schemas.microsoft.com/office/drawing/2014/main" id="{BC078709-4D82-9442-3640-C63704374C87}"/>
                </a:ext>
              </a:extLst>
            </p:cNvPr>
            <p:cNvSpPr/>
            <p:nvPr/>
          </p:nvSpPr>
          <p:spPr>
            <a:xfrm>
              <a:off x="2545242" y="4886121"/>
              <a:ext cx="720491" cy="107722"/>
            </a:xfrm>
            <a:prstGeom prst="rect">
              <a:avLst/>
            </a:prstGeom>
            <a:no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CRM</a:t>
              </a:r>
              <a:endParaRPr kumimoji="0" lang="en-IN" sz="700" b="0" i="0" u="none" strike="noStrike" kern="1200" cap="none" spc="0" normalizeH="0" baseline="0" noProof="0">
                <a:ln>
                  <a:noFill/>
                </a:ln>
                <a:solidFill>
                  <a:srgbClr val="FFFFFF"/>
                </a:solidFill>
                <a:effectLst/>
                <a:uLnTx/>
                <a:uFillTx/>
                <a:latin typeface="Ubuntu"/>
                <a:ea typeface="+mn-ea"/>
                <a:cs typeface="+mn-cs"/>
              </a:endParaRPr>
            </a:p>
          </p:txBody>
        </p:sp>
      </p:grpSp>
      <p:grpSp>
        <p:nvGrpSpPr>
          <p:cNvPr id="180" name="Group 179">
            <a:extLst>
              <a:ext uri="{FF2B5EF4-FFF2-40B4-BE49-F238E27FC236}">
                <a16:creationId xmlns:a16="http://schemas.microsoft.com/office/drawing/2014/main" id="{FDFB5C86-A993-0E1F-5B4A-C6764A5887E2}"/>
              </a:ext>
            </a:extLst>
          </p:cNvPr>
          <p:cNvGrpSpPr/>
          <p:nvPr/>
        </p:nvGrpSpPr>
        <p:grpSpPr>
          <a:xfrm>
            <a:off x="5844360" y="5080780"/>
            <a:ext cx="995474" cy="320947"/>
            <a:chOff x="2383517" y="4774064"/>
            <a:chExt cx="995474" cy="320947"/>
          </a:xfrm>
        </p:grpSpPr>
        <p:sp>
          <p:nvSpPr>
            <p:cNvPr id="181" name="Flowchart: Magnetic Disk 44">
              <a:extLst>
                <a:ext uri="{FF2B5EF4-FFF2-40B4-BE49-F238E27FC236}">
                  <a16:creationId xmlns:a16="http://schemas.microsoft.com/office/drawing/2014/main" id="{DE55B187-B837-C090-F1C1-6A4A43E7A7FA}"/>
                </a:ext>
              </a:extLst>
            </p:cNvPr>
            <p:cNvSpPr/>
            <p:nvPr/>
          </p:nvSpPr>
          <p:spPr>
            <a:xfrm>
              <a:off x="2383517" y="4774064"/>
              <a:ext cx="995474" cy="320947"/>
            </a:xfrm>
            <a:prstGeom prst="plaque">
              <a:avLst/>
            </a:prstGeom>
            <a:solidFill>
              <a:srgbClr val="7030A0"/>
            </a:solidFill>
            <a:ln w="635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err="1">
                <a:ln>
                  <a:noFill/>
                </a:ln>
                <a:solidFill>
                  <a:prstClr val="black"/>
                </a:solidFill>
                <a:effectLst/>
                <a:uLnTx/>
                <a:uFillTx/>
                <a:latin typeface="Ubuntu"/>
                <a:ea typeface="+mn-ea"/>
                <a:cs typeface="+mn-cs"/>
              </a:endParaRPr>
            </a:p>
          </p:txBody>
        </p:sp>
        <p:sp>
          <p:nvSpPr>
            <p:cNvPr id="182" name="Rectangle 181">
              <a:extLst>
                <a:ext uri="{FF2B5EF4-FFF2-40B4-BE49-F238E27FC236}">
                  <a16:creationId xmlns:a16="http://schemas.microsoft.com/office/drawing/2014/main" id="{4AD3B526-208C-60CD-762C-0B43B34843F5}"/>
                </a:ext>
              </a:extLst>
            </p:cNvPr>
            <p:cNvSpPr/>
            <p:nvPr/>
          </p:nvSpPr>
          <p:spPr>
            <a:xfrm>
              <a:off x="2537359" y="4886121"/>
              <a:ext cx="720491" cy="107722"/>
            </a:xfrm>
            <a:prstGeom prst="rect">
              <a:avLst/>
            </a:prstGeom>
            <a:no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Campaign Master</a:t>
              </a:r>
              <a:endParaRPr kumimoji="0" lang="en-IN" sz="700" b="0" i="0" u="none" strike="noStrike" kern="1200" cap="none" spc="0" normalizeH="0" baseline="0" noProof="0">
                <a:ln>
                  <a:noFill/>
                </a:ln>
                <a:solidFill>
                  <a:srgbClr val="FFFFFF"/>
                </a:solidFill>
                <a:effectLst/>
                <a:uLnTx/>
                <a:uFillTx/>
                <a:latin typeface="Ubuntu"/>
                <a:ea typeface="+mn-ea"/>
                <a:cs typeface="+mn-cs"/>
              </a:endParaRPr>
            </a:p>
          </p:txBody>
        </p:sp>
      </p:grpSp>
      <p:grpSp>
        <p:nvGrpSpPr>
          <p:cNvPr id="183" name="Group 182">
            <a:extLst>
              <a:ext uri="{FF2B5EF4-FFF2-40B4-BE49-F238E27FC236}">
                <a16:creationId xmlns:a16="http://schemas.microsoft.com/office/drawing/2014/main" id="{2316DA03-AE74-278E-BB7F-D6F31AE9D32A}"/>
              </a:ext>
            </a:extLst>
          </p:cNvPr>
          <p:cNvGrpSpPr/>
          <p:nvPr/>
        </p:nvGrpSpPr>
        <p:grpSpPr>
          <a:xfrm>
            <a:off x="6999001" y="5080780"/>
            <a:ext cx="995474" cy="320947"/>
            <a:chOff x="2383517" y="4774064"/>
            <a:chExt cx="995474" cy="320947"/>
          </a:xfrm>
        </p:grpSpPr>
        <p:sp>
          <p:nvSpPr>
            <p:cNvPr id="184" name="Flowchart: Magnetic Disk 44">
              <a:extLst>
                <a:ext uri="{FF2B5EF4-FFF2-40B4-BE49-F238E27FC236}">
                  <a16:creationId xmlns:a16="http://schemas.microsoft.com/office/drawing/2014/main" id="{35522A95-DB07-4D44-79F2-C8EB4932E58D}"/>
                </a:ext>
              </a:extLst>
            </p:cNvPr>
            <p:cNvSpPr/>
            <p:nvPr/>
          </p:nvSpPr>
          <p:spPr>
            <a:xfrm>
              <a:off x="2383517" y="4774064"/>
              <a:ext cx="995474" cy="320947"/>
            </a:xfrm>
            <a:prstGeom prst="plaque">
              <a:avLst/>
            </a:prstGeom>
            <a:solidFill>
              <a:srgbClr val="7030A0"/>
            </a:solidFill>
            <a:ln w="635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err="1">
                <a:ln>
                  <a:noFill/>
                </a:ln>
                <a:solidFill>
                  <a:prstClr val="black"/>
                </a:solidFill>
                <a:effectLst/>
                <a:uLnTx/>
                <a:uFillTx/>
                <a:latin typeface="Ubuntu"/>
                <a:ea typeface="+mn-ea"/>
                <a:cs typeface="+mn-cs"/>
              </a:endParaRPr>
            </a:p>
          </p:txBody>
        </p:sp>
        <p:sp>
          <p:nvSpPr>
            <p:cNvPr id="185" name="Rectangle 184">
              <a:extLst>
                <a:ext uri="{FF2B5EF4-FFF2-40B4-BE49-F238E27FC236}">
                  <a16:creationId xmlns:a16="http://schemas.microsoft.com/office/drawing/2014/main" id="{A3DF17C0-2531-8E0D-9D01-E5F54F65CD84}"/>
                </a:ext>
              </a:extLst>
            </p:cNvPr>
            <p:cNvSpPr/>
            <p:nvPr/>
          </p:nvSpPr>
          <p:spPr>
            <a:xfrm>
              <a:off x="2537359" y="4886121"/>
              <a:ext cx="720491" cy="107722"/>
            </a:xfrm>
            <a:prstGeom prst="rect">
              <a:avLst/>
            </a:prstGeom>
            <a:no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SFA System</a:t>
              </a:r>
              <a:endParaRPr kumimoji="0" lang="en-IN" sz="700" b="0" i="0" u="none" strike="noStrike" kern="1200" cap="none" spc="0" normalizeH="0" baseline="0" noProof="0">
                <a:ln>
                  <a:noFill/>
                </a:ln>
                <a:solidFill>
                  <a:srgbClr val="FFFFFF"/>
                </a:solidFill>
                <a:effectLst/>
                <a:uLnTx/>
                <a:uFillTx/>
                <a:latin typeface="Ubuntu"/>
                <a:ea typeface="+mn-ea"/>
                <a:cs typeface="+mn-cs"/>
              </a:endParaRPr>
            </a:p>
          </p:txBody>
        </p:sp>
      </p:grpSp>
      <p:grpSp>
        <p:nvGrpSpPr>
          <p:cNvPr id="186" name="Group 185">
            <a:extLst>
              <a:ext uri="{FF2B5EF4-FFF2-40B4-BE49-F238E27FC236}">
                <a16:creationId xmlns:a16="http://schemas.microsoft.com/office/drawing/2014/main" id="{B1ED6A07-CFE7-2897-710B-DC7FEE6B7FE8}"/>
              </a:ext>
            </a:extLst>
          </p:cNvPr>
          <p:cNvGrpSpPr/>
          <p:nvPr/>
        </p:nvGrpSpPr>
        <p:grpSpPr>
          <a:xfrm>
            <a:off x="8153642" y="5080780"/>
            <a:ext cx="995474" cy="320947"/>
            <a:chOff x="2383517" y="4774064"/>
            <a:chExt cx="995474" cy="320947"/>
          </a:xfrm>
        </p:grpSpPr>
        <p:sp>
          <p:nvSpPr>
            <p:cNvPr id="187" name="Flowchart: Magnetic Disk 44">
              <a:extLst>
                <a:ext uri="{FF2B5EF4-FFF2-40B4-BE49-F238E27FC236}">
                  <a16:creationId xmlns:a16="http://schemas.microsoft.com/office/drawing/2014/main" id="{2A6EABA5-E932-E9D5-3E5F-0E77CEB0F9B5}"/>
                </a:ext>
              </a:extLst>
            </p:cNvPr>
            <p:cNvSpPr/>
            <p:nvPr/>
          </p:nvSpPr>
          <p:spPr>
            <a:xfrm>
              <a:off x="2383517" y="4774064"/>
              <a:ext cx="995474" cy="320947"/>
            </a:xfrm>
            <a:prstGeom prst="plaque">
              <a:avLst/>
            </a:prstGeom>
            <a:solidFill>
              <a:srgbClr val="7030A0"/>
            </a:solidFill>
            <a:ln w="635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err="1">
                <a:ln>
                  <a:noFill/>
                </a:ln>
                <a:solidFill>
                  <a:prstClr val="black"/>
                </a:solidFill>
                <a:effectLst/>
                <a:uLnTx/>
                <a:uFillTx/>
                <a:latin typeface="Ubuntu"/>
                <a:ea typeface="+mn-ea"/>
                <a:cs typeface="+mn-cs"/>
              </a:endParaRPr>
            </a:p>
          </p:txBody>
        </p:sp>
        <p:sp>
          <p:nvSpPr>
            <p:cNvPr id="188" name="Rectangle 187">
              <a:extLst>
                <a:ext uri="{FF2B5EF4-FFF2-40B4-BE49-F238E27FC236}">
                  <a16:creationId xmlns:a16="http://schemas.microsoft.com/office/drawing/2014/main" id="{CD347660-2F53-2DF8-95F7-6897FE611920}"/>
                </a:ext>
              </a:extLst>
            </p:cNvPr>
            <p:cNvSpPr/>
            <p:nvPr/>
          </p:nvSpPr>
          <p:spPr>
            <a:xfrm>
              <a:off x="2465837" y="4832260"/>
              <a:ext cx="868176" cy="215444"/>
            </a:xfrm>
            <a:prstGeom prst="rect">
              <a:avLst/>
            </a:prstGeom>
            <a:no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Handheld &amp; Interactive Systems</a:t>
              </a:r>
              <a:endParaRPr kumimoji="0" lang="en-IN" sz="700" b="0" i="0" u="none" strike="noStrike" kern="1200" cap="none" spc="0" normalizeH="0" baseline="0" noProof="0">
                <a:ln>
                  <a:noFill/>
                </a:ln>
                <a:solidFill>
                  <a:srgbClr val="FFFFFF"/>
                </a:solidFill>
                <a:effectLst/>
                <a:uLnTx/>
                <a:uFillTx/>
                <a:latin typeface="Ubuntu"/>
                <a:ea typeface="+mn-ea"/>
                <a:cs typeface="+mn-cs"/>
              </a:endParaRPr>
            </a:p>
          </p:txBody>
        </p:sp>
      </p:grpSp>
      <p:grpSp>
        <p:nvGrpSpPr>
          <p:cNvPr id="189" name="Group 188">
            <a:extLst>
              <a:ext uri="{FF2B5EF4-FFF2-40B4-BE49-F238E27FC236}">
                <a16:creationId xmlns:a16="http://schemas.microsoft.com/office/drawing/2014/main" id="{CCECD2C7-E593-87A1-C155-2701EF6F4624}"/>
              </a:ext>
            </a:extLst>
          </p:cNvPr>
          <p:cNvGrpSpPr/>
          <p:nvPr/>
        </p:nvGrpSpPr>
        <p:grpSpPr>
          <a:xfrm>
            <a:off x="9308281" y="5077841"/>
            <a:ext cx="995474" cy="320947"/>
            <a:chOff x="2383517" y="4774064"/>
            <a:chExt cx="995474" cy="320947"/>
          </a:xfrm>
        </p:grpSpPr>
        <p:sp>
          <p:nvSpPr>
            <p:cNvPr id="190" name="Flowchart: Magnetic Disk 44">
              <a:extLst>
                <a:ext uri="{FF2B5EF4-FFF2-40B4-BE49-F238E27FC236}">
                  <a16:creationId xmlns:a16="http://schemas.microsoft.com/office/drawing/2014/main" id="{0F81A4E7-7980-3C80-EE20-CF4F3F3F2AE4}"/>
                </a:ext>
              </a:extLst>
            </p:cNvPr>
            <p:cNvSpPr/>
            <p:nvPr/>
          </p:nvSpPr>
          <p:spPr>
            <a:xfrm>
              <a:off x="2383517" y="4774064"/>
              <a:ext cx="995474" cy="320947"/>
            </a:xfrm>
            <a:prstGeom prst="plaque">
              <a:avLst/>
            </a:prstGeom>
            <a:solidFill>
              <a:srgbClr val="7030A0"/>
            </a:solidFill>
            <a:ln w="635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err="1">
                <a:ln>
                  <a:noFill/>
                </a:ln>
                <a:solidFill>
                  <a:prstClr val="black"/>
                </a:solidFill>
                <a:effectLst/>
                <a:uLnTx/>
                <a:uFillTx/>
                <a:latin typeface="Ubuntu"/>
                <a:ea typeface="+mn-ea"/>
                <a:cs typeface="+mn-cs"/>
              </a:endParaRPr>
            </a:p>
          </p:txBody>
        </p:sp>
        <p:sp>
          <p:nvSpPr>
            <p:cNvPr id="191" name="Rectangle 190">
              <a:extLst>
                <a:ext uri="{FF2B5EF4-FFF2-40B4-BE49-F238E27FC236}">
                  <a16:creationId xmlns:a16="http://schemas.microsoft.com/office/drawing/2014/main" id="{91ED3189-3F59-DDFA-C888-ECCC7B9D4407}"/>
                </a:ext>
              </a:extLst>
            </p:cNvPr>
            <p:cNvSpPr/>
            <p:nvPr/>
          </p:nvSpPr>
          <p:spPr>
            <a:xfrm>
              <a:off x="2465837" y="4886121"/>
              <a:ext cx="868176" cy="107722"/>
            </a:xfrm>
            <a:prstGeom prst="rect">
              <a:avLst/>
            </a:prstGeom>
            <a:no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Other Tools</a:t>
              </a:r>
              <a:endParaRPr kumimoji="0" lang="en-IN" sz="700" b="0" i="0" u="none" strike="noStrike" kern="1200" cap="none" spc="0" normalizeH="0" baseline="0" noProof="0">
                <a:ln>
                  <a:noFill/>
                </a:ln>
                <a:solidFill>
                  <a:srgbClr val="FFFFFF"/>
                </a:solidFill>
                <a:effectLst/>
                <a:uLnTx/>
                <a:uFillTx/>
                <a:latin typeface="Ubuntu"/>
                <a:ea typeface="+mn-ea"/>
                <a:cs typeface="+mn-cs"/>
              </a:endParaRPr>
            </a:p>
          </p:txBody>
        </p:sp>
      </p:grpSp>
      <p:grpSp>
        <p:nvGrpSpPr>
          <p:cNvPr id="192" name="Group 191">
            <a:extLst>
              <a:ext uri="{FF2B5EF4-FFF2-40B4-BE49-F238E27FC236}">
                <a16:creationId xmlns:a16="http://schemas.microsoft.com/office/drawing/2014/main" id="{6FF79101-088A-CE15-6D6D-BDD6843E2CC3}"/>
              </a:ext>
            </a:extLst>
          </p:cNvPr>
          <p:cNvGrpSpPr/>
          <p:nvPr/>
        </p:nvGrpSpPr>
        <p:grpSpPr>
          <a:xfrm>
            <a:off x="2428939" y="3199347"/>
            <a:ext cx="230087" cy="230087"/>
            <a:chOff x="2000422" y="2990995"/>
            <a:chExt cx="253345" cy="253345"/>
          </a:xfrm>
        </p:grpSpPr>
        <p:sp>
          <p:nvSpPr>
            <p:cNvPr id="193" name="Rectangle 192">
              <a:extLst>
                <a:ext uri="{FF2B5EF4-FFF2-40B4-BE49-F238E27FC236}">
                  <a16:creationId xmlns:a16="http://schemas.microsoft.com/office/drawing/2014/main" id="{CD0C5892-7CE4-2501-1B93-BB150C62169D}"/>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194" name="Graphic 193">
              <a:extLst>
                <a:ext uri="{FF2B5EF4-FFF2-40B4-BE49-F238E27FC236}">
                  <a16:creationId xmlns:a16="http://schemas.microsoft.com/office/drawing/2014/main" id="{C779B736-39A4-A2CF-A408-D14AF325336B}"/>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2000422" y="2990995"/>
              <a:ext cx="253345" cy="253345"/>
            </a:xfrm>
            <a:prstGeom prst="rect">
              <a:avLst/>
            </a:prstGeom>
          </p:spPr>
        </p:pic>
      </p:grpSp>
      <p:grpSp>
        <p:nvGrpSpPr>
          <p:cNvPr id="195" name="Group 194">
            <a:extLst>
              <a:ext uri="{FF2B5EF4-FFF2-40B4-BE49-F238E27FC236}">
                <a16:creationId xmlns:a16="http://schemas.microsoft.com/office/drawing/2014/main" id="{F807AF33-C15C-28D9-0EB5-F02F3D1768CA}"/>
              </a:ext>
            </a:extLst>
          </p:cNvPr>
          <p:cNvGrpSpPr/>
          <p:nvPr/>
        </p:nvGrpSpPr>
        <p:grpSpPr>
          <a:xfrm>
            <a:off x="4055459" y="3190678"/>
            <a:ext cx="219653" cy="219653"/>
            <a:chOff x="4058539" y="2919469"/>
            <a:chExt cx="219653" cy="219653"/>
          </a:xfrm>
        </p:grpSpPr>
        <p:sp>
          <p:nvSpPr>
            <p:cNvPr id="196" name="Rectangle 195">
              <a:extLst>
                <a:ext uri="{FF2B5EF4-FFF2-40B4-BE49-F238E27FC236}">
                  <a16:creationId xmlns:a16="http://schemas.microsoft.com/office/drawing/2014/main" id="{626D480C-F0D7-C412-95B1-AA0008E24346}"/>
                </a:ext>
              </a:extLst>
            </p:cNvPr>
            <p:cNvSpPr/>
            <p:nvPr/>
          </p:nvSpPr>
          <p:spPr>
            <a:xfrm>
              <a:off x="4058539" y="2919469"/>
              <a:ext cx="219653" cy="219653"/>
            </a:xfrm>
            <a:prstGeom prst="rect">
              <a:avLst/>
            </a:prstGeom>
            <a:solidFill>
              <a:srgbClr val="E557AD"/>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197" name="Graphic 196" descr="Chat outline">
              <a:extLst>
                <a:ext uri="{FF2B5EF4-FFF2-40B4-BE49-F238E27FC236}">
                  <a16:creationId xmlns:a16="http://schemas.microsoft.com/office/drawing/2014/main" id="{E1B7C4F9-C943-F9B3-4C27-F11BF58135FC}"/>
                </a:ext>
              </a:extLst>
            </p:cNvPr>
            <p:cNvPicPr>
              <a:picLocks noChangeAspect="1"/>
            </p:cNvPicPr>
            <p:nvPr/>
          </p:nvPicPr>
          <p:blipFill>
            <a:blip>
              <a:extLst>
                <a:ext uri="{96DAC541-7B7A-43D3-8B79-37D633B846F1}">
                  <asvg:svgBlip xmlns:asvg="http://schemas.microsoft.com/office/drawing/2016/SVG/main" r:embed="rId5"/>
                </a:ext>
              </a:extLst>
            </a:blip>
            <a:srcRect t="10263" b="1"/>
            <a:stretch/>
          </p:blipFill>
          <p:spPr>
            <a:xfrm>
              <a:off x="4083310" y="2958077"/>
              <a:ext cx="170113" cy="157052"/>
            </a:xfrm>
            <a:prstGeom prst="rect">
              <a:avLst/>
            </a:prstGeom>
          </p:spPr>
        </p:pic>
      </p:grpSp>
      <p:sp>
        <p:nvSpPr>
          <p:cNvPr id="198" name="Rectangle 197">
            <a:extLst>
              <a:ext uri="{FF2B5EF4-FFF2-40B4-BE49-F238E27FC236}">
                <a16:creationId xmlns:a16="http://schemas.microsoft.com/office/drawing/2014/main" id="{708D5FF6-E520-95CC-E8BD-83F49EB56FFF}"/>
              </a:ext>
            </a:extLst>
          </p:cNvPr>
          <p:cNvSpPr/>
          <p:nvPr/>
        </p:nvSpPr>
        <p:spPr>
          <a:xfrm>
            <a:off x="2295650" y="4205592"/>
            <a:ext cx="201143" cy="180000"/>
          </a:xfrm>
          <a:prstGeom prst="rect">
            <a:avLst/>
          </a:prstGeom>
          <a:solidFill>
            <a:srgbClr val="FFC00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sp>
        <p:nvSpPr>
          <p:cNvPr id="199" name="Rectangle 198">
            <a:extLst>
              <a:ext uri="{FF2B5EF4-FFF2-40B4-BE49-F238E27FC236}">
                <a16:creationId xmlns:a16="http://schemas.microsoft.com/office/drawing/2014/main" id="{993CF84D-A337-EB8E-D3D8-D5C3987BF27F}"/>
              </a:ext>
            </a:extLst>
          </p:cNvPr>
          <p:cNvSpPr/>
          <p:nvPr/>
        </p:nvSpPr>
        <p:spPr>
          <a:xfrm>
            <a:off x="2261771" y="4160817"/>
            <a:ext cx="537554" cy="2543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cxnSp>
        <p:nvCxnSpPr>
          <p:cNvPr id="200" name="Elbow Connector 199">
            <a:extLst>
              <a:ext uri="{FF2B5EF4-FFF2-40B4-BE49-F238E27FC236}">
                <a16:creationId xmlns:a16="http://schemas.microsoft.com/office/drawing/2014/main" id="{CCEDE90C-2F82-8F07-BB8E-DFB4316E1CBC}"/>
              </a:ext>
            </a:extLst>
          </p:cNvPr>
          <p:cNvCxnSpPr>
            <a:cxnSpLocks/>
            <a:stCxn id="198" idx="0"/>
          </p:cNvCxnSpPr>
          <p:nvPr/>
        </p:nvCxnSpPr>
        <p:spPr>
          <a:xfrm rot="5400000" flipH="1" flipV="1">
            <a:off x="2281763" y="3951167"/>
            <a:ext cx="368884" cy="139967"/>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1" name="Elbow Connector 200">
            <a:extLst>
              <a:ext uri="{FF2B5EF4-FFF2-40B4-BE49-F238E27FC236}">
                <a16:creationId xmlns:a16="http://schemas.microsoft.com/office/drawing/2014/main" id="{832D1003-BC8B-7D52-F3BA-C30A599F9F2B}"/>
              </a:ext>
            </a:extLst>
          </p:cNvPr>
          <p:cNvCxnSpPr>
            <a:cxnSpLocks/>
            <a:stCxn id="203" idx="0"/>
          </p:cNvCxnSpPr>
          <p:nvPr/>
        </p:nvCxnSpPr>
        <p:spPr>
          <a:xfrm rot="16200000" flipV="1">
            <a:off x="2418953" y="3960527"/>
            <a:ext cx="355727" cy="121247"/>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2" name="Group 201">
            <a:extLst>
              <a:ext uri="{FF2B5EF4-FFF2-40B4-BE49-F238E27FC236}">
                <a16:creationId xmlns:a16="http://schemas.microsoft.com/office/drawing/2014/main" id="{A81FA935-BB91-9160-A3D5-A67218723164}"/>
              </a:ext>
            </a:extLst>
          </p:cNvPr>
          <p:cNvGrpSpPr>
            <a:grpSpLocks noChangeAspect="1"/>
          </p:cNvGrpSpPr>
          <p:nvPr/>
        </p:nvGrpSpPr>
        <p:grpSpPr>
          <a:xfrm>
            <a:off x="2556867" y="4199014"/>
            <a:ext cx="201143" cy="201168"/>
            <a:chOff x="2724405" y="3881760"/>
            <a:chExt cx="201143" cy="187817"/>
          </a:xfrm>
        </p:grpSpPr>
        <p:sp>
          <p:nvSpPr>
            <p:cNvPr id="203" name="Rectangle 202">
              <a:extLst>
                <a:ext uri="{FF2B5EF4-FFF2-40B4-BE49-F238E27FC236}">
                  <a16:creationId xmlns:a16="http://schemas.microsoft.com/office/drawing/2014/main" id="{4028ACFC-1279-DF17-7B50-76F64131D455}"/>
                </a:ext>
              </a:extLst>
            </p:cNvPr>
            <p:cNvSpPr/>
            <p:nvPr/>
          </p:nvSpPr>
          <p:spPr>
            <a:xfrm>
              <a:off x="2724405" y="3881760"/>
              <a:ext cx="201143" cy="180000"/>
            </a:xfrm>
            <a:prstGeom prst="rect">
              <a:avLst/>
            </a:prstGeom>
            <a:solidFill>
              <a:srgbClr val="00B05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04" name="Graphic 203" descr="Tools outline">
              <a:extLst>
                <a:ext uri="{FF2B5EF4-FFF2-40B4-BE49-F238E27FC236}">
                  <a16:creationId xmlns:a16="http://schemas.microsoft.com/office/drawing/2014/main" id="{83377B5A-89BD-C3AC-5CE9-A54F599F9EDE}"/>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2733654" y="3881939"/>
              <a:ext cx="187638" cy="187638"/>
            </a:xfrm>
            <a:prstGeom prst="rect">
              <a:avLst/>
            </a:prstGeom>
          </p:spPr>
        </p:pic>
      </p:grpSp>
      <p:cxnSp>
        <p:nvCxnSpPr>
          <p:cNvPr id="205" name="Elbow Connector 204">
            <a:extLst>
              <a:ext uri="{FF2B5EF4-FFF2-40B4-BE49-F238E27FC236}">
                <a16:creationId xmlns:a16="http://schemas.microsoft.com/office/drawing/2014/main" id="{AC2F2C21-266F-5AB2-E8E4-F8E0E872AA57}"/>
              </a:ext>
            </a:extLst>
          </p:cNvPr>
          <p:cNvCxnSpPr>
            <a:cxnSpLocks/>
            <a:stCxn id="206" idx="4"/>
            <a:endCxn id="209" idx="0"/>
          </p:cNvCxnSpPr>
          <p:nvPr/>
        </p:nvCxnSpPr>
        <p:spPr>
          <a:xfrm rot="16200000" flipH="1">
            <a:off x="3050125" y="2928399"/>
            <a:ext cx="335606" cy="196886"/>
          </a:xfrm>
          <a:prstGeom prst="bentConnector3">
            <a:avLst>
              <a:gd name="adj1" fmla="val 50000"/>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06" name="Oval 205">
            <a:extLst>
              <a:ext uri="{FF2B5EF4-FFF2-40B4-BE49-F238E27FC236}">
                <a16:creationId xmlns:a16="http://schemas.microsoft.com/office/drawing/2014/main" id="{A99F363E-DC5E-85C3-5797-6385F217F289}"/>
              </a:ext>
            </a:extLst>
          </p:cNvPr>
          <p:cNvSpPr/>
          <p:nvPr/>
        </p:nvSpPr>
        <p:spPr>
          <a:xfrm>
            <a:off x="3088376" y="2790675"/>
            <a:ext cx="62217" cy="68364"/>
          </a:xfrm>
          <a:prstGeom prst="ellipse">
            <a:avLst/>
          </a:prstGeom>
          <a:solidFill>
            <a:srgbClr val="FF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207" name="TextBox 206">
            <a:extLst>
              <a:ext uri="{FF2B5EF4-FFF2-40B4-BE49-F238E27FC236}">
                <a16:creationId xmlns:a16="http://schemas.microsoft.com/office/drawing/2014/main" id="{37B1D015-F523-376D-3CBD-5AAEBD05406C}"/>
              </a:ext>
            </a:extLst>
          </p:cNvPr>
          <p:cNvSpPr txBox="1"/>
          <p:nvPr/>
        </p:nvSpPr>
        <p:spPr>
          <a:xfrm>
            <a:off x="2880306" y="3412850"/>
            <a:ext cx="865571" cy="184666"/>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effectLst/>
                <a:uLnTx/>
                <a:uFillTx/>
                <a:latin typeface="Ubuntu"/>
                <a:ea typeface="+mn-ea"/>
                <a:cs typeface="+mn-cs"/>
              </a:rPr>
              <a:t>AGENT</a:t>
            </a:r>
          </a:p>
        </p:txBody>
      </p:sp>
      <p:grpSp>
        <p:nvGrpSpPr>
          <p:cNvPr id="208" name="Group 207">
            <a:extLst>
              <a:ext uri="{FF2B5EF4-FFF2-40B4-BE49-F238E27FC236}">
                <a16:creationId xmlns:a16="http://schemas.microsoft.com/office/drawing/2014/main" id="{E2669A9E-534B-8926-8C42-8C6F358991BE}"/>
              </a:ext>
            </a:extLst>
          </p:cNvPr>
          <p:cNvGrpSpPr/>
          <p:nvPr/>
        </p:nvGrpSpPr>
        <p:grpSpPr>
          <a:xfrm>
            <a:off x="3201326" y="3189427"/>
            <a:ext cx="230087" cy="230087"/>
            <a:chOff x="2000422" y="2990995"/>
            <a:chExt cx="253345" cy="253345"/>
          </a:xfrm>
        </p:grpSpPr>
        <p:sp>
          <p:nvSpPr>
            <p:cNvPr id="209" name="Rectangle 208">
              <a:extLst>
                <a:ext uri="{FF2B5EF4-FFF2-40B4-BE49-F238E27FC236}">
                  <a16:creationId xmlns:a16="http://schemas.microsoft.com/office/drawing/2014/main" id="{D65E7A17-BBC9-4B41-C0AB-DDB440912767}"/>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210" name="Graphic 209">
              <a:extLst>
                <a:ext uri="{FF2B5EF4-FFF2-40B4-BE49-F238E27FC236}">
                  <a16:creationId xmlns:a16="http://schemas.microsoft.com/office/drawing/2014/main" id="{EB382C70-654B-EC5E-AA76-C191C0F2F48C}"/>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2000422" y="2990995"/>
              <a:ext cx="253345" cy="253345"/>
            </a:xfrm>
            <a:prstGeom prst="rect">
              <a:avLst/>
            </a:prstGeom>
          </p:spPr>
        </p:pic>
      </p:grpSp>
      <p:sp>
        <p:nvSpPr>
          <p:cNvPr id="211" name="Rectangle 210">
            <a:extLst>
              <a:ext uri="{FF2B5EF4-FFF2-40B4-BE49-F238E27FC236}">
                <a16:creationId xmlns:a16="http://schemas.microsoft.com/office/drawing/2014/main" id="{8B98D10D-B14C-2FD4-2943-08678AF8034A}"/>
              </a:ext>
            </a:extLst>
          </p:cNvPr>
          <p:cNvSpPr/>
          <p:nvPr/>
        </p:nvSpPr>
        <p:spPr>
          <a:xfrm>
            <a:off x="3107116" y="4205839"/>
            <a:ext cx="201143" cy="180000"/>
          </a:xfrm>
          <a:prstGeom prst="rect">
            <a:avLst/>
          </a:prstGeom>
          <a:solidFill>
            <a:srgbClr val="FFC00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sp>
        <p:nvSpPr>
          <p:cNvPr id="212" name="Rectangle 211">
            <a:extLst>
              <a:ext uri="{FF2B5EF4-FFF2-40B4-BE49-F238E27FC236}">
                <a16:creationId xmlns:a16="http://schemas.microsoft.com/office/drawing/2014/main" id="{72515837-D1ED-1895-7107-7C265371F26E}"/>
              </a:ext>
            </a:extLst>
          </p:cNvPr>
          <p:cNvSpPr/>
          <p:nvPr/>
        </p:nvSpPr>
        <p:spPr>
          <a:xfrm>
            <a:off x="3073237" y="4161064"/>
            <a:ext cx="537554" cy="2543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cxnSp>
        <p:nvCxnSpPr>
          <p:cNvPr id="213" name="Elbow Connector 212">
            <a:extLst>
              <a:ext uri="{FF2B5EF4-FFF2-40B4-BE49-F238E27FC236}">
                <a16:creationId xmlns:a16="http://schemas.microsoft.com/office/drawing/2014/main" id="{2277E719-BA41-58D9-2CC9-FB92D8D2AA11}"/>
              </a:ext>
            </a:extLst>
          </p:cNvPr>
          <p:cNvCxnSpPr>
            <a:cxnSpLocks/>
            <a:stCxn id="211" idx="0"/>
          </p:cNvCxnSpPr>
          <p:nvPr/>
        </p:nvCxnSpPr>
        <p:spPr>
          <a:xfrm rot="5400000" flipH="1" flipV="1">
            <a:off x="3093229" y="3951414"/>
            <a:ext cx="368884" cy="139967"/>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4" name="Elbow Connector 213">
            <a:extLst>
              <a:ext uri="{FF2B5EF4-FFF2-40B4-BE49-F238E27FC236}">
                <a16:creationId xmlns:a16="http://schemas.microsoft.com/office/drawing/2014/main" id="{C20A029F-888B-3E7F-8B31-D612478DBA04}"/>
              </a:ext>
            </a:extLst>
          </p:cNvPr>
          <p:cNvCxnSpPr>
            <a:cxnSpLocks/>
            <a:stCxn id="216" idx="0"/>
          </p:cNvCxnSpPr>
          <p:nvPr/>
        </p:nvCxnSpPr>
        <p:spPr>
          <a:xfrm rot="16200000" flipV="1">
            <a:off x="3230419" y="3960774"/>
            <a:ext cx="355727" cy="121247"/>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15" name="Group 214">
            <a:extLst>
              <a:ext uri="{FF2B5EF4-FFF2-40B4-BE49-F238E27FC236}">
                <a16:creationId xmlns:a16="http://schemas.microsoft.com/office/drawing/2014/main" id="{59F6071C-7058-77E3-EAB4-F2E4382C3F95}"/>
              </a:ext>
            </a:extLst>
          </p:cNvPr>
          <p:cNvGrpSpPr>
            <a:grpSpLocks noChangeAspect="1"/>
          </p:cNvGrpSpPr>
          <p:nvPr/>
        </p:nvGrpSpPr>
        <p:grpSpPr>
          <a:xfrm>
            <a:off x="3368333" y="4199261"/>
            <a:ext cx="201143" cy="201168"/>
            <a:chOff x="2724405" y="3881760"/>
            <a:chExt cx="201143" cy="187817"/>
          </a:xfrm>
        </p:grpSpPr>
        <p:sp>
          <p:nvSpPr>
            <p:cNvPr id="216" name="Rectangle 215">
              <a:extLst>
                <a:ext uri="{FF2B5EF4-FFF2-40B4-BE49-F238E27FC236}">
                  <a16:creationId xmlns:a16="http://schemas.microsoft.com/office/drawing/2014/main" id="{93D20550-E5C6-AC06-68BD-2A1A208B3078}"/>
                </a:ext>
              </a:extLst>
            </p:cNvPr>
            <p:cNvSpPr/>
            <p:nvPr/>
          </p:nvSpPr>
          <p:spPr>
            <a:xfrm>
              <a:off x="2724405" y="3881760"/>
              <a:ext cx="201143" cy="180000"/>
            </a:xfrm>
            <a:prstGeom prst="rect">
              <a:avLst/>
            </a:prstGeom>
            <a:solidFill>
              <a:srgbClr val="00B05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17" name="Graphic 216" descr="Tools outline">
              <a:extLst>
                <a:ext uri="{FF2B5EF4-FFF2-40B4-BE49-F238E27FC236}">
                  <a16:creationId xmlns:a16="http://schemas.microsoft.com/office/drawing/2014/main" id="{6ECE9F34-62A5-27AC-F9AC-D7C2064DAFB2}"/>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2733654" y="3881939"/>
              <a:ext cx="187638" cy="187638"/>
            </a:xfrm>
            <a:prstGeom prst="rect">
              <a:avLst/>
            </a:prstGeom>
          </p:spPr>
        </p:pic>
      </p:grpSp>
      <p:sp>
        <p:nvSpPr>
          <p:cNvPr id="218" name="Rectangle 217">
            <a:extLst>
              <a:ext uri="{FF2B5EF4-FFF2-40B4-BE49-F238E27FC236}">
                <a16:creationId xmlns:a16="http://schemas.microsoft.com/office/drawing/2014/main" id="{7B1801C6-45E4-7A43-2751-DADAB8C559BD}"/>
              </a:ext>
            </a:extLst>
          </p:cNvPr>
          <p:cNvSpPr/>
          <p:nvPr/>
        </p:nvSpPr>
        <p:spPr>
          <a:xfrm>
            <a:off x="2982329" y="3496741"/>
            <a:ext cx="722715" cy="36933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Population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 Selector</a:t>
            </a:r>
          </a:p>
        </p:txBody>
      </p:sp>
      <p:grpSp>
        <p:nvGrpSpPr>
          <p:cNvPr id="219" name="Group 218">
            <a:extLst>
              <a:ext uri="{FF2B5EF4-FFF2-40B4-BE49-F238E27FC236}">
                <a16:creationId xmlns:a16="http://schemas.microsoft.com/office/drawing/2014/main" id="{F2712E91-24FF-509C-9183-D701CB2B1C91}"/>
              </a:ext>
            </a:extLst>
          </p:cNvPr>
          <p:cNvGrpSpPr/>
          <p:nvPr/>
        </p:nvGrpSpPr>
        <p:grpSpPr>
          <a:xfrm>
            <a:off x="5433012" y="3191389"/>
            <a:ext cx="230087" cy="230087"/>
            <a:chOff x="2000422" y="2990995"/>
            <a:chExt cx="253345" cy="253345"/>
          </a:xfrm>
        </p:grpSpPr>
        <p:sp>
          <p:nvSpPr>
            <p:cNvPr id="220" name="Rectangle 219">
              <a:extLst>
                <a:ext uri="{FF2B5EF4-FFF2-40B4-BE49-F238E27FC236}">
                  <a16:creationId xmlns:a16="http://schemas.microsoft.com/office/drawing/2014/main" id="{F12BD466-43FF-D2A5-E5F7-46C465DE5E48}"/>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221" name="Graphic 220">
              <a:extLst>
                <a:ext uri="{FF2B5EF4-FFF2-40B4-BE49-F238E27FC236}">
                  <a16:creationId xmlns:a16="http://schemas.microsoft.com/office/drawing/2014/main" id="{2804F42A-44BE-17BD-A6A9-2F0E943929EF}"/>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2000422" y="2990995"/>
              <a:ext cx="253345" cy="253345"/>
            </a:xfrm>
            <a:prstGeom prst="rect">
              <a:avLst/>
            </a:prstGeom>
          </p:spPr>
        </p:pic>
      </p:grpSp>
      <p:grpSp>
        <p:nvGrpSpPr>
          <p:cNvPr id="222" name="Group 221">
            <a:extLst>
              <a:ext uri="{FF2B5EF4-FFF2-40B4-BE49-F238E27FC236}">
                <a16:creationId xmlns:a16="http://schemas.microsoft.com/office/drawing/2014/main" id="{F9880A36-76C9-B0C5-9989-BB5A34AD27FE}"/>
              </a:ext>
            </a:extLst>
          </p:cNvPr>
          <p:cNvGrpSpPr/>
          <p:nvPr/>
        </p:nvGrpSpPr>
        <p:grpSpPr>
          <a:xfrm>
            <a:off x="4982025" y="4203455"/>
            <a:ext cx="201144" cy="180001"/>
            <a:chOff x="2000422" y="2990995"/>
            <a:chExt cx="253345" cy="253345"/>
          </a:xfrm>
        </p:grpSpPr>
        <p:sp>
          <p:nvSpPr>
            <p:cNvPr id="223" name="Rectangle 222">
              <a:extLst>
                <a:ext uri="{FF2B5EF4-FFF2-40B4-BE49-F238E27FC236}">
                  <a16:creationId xmlns:a16="http://schemas.microsoft.com/office/drawing/2014/main" id="{96E5B6A3-655F-597C-D78C-6E68DBD401AB}"/>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224" name="Graphic 223">
              <a:extLst>
                <a:ext uri="{FF2B5EF4-FFF2-40B4-BE49-F238E27FC236}">
                  <a16:creationId xmlns:a16="http://schemas.microsoft.com/office/drawing/2014/main" id="{8417D230-90A6-67F2-6166-6E763A5C0DAA}"/>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2000422" y="2990995"/>
              <a:ext cx="253345" cy="253345"/>
            </a:xfrm>
            <a:prstGeom prst="rect">
              <a:avLst/>
            </a:prstGeom>
          </p:spPr>
        </p:pic>
      </p:grpSp>
      <p:sp>
        <p:nvSpPr>
          <p:cNvPr id="225" name="Rectangle 224">
            <a:extLst>
              <a:ext uri="{FF2B5EF4-FFF2-40B4-BE49-F238E27FC236}">
                <a16:creationId xmlns:a16="http://schemas.microsoft.com/office/drawing/2014/main" id="{8CF5072A-521E-3CE0-C7B7-7DA266EEE96A}"/>
              </a:ext>
            </a:extLst>
          </p:cNvPr>
          <p:cNvSpPr/>
          <p:nvPr/>
        </p:nvSpPr>
        <p:spPr>
          <a:xfrm>
            <a:off x="5692477" y="4211572"/>
            <a:ext cx="201143" cy="160464"/>
          </a:xfrm>
          <a:prstGeom prst="rect">
            <a:avLst/>
          </a:prstGeom>
          <a:solidFill>
            <a:srgbClr val="FFC00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grpSp>
        <p:nvGrpSpPr>
          <p:cNvPr id="226" name="Group 225">
            <a:extLst>
              <a:ext uri="{FF2B5EF4-FFF2-40B4-BE49-F238E27FC236}">
                <a16:creationId xmlns:a16="http://schemas.microsoft.com/office/drawing/2014/main" id="{9E7A9C97-EF4A-6C03-6514-89911F19981A}"/>
              </a:ext>
            </a:extLst>
          </p:cNvPr>
          <p:cNvGrpSpPr/>
          <p:nvPr/>
        </p:nvGrpSpPr>
        <p:grpSpPr>
          <a:xfrm>
            <a:off x="5215189" y="4203656"/>
            <a:ext cx="201143" cy="188059"/>
            <a:chOff x="1439009" y="3914251"/>
            <a:chExt cx="201143" cy="188059"/>
          </a:xfrm>
        </p:grpSpPr>
        <p:sp>
          <p:nvSpPr>
            <p:cNvPr id="227" name="Rectangle 226">
              <a:extLst>
                <a:ext uri="{FF2B5EF4-FFF2-40B4-BE49-F238E27FC236}">
                  <a16:creationId xmlns:a16="http://schemas.microsoft.com/office/drawing/2014/main" id="{61D9D4CB-4B1C-0F0D-170E-1F5F110CC937}"/>
                </a:ext>
              </a:extLst>
            </p:cNvPr>
            <p:cNvSpPr/>
            <p:nvPr/>
          </p:nvSpPr>
          <p:spPr>
            <a:xfrm>
              <a:off x="1439009" y="3914251"/>
              <a:ext cx="201143" cy="180000"/>
            </a:xfrm>
            <a:prstGeom prst="rect">
              <a:avLst/>
            </a:prstGeom>
            <a:solidFill>
              <a:srgbClr val="E556AE"/>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28" name="Graphic 227" descr="Chat outline">
              <a:extLst>
                <a:ext uri="{FF2B5EF4-FFF2-40B4-BE49-F238E27FC236}">
                  <a16:creationId xmlns:a16="http://schemas.microsoft.com/office/drawing/2014/main" id="{9F7F6424-F7EE-50DE-2D1E-982D13EFDD88}"/>
                </a:ext>
              </a:extLst>
            </p:cNvPr>
            <p:cNvPicPr>
              <a:picLocks noChangeAspect="1"/>
            </p:cNvPicPr>
            <p:nvPr/>
          </p:nvPicPr>
          <p:blipFill>
            <a:blip>
              <a:extLst>
                <a:ext uri="{96DAC541-7B7A-43D3-8B79-37D633B846F1}">
                  <asvg:svgBlip xmlns:asvg="http://schemas.microsoft.com/office/drawing/2016/SVG/main" r:embed="rId5"/>
                </a:ext>
              </a:extLst>
            </a:blip>
            <a:srcRect t="10263" b="1"/>
            <a:stretch/>
          </p:blipFill>
          <p:spPr>
            <a:xfrm>
              <a:off x="1458010" y="3945258"/>
              <a:ext cx="170113" cy="157052"/>
            </a:xfrm>
            <a:prstGeom prst="rect">
              <a:avLst/>
            </a:prstGeom>
          </p:spPr>
        </p:pic>
      </p:grpSp>
      <p:cxnSp>
        <p:nvCxnSpPr>
          <p:cNvPr id="229" name="Elbow Connector 228">
            <a:extLst>
              <a:ext uri="{FF2B5EF4-FFF2-40B4-BE49-F238E27FC236}">
                <a16:creationId xmlns:a16="http://schemas.microsoft.com/office/drawing/2014/main" id="{EE0F4726-C28C-252A-9981-3A6374956411}"/>
              </a:ext>
            </a:extLst>
          </p:cNvPr>
          <p:cNvCxnSpPr>
            <a:cxnSpLocks/>
            <a:stCxn id="227" idx="0"/>
            <a:endCxn id="47" idx="2"/>
          </p:cNvCxnSpPr>
          <p:nvPr/>
        </p:nvCxnSpPr>
        <p:spPr>
          <a:xfrm rot="5400000" flipH="1" flipV="1">
            <a:off x="5289156" y="3939247"/>
            <a:ext cx="291014" cy="237805"/>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30" name="Group 229">
            <a:extLst>
              <a:ext uri="{FF2B5EF4-FFF2-40B4-BE49-F238E27FC236}">
                <a16:creationId xmlns:a16="http://schemas.microsoft.com/office/drawing/2014/main" id="{128ACD19-C83B-B174-8322-832F914AA9C2}"/>
              </a:ext>
            </a:extLst>
          </p:cNvPr>
          <p:cNvGrpSpPr>
            <a:grpSpLocks noChangeAspect="1"/>
          </p:cNvGrpSpPr>
          <p:nvPr/>
        </p:nvGrpSpPr>
        <p:grpSpPr>
          <a:xfrm>
            <a:off x="5458392" y="4209313"/>
            <a:ext cx="182857" cy="182879"/>
            <a:chOff x="2724405" y="3881760"/>
            <a:chExt cx="201143" cy="187817"/>
          </a:xfrm>
        </p:grpSpPr>
        <p:sp>
          <p:nvSpPr>
            <p:cNvPr id="231" name="Rectangle 230">
              <a:extLst>
                <a:ext uri="{FF2B5EF4-FFF2-40B4-BE49-F238E27FC236}">
                  <a16:creationId xmlns:a16="http://schemas.microsoft.com/office/drawing/2014/main" id="{7C0B9A05-8AC7-F9CD-7589-6B42F605F8AE}"/>
                </a:ext>
              </a:extLst>
            </p:cNvPr>
            <p:cNvSpPr/>
            <p:nvPr/>
          </p:nvSpPr>
          <p:spPr>
            <a:xfrm>
              <a:off x="2724405" y="3881760"/>
              <a:ext cx="201143" cy="180000"/>
            </a:xfrm>
            <a:prstGeom prst="rect">
              <a:avLst/>
            </a:prstGeom>
            <a:solidFill>
              <a:srgbClr val="00B05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32" name="Graphic 231" descr="Tools outline">
              <a:extLst>
                <a:ext uri="{FF2B5EF4-FFF2-40B4-BE49-F238E27FC236}">
                  <a16:creationId xmlns:a16="http://schemas.microsoft.com/office/drawing/2014/main" id="{05692D05-9E09-ED36-5341-73923F0FD31B}"/>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2733654" y="3881939"/>
              <a:ext cx="187638" cy="187638"/>
            </a:xfrm>
            <a:prstGeom prst="rect">
              <a:avLst/>
            </a:prstGeom>
          </p:spPr>
        </p:pic>
      </p:grpSp>
      <p:sp>
        <p:nvSpPr>
          <p:cNvPr id="233" name="Rectangle 232">
            <a:extLst>
              <a:ext uri="{FF2B5EF4-FFF2-40B4-BE49-F238E27FC236}">
                <a16:creationId xmlns:a16="http://schemas.microsoft.com/office/drawing/2014/main" id="{E71825B1-D18D-591F-4E54-693BF67E3571}"/>
              </a:ext>
            </a:extLst>
          </p:cNvPr>
          <p:cNvSpPr/>
          <p:nvPr/>
        </p:nvSpPr>
        <p:spPr>
          <a:xfrm>
            <a:off x="5939472" y="4214198"/>
            <a:ext cx="201143" cy="160464"/>
          </a:xfrm>
          <a:prstGeom prst="rect">
            <a:avLst/>
          </a:prstGeom>
          <a:solidFill>
            <a:schemeClr val="accent1">
              <a:lumMod val="75000"/>
            </a:schemeClr>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cxnSp>
        <p:nvCxnSpPr>
          <p:cNvPr id="234" name="Elbow Connector 233">
            <a:extLst>
              <a:ext uri="{FF2B5EF4-FFF2-40B4-BE49-F238E27FC236}">
                <a16:creationId xmlns:a16="http://schemas.microsoft.com/office/drawing/2014/main" id="{9C826E80-2132-2620-F564-9A34E641F34D}"/>
              </a:ext>
            </a:extLst>
          </p:cNvPr>
          <p:cNvCxnSpPr>
            <a:cxnSpLocks/>
            <a:stCxn id="233" idx="0"/>
            <a:endCxn id="47" idx="2"/>
          </p:cNvCxnSpPr>
          <p:nvPr/>
        </p:nvCxnSpPr>
        <p:spPr>
          <a:xfrm rot="16200000" flipV="1">
            <a:off x="5646027" y="3820181"/>
            <a:ext cx="301556" cy="486478"/>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35" name="TextBox 234">
            <a:extLst>
              <a:ext uri="{FF2B5EF4-FFF2-40B4-BE49-F238E27FC236}">
                <a16:creationId xmlns:a16="http://schemas.microsoft.com/office/drawing/2014/main" id="{FA75B2C5-419F-40AD-F8C7-C8364491AC7B}"/>
              </a:ext>
            </a:extLst>
          </p:cNvPr>
          <p:cNvSpPr txBox="1"/>
          <p:nvPr/>
        </p:nvSpPr>
        <p:spPr>
          <a:xfrm>
            <a:off x="8115775" y="2451745"/>
            <a:ext cx="731520"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Conversion Tracking</a:t>
            </a:r>
          </a:p>
        </p:txBody>
      </p:sp>
      <p:sp>
        <p:nvSpPr>
          <p:cNvPr id="236" name="Oval 235">
            <a:extLst>
              <a:ext uri="{FF2B5EF4-FFF2-40B4-BE49-F238E27FC236}">
                <a16:creationId xmlns:a16="http://schemas.microsoft.com/office/drawing/2014/main" id="{6293B0A1-950D-261D-6DB6-30CBDB1672CB}"/>
              </a:ext>
            </a:extLst>
          </p:cNvPr>
          <p:cNvSpPr/>
          <p:nvPr/>
        </p:nvSpPr>
        <p:spPr>
          <a:xfrm>
            <a:off x="6905956" y="2787555"/>
            <a:ext cx="62217" cy="68364"/>
          </a:xfrm>
          <a:prstGeom prst="ellipse">
            <a:avLst/>
          </a:prstGeom>
          <a:solidFill>
            <a:srgbClr val="F95DBD"/>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237" name="Oval 236">
            <a:extLst>
              <a:ext uri="{FF2B5EF4-FFF2-40B4-BE49-F238E27FC236}">
                <a16:creationId xmlns:a16="http://schemas.microsoft.com/office/drawing/2014/main" id="{30A92762-A5C2-8582-7CEA-004A7FC833F8}"/>
              </a:ext>
            </a:extLst>
          </p:cNvPr>
          <p:cNvSpPr/>
          <p:nvPr/>
        </p:nvSpPr>
        <p:spPr>
          <a:xfrm>
            <a:off x="7050155" y="2787555"/>
            <a:ext cx="62217" cy="68364"/>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238" name="Oval 237">
            <a:extLst>
              <a:ext uri="{FF2B5EF4-FFF2-40B4-BE49-F238E27FC236}">
                <a16:creationId xmlns:a16="http://schemas.microsoft.com/office/drawing/2014/main" id="{725E2B55-3A38-6839-8839-1657F97D3AFB}"/>
              </a:ext>
            </a:extLst>
          </p:cNvPr>
          <p:cNvSpPr/>
          <p:nvPr/>
        </p:nvSpPr>
        <p:spPr>
          <a:xfrm>
            <a:off x="8406319" y="2787555"/>
            <a:ext cx="62217" cy="68364"/>
          </a:xfrm>
          <a:prstGeom prst="ellipse">
            <a:avLst/>
          </a:prstGeom>
          <a:solidFill>
            <a:schemeClr val="accent3">
              <a:lumMod val="50000"/>
              <a:lumOff val="5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239" name="Oval 238">
            <a:extLst>
              <a:ext uri="{FF2B5EF4-FFF2-40B4-BE49-F238E27FC236}">
                <a16:creationId xmlns:a16="http://schemas.microsoft.com/office/drawing/2014/main" id="{6CE080FC-FD04-0AC0-1D1C-B7C1B66BD42C}"/>
              </a:ext>
            </a:extLst>
          </p:cNvPr>
          <p:cNvSpPr/>
          <p:nvPr/>
        </p:nvSpPr>
        <p:spPr>
          <a:xfrm>
            <a:off x="9274093" y="2787555"/>
            <a:ext cx="62217" cy="68364"/>
          </a:xfrm>
          <a:prstGeom prst="ellipse">
            <a:avLst/>
          </a:prstGeom>
          <a:solidFill>
            <a:schemeClr val="accent3">
              <a:lumMod val="50000"/>
              <a:lumOff val="5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240" name="Rectangle 239">
            <a:extLst>
              <a:ext uri="{FF2B5EF4-FFF2-40B4-BE49-F238E27FC236}">
                <a16:creationId xmlns:a16="http://schemas.microsoft.com/office/drawing/2014/main" id="{562E5733-083D-1663-37A1-1A53806D7267}"/>
              </a:ext>
            </a:extLst>
          </p:cNvPr>
          <p:cNvSpPr/>
          <p:nvPr/>
        </p:nvSpPr>
        <p:spPr>
          <a:xfrm>
            <a:off x="9058932" y="4221543"/>
            <a:ext cx="201143" cy="160464"/>
          </a:xfrm>
          <a:prstGeom prst="rect">
            <a:avLst/>
          </a:prstGeom>
          <a:solidFill>
            <a:srgbClr val="FFC00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cxnSp>
        <p:nvCxnSpPr>
          <p:cNvPr id="241" name="Elbow Connector 240">
            <a:extLst>
              <a:ext uri="{FF2B5EF4-FFF2-40B4-BE49-F238E27FC236}">
                <a16:creationId xmlns:a16="http://schemas.microsoft.com/office/drawing/2014/main" id="{090973DD-05A9-8B6A-122A-9D64B9FD7027}"/>
              </a:ext>
            </a:extLst>
          </p:cNvPr>
          <p:cNvCxnSpPr>
            <a:cxnSpLocks/>
            <a:stCxn id="240" idx="0"/>
            <a:endCxn id="64" idx="2"/>
          </p:cNvCxnSpPr>
          <p:nvPr/>
        </p:nvCxnSpPr>
        <p:spPr>
          <a:xfrm rot="5400000" flipH="1" flipV="1">
            <a:off x="9119609" y="3814038"/>
            <a:ext cx="447401" cy="367610"/>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2" name="Elbow Connector 241">
            <a:extLst>
              <a:ext uri="{FF2B5EF4-FFF2-40B4-BE49-F238E27FC236}">
                <a16:creationId xmlns:a16="http://schemas.microsoft.com/office/drawing/2014/main" id="{CADD0419-A3DF-5448-3E1C-607B94A43BF2}"/>
              </a:ext>
            </a:extLst>
          </p:cNvPr>
          <p:cNvCxnSpPr>
            <a:cxnSpLocks/>
            <a:stCxn id="265" idx="0"/>
            <a:endCxn id="64" idx="2"/>
          </p:cNvCxnSpPr>
          <p:nvPr/>
        </p:nvCxnSpPr>
        <p:spPr>
          <a:xfrm rot="16200000" flipV="1">
            <a:off x="9368071" y="3933185"/>
            <a:ext cx="439704" cy="121617"/>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43" name="Group 242">
            <a:extLst>
              <a:ext uri="{FF2B5EF4-FFF2-40B4-BE49-F238E27FC236}">
                <a16:creationId xmlns:a16="http://schemas.microsoft.com/office/drawing/2014/main" id="{A55F33AA-F9E5-28A5-9796-B7803F97FE28}"/>
              </a:ext>
            </a:extLst>
          </p:cNvPr>
          <p:cNvGrpSpPr/>
          <p:nvPr/>
        </p:nvGrpSpPr>
        <p:grpSpPr>
          <a:xfrm>
            <a:off x="6521013" y="4211993"/>
            <a:ext cx="201144" cy="180001"/>
            <a:chOff x="2000422" y="2990995"/>
            <a:chExt cx="253345" cy="253345"/>
          </a:xfrm>
        </p:grpSpPr>
        <p:sp>
          <p:nvSpPr>
            <p:cNvPr id="244" name="Rectangle 243">
              <a:extLst>
                <a:ext uri="{FF2B5EF4-FFF2-40B4-BE49-F238E27FC236}">
                  <a16:creationId xmlns:a16="http://schemas.microsoft.com/office/drawing/2014/main" id="{196DB722-A055-8409-B1E5-9BACEC00AE9D}"/>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245" name="Graphic 244">
              <a:extLst>
                <a:ext uri="{FF2B5EF4-FFF2-40B4-BE49-F238E27FC236}">
                  <a16:creationId xmlns:a16="http://schemas.microsoft.com/office/drawing/2014/main" id="{386722AE-9169-7A5D-06C5-38099680DD84}"/>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2000422" y="2990995"/>
              <a:ext cx="253345" cy="253345"/>
            </a:xfrm>
            <a:prstGeom prst="rect">
              <a:avLst/>
            </a:prstGeom>
          </p:spPr>
        </p:pic>
      </p:grpSp>
      <p:grpSp>
        <p:nvGrpSpPr>
          <p:cNvPr id="246" name="Group 245">
            <a:extLst>
              <a:ext uri="{FF2B5EF4-FFF2-40B4-BE49-F238E27FC236}">
                <a16:creationId xmlns:a16="http://schemas.microsoft.com/office/drawing/2014/main" id="{D7C4EA8C-D13B-ADF9-DBA7-DCCDB2969EA5}"/>
              </a:ext>
            </a:extLst>
          </p:cNvPr>
          <p:cNvGrpSpPr/>
          <p:nvPr/>
        </p:nvGrpSpPr>
        <p:grpSpPr>
          <a:xfrm>
            <a:off x="6754177" y="4212194"/>
            <a:ext cx="201143" cy="188059"/>
            <a:chOff x="1439009" y="3914251"/>
            <a:chExt cx="201143" cy="188059"/>
          </a:xfrm>
        </p:grpSpPr>
        <p:sp>
          <p:nvSpPr>
            <p:cNvPr id="247" name="Rectangle 246">
              <a:extLst>
                <a:ext uri="{FF2B5EF4-FFF2-40B4-BE49-F238E27FC236}">
                  <a16:creationId xmlns:a16="http://schemas.microsoft.com/office/drawing/2014/main" id="{0AF72DBB-9E2E-6F96-4A7F-A0DA2C6BEE6E}"/>
                </a:ext>
              </a:extLst>
            </p:cNvPr>
            <p:cNvSpPr/>
            <p:nvPr/>
          </p:nvSpPr>
          <p:spPr>
            <a:xfrm>
              <a:off x="1439009" y="3914251"/>
              <a:ext cx="201143" cy="180000"/>
            </a:xfrm>
            <a:prstGeom prst="rect">
              <a:avLst/>
            </a:prstGeom>
            <a:solidFill>
              <a:srgbClr val="E556AE"/>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48" name="Graphic 247" descr="Chat outline">
              <a:extLst>
                <a:ext uri="{FF2B5EF4-FFF2-40B4-BE49-F238E27FC236}">
                  <a16:creationId xmlns:a16="http://schemas.microsoft.com/office/drawing/2014/main" id="{0283E4EF-A049-CB5E-1B6F-CF7634E2CB8D}"/>
                </a:ext>
              </a:extLst>
            </p:cNvPr>
            <p:cNvPicPr>
              <a:picLocks noChangeAspect="1"/>
            </p:cNvPicPr>
            <p:nvPr/>
          </p:nvPicPr>
          <p:blipFill>
            <a:blip>
              <a:extLst>
                <a:ext uri="{96DAC541-7B7A-43D3-8B79-37D633B846F1}">
                  <asvg:svgBlip xmlns:asvg="http://schemas.microsoft.com/office/drawing/2016/SVG/main" r:embed="rId5"/>
                </a:ext>
              </a:extLst>
            </a:blip>
            <a:srcRect t="10263" b="1"/>
            <a:stretch/>
          </p:blipFill>
          <p:spPr>
            <a:xfrm>
              <a:off x="1458010" y="3945258"/>
              <a:ext cx="170113" cy="157052"/>
            </a:xfrm>
            <a:prstGeom prst="rect">
              <a:avLst/>
            </a:prstGeom>
          </p:spPr>
        </p:pic>
      </p:grpSp>
      <p:grpSp>
        <p:nvGrpSpPr>
          <p:cNvPr id="249" name="Group 248">
            <a:extLst>
              <a:ext uri="{FF2B5EF4-FFF2-40B4-BE49-F238E27FC236}">
                <a16:creationId xmlns:a16="http://schemas.microsoft.com/office/drawing/2014/main" id="{2F2D0309-7120-7E98-7E54-F0CDBDCF7E16}"/>
              </a:ext>
            </a:extLst>
          </p:cNvPr>
          <p:cNvGrpSpPr>
            <a:grpSpLocks noChangeAspect="1"/>
          </p:cNvGrpSpPr>
          <p:nvPr/>
        </p:nvGrpSpPr>
        <p:grpSpPr>
          <a:xfrm>
            <a:off x="6997380" y="4217851"/>
            <a:ext cx="182857" cy="182879"/>
            <a:chOff x="2724405" y="3881760"/>
            <a:chExt cx="201143" cy="187817"/>
          </a:xfrm>
        </p:grpSpPr>
        <p:sp>
          <p:nvSpPr>
            <p:cNvPr id="250" name="Rectangle 249">
              <a:extLst>
                <a:ext uri="{FF2B5EF4-FFF2-40B4-BE49-F238E27FC236}">
                  <a16:creationId xmlns:a16="http://schemas.microsoft.com/office/drawing/2014/main" id="{2C40F6B9-CC47-DE20-3E28-6E5B35893FD1}"/>
                </a:ext>
              </a:extLst>
            </p:cNvPr>
            <p:cNvSpPr/>
            <p:nvPr/>
          </p:nvSpPr>
          <p:spPr>
            <a:xfrm>
              <a:off x="2724405" y="3881760"/>
              <a:ext cx="201143" cy="180000"/>
            </a:xfrm>
            <a:prstGeom prst="rect">
              <a:avLst/>
            </a:prstGeom>
            <a:solidFill>
              <a:srgbClr val="00B05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51" name="Graphic 250" descr="Tools outline">
              <a:extLst>
                <a:ext uri="{FF2B5EF4-FFF2-40B4-BE49-F238E27FC236}">
                  <a16:creationId xmlns:a16="http://schemas.microsoft.com/office/drawing/2014/main" id="{6B05B8A5-9FBA-DDCB-8843-5AFFFF43EE00}"/>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2733654" y="3881939"/>
              <a:ext cx="187638" cy="187638"/>
            </a:xfrm>
            <a:prstGeom prst="rect">
              <a:avLst/>
            </a:prstGeom>
          </p:spPr>
        </p:pic>
      </p:grpSp>
      <p:grpSp>
        <p:nvGrpSpPr>
          <p:cNvPr id="252" name="Group 251">
            <a:extLst>
              <a:ext uri="{FF2B5EF4-FFF2-40B4-BE49-F238E27FC236}">
                <a16:creationId xmlns:a16="http://schemas.microsoft.com/office/drawing/2014/main" id="{1C763E58-E2DF-EDBD-9A3E-A688EC1E43D8}"/>
              </a:ext>
            </a:extLst>
          </p:cNvPr>
          <p:cNvGrpSpPr/>
          <p:nvPr/>
        </p:nvGrpSpPr>
        <p:grpSpPr>
          <a:xfrm>
            <a:off x="7674164" y="4211875"/>
            <a:ext cx="201144" cy="180001"/>
            <a:chOff x="2000422" y="2990995"/>
            <a:chExt cx="253345" cy="253345"/>
          </a:xfrm>
        </p:grpSpPr>
        <p:sp>
          <p:nvSpPr>
            <p:cNvPr id="253" name="Rectangle 252">
              <a:extLst>
                <a:ext uri="{FF2B5EF4-FFF2-40B4-BE49-F238E27FC236}">
                  <a16:creationId xmlns:a16="http://schemas.microsoft.com/office/drawing/2014/main" id="{51047FC5-FFE0-858C-1D97-55170B9F01D0}"/>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254" name="Graphic 253">
              <a:extLst>
                <a:ext uri="{FF2B5EF4-FFF2-40B4-BE49-F238E27FC236}">
                  <a16:creationId xmlns:a16="http://schemas.microsoft.com/office/drawing/2014/main" id="{BD2460DE-2073-9CBE-C81A-09FC960C2369}"/>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2000422" y="2990995"/>
              <a:ext cx="253345" cy="253345"/>
            </a:xfrm>
            <a:prstGeom prst="rect">
              <a:avLst/>
            </a:prstGeom>
          </p:spPr>
        </p:pic>
      </p:grpSp>
      <p:grpSp>
        <p:nvGrpSpPr>
          <p:cNvPr id="255" name="Group 254">
            <a:extLst>
              <a:ext uri="{FF2B5EF4-FFF2-40B4-BE49-F238E27FC236}">
                <a16:creationId xmlns:a16="http://schemas.microsoft.com/office/drawing/2014/main" id="{21D83A4A-B1E4-6B70-2D81-100E00DBF270}"/>
              </a:ext>
            </a:extLst>
          </p:cNvPr>
          <p:cNvGrpSpPr/>
          <p:nvPr/>
        </p:nvGrpSpPr>
        <p:grpSpPr>
          <a:xfrm>
            <a:off x="7907328" y="4212076"/>
            <a:ext cx="201143" cy="188059"/>
            <a:chOff x="1439009" y="3914251"/>
            <a:chExt cx="201143" cy="188059"/>
          </a:xfrm>
        </p:grpSpPr>
        <p:sp>
          <p:nvSpPr>
            <p:cNvPr id="256" name="Rectangle 255">
              <a:extLst>
                <a:ext uri="{FF2B5EF4-FFF2-40B4-BE49-F238E27FC236}">
                  <a16:creationId xmlns:a16="http://schemas.microsoft.com/office/drawing/2014/main" id="{D853C95E-DB93-4932-F1A3-FB7FF2CD6BA0}"/>
                </a:ext>
              </a:extLst>
            </p:cNvPr>
            <p:cNvSpPr/>
            <p:nvPr/>
          </p:nvSpPr>
          <p:spPr>
            <a:xfrm>
              <a:off x="1439009" y="3914251"/>
              <a:ext cx="201143" cy="180000"/>
            </a:xfrm>
            <a:prstGeom prst="rect">
              <a:avLst/>
            </a:prstGeom>
            <a:solidFill>
              <a:srgbClr val="E556AE"/>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57" name="Graphic 256" descr="Chat outline">
              <a:extLst>
                <a:ext uri="{FF2B5EF4-FFF2-40B4-BE49-F238E27FC236}">
                  <a16:creationId xmlns:a16="http://schemas.microsoft.com/office/drawing/2014/main" id="{59CEB398-4230-9782-EF52-E7C83044B28B}"/>
                </a:ext>
              </a:extLst>
            </p:cNvPr>
            <p:cNvPicPr>
              <a:picLocks noChangeAspect="1"/>
            </p:cNvPicPr>
            <p:nvPr/>
          </p:nvPicPr>
          <p:blipFill>
            <a:blip>
              <a:extLst>
                <a:ext uri="{96DAC541-7B7A-43D3-8B79-37D633B846F1}">
                  <asvg:svgBlip xmlns:asvg="http://schemas.microsoft.com/office/drawing/2016/SVG/main" r:embed="rId5"/>
                </a:ext>
              </a:extLst>
            </a:blip>
            <a:srcRect t="10263" b="1"/>
            <a:stretch/>
          </p:blipFill>
          <p:spPr>
            <a:xfrm>
              <a:off x="1458010" y="3945258"/>
              <a:ext cx="170113" cy="157052"/>
            </a:xfrm>
            <a:prstGeom prst="rect">
              <a:avLst/>
            </a:prstGeom>
          </p:spPr>
        </p:pic>
      </p:grpSp>
      <p:grpSp>
        <p:nvGrpSpPr>
          <p:cNvPr id="258" name="Group 257">
            <a:extLst>
              <a:ext uri="{FF2B5EF4-FFF2-40B4-BE49-F238E27FC236}">
                <a16:creationId xmlns:a16="http://schemas.microsoft.com/office/drawing/2014/main" id="{060265F4-CD6A-B694-E711-DF49249AA437}"/>
              </a:ext>
            </a:extLst>
          </p:cNvPr>
          <p:cNvGrpSpPr>
            <a:grpSpLocks noChangeAspect="1"/>
          </p:cNvGrpSpPr>
          <p:nvPr/>
        </p:nvGrpSpPr>
        <p:grpSpPr>
          <a:xfrm>
            <a:off x="8150531" y="4217733"/>
            <a:ext cx="182857" cy="182879"/>
            <a:chOff x="2724405" y="3881760"/>
            <a:chExt cx="201143" cy="187817"/>
          </a:xfrm>
        </p:grpSpPr>
        <p:sp>
          <p:nvSpPr>
            <p:cNvPr id="259" name="Rectangle 258">
              <a:extLst>
                <a:ext uri="{FF2B5EF4-FFF2-40B4-BE49-F238E27FC236}">
                  <a16:creationId xmlns:a16="http://schemas.microsoft.com/office/drawing/2014/main" id="{332A6511-7301-A600-893E-EA341E9088D1}"/>
                </a:ext>
              </a:extLst>
            </p:cNvPr>
            <p:cNvSpPr/>
            <p:nvPr/>
          </p:nvSpPr>
          <p:spPr>
            <a:xfrm>
              <a:off x="2724405" y="3881760"/>
              <a:ext cx="201143" cy="180000"/>
            </a:xfrm>
            <a:prstGeom prst="rect">
              <a:avLst/>
            </a:prstGeom>
            <a:solidFill>
              <a:srgbClr val="00B05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60" name="Graphic 259" descr="Tools outline">
              <a:extLst>
                <a:ext uri="{FF2B5EF4-FFF2-40B4-BE49-F238E27FC236}">
                  <a16:creationId xmlns:a16="http://schemas.microsoft.com/office/drawing/2014/main" id="{7924AF1A-2BAC-E844-015C-3C757AB42029}"/>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2733654" y="3881939"/>
              <a:ext cx="187638" cy="187638"/>
            </a:xfrm>
            <a:prstGeom prst="rect">
              <a:avLst/>
            </a:prstGeom>
          </p:spPr>
        </p:pic>
      </p:grpSp>
      <p:grpSp>
        <p:nvGrpSpPr>
          <p:cNvPr id="261" name="Group 260">
            <a:extLst>
              <a:ext uri="{FF2B5EF4-FFF2-40B4-BE49-F238E27FC236}">
                <a16:creationId xmlns:a16="http://schemas.microsoft.com/office/drawing/2014/main" id="{B2C822E4-543A-EA48-A6C4-E3CD49793572}"/>
              </a:ext>
            </a:extLst>
          </p:cNvPr>
          <p:cNvGrpSpPr/>
          <p:nvPr/>
        </p:nvGrpSpPr>
        <p:grpSpPr>
          <a:xfrm>
            <a:off x="9314995" y="4213645"/>
            <a:ext cx="201144" cy="180001"/>
            <a:chOff x="2000422" y="2990995"/>
            <a:chExt cx="253345" cy="253345"/>
          </a:xfrm>
        </p:grpSpPr>
        <p:sp>
          <p:nvSpPr>
            <p:cNvPr id="262" name="Rectangle 261">
              <a:extLst>
                <a:ext uri="{FF2B5EF4-FFF2-40B4-BE49-F238E27FC236}">
                  <a16:creationId xmlns:a16="http://schemas.microsoft.com/office/drawing/2014/main" id="{749D8BC1-46BF-3FD6-F1D5-83CC2CDD8513}"/>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263" name="Graphic 262">
              <a:extLst>
                <a:ext uri="{FF2B5EF4-FFF2-40B4-BE49-F238E27FC236}">
                  <a16:creationId xmlns:a16="http://schemas.microsoft.com/office/drawing/2014/main" id="{B08AAC3E-A1CB-6DAA-6CA3-F55BBB3577F0}"/>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2000422" y="2990995"/>
              <a:ext cx="253345" cy="253345"/>
            </a:xfrm>
            <a:prstGeom prst="rect">
              <a:avLst/>
            </a:prstGeom>
          </p:spPr>
        </p:pic>
      </p:grpSp>
      <p:grpSp>
        <p:nvGrpSpPr>
          <p:cNvPr id="264" name="Group 263">
            <a:extLst>
              <a:ext uri="{FF2B5EF4-FFF2-40B4-BE49-F238E27FC236}">
                <a16:creationId xmlns:a16="http://schemas.microsoft.com/office/drawing/2014/main" id="{98752F3B-B076-FBA4-EF8B-2CF03D112D23}"/>
              </a:ext>
            </a:extLst>
          </p:cNvPr>
          <p:cNvGrpSpPr/>
          <p:nvPr/>
        </p:nvGrpSpPr>
        <p:grpSpPr>
          <a:xfrm>
            <a:off x="9548159" y="4213846"/>
            <a:ext cx="201143" cy="188059"/>
            <a:chOff x="1439009" y="3914251"/>
            <a:chExt cx="201143" cy="188059"/>
          </a:xfrm>
        </p:grpSpPr>
        <p:sp>
          <p:nvSpPr>
            <p:cNvPr id="265" name="Rectangle 264">
              <a:extLst>
                <a:ext uri="{FF2B5EF4-FFF2-40B4-BE49-F238E27FC236}">
                  <a16:creationId xmlns:a16="http://schemas.microsoft.com/office/drawing/2014/main" id="{4ADE8779-4BC9-0507-EF8E-A38F7982D7EC}"/>
                </a:ext>
              </a:extLst>
            </p:cNvPr>
            <p:cNvSpPr/>
            <p:nvPr/>
          </p:nvSpPr>
          <p:spPr>
            <a:xfrm>
              <a:off x="1439009" y="3914251"/>
              <a:ext cx="201143" cy="180000"/>
            </a:xfrm>
            <a:prstGeom prst="rect">
              <a:avLst/>
            </a:prstGeom>
            <a:solidFill>
              <a:srgbClr val="E556AE"/>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66" name="Graphic 265" descr="Chat outline">
              <a:extLst>
                <a:ext uri="{FF2B5EF4-FFF2-40B4-BE49-F238E27FC236}">
                  <a16:creationId xmlns:a16="http://schemas.microsoft.com/office/drawing/2014/main" id="{5F6DBC63-FA29-799E-D918-9875C36615D4}"/>
                </a:ext>
              </a:extLst>
            </p:cNvPr>
            <p:cNvPicPr>
              <a:picLocks noChangeAspect="1"/>
            </p:cNvPicPr>
            <p:nvPr/>
          </p:nvPicPr>
          <p:blipFill>
            <a:blip>
              <a:extLst>
                <a:ext uri="{96DAC541-7B7A-43D3-8B79-37D633B846F1}">
                  <asvg:svgBlip xmlns:asvg="http://schemas.microsoft.com/office/drawing/2016/SVG/main" r:embed="rId5"/>
                </a:ext>
              </a:extLst>
            </a:blip>
            <a:srcRect t="10263" b="1"/>
            <a:stretch/>
          </p:blipFill>
          <p:spPr>
            <a:xfrm>
              <a:off x="1458010" y="3945258"/>
              <a:ext cx="170113" cy="157052"/>
            </a:xfrm>
            <a:prstGeom prst="rect">
              <a:avLst/>
            </a:prstGeom>
          </p:spPr>
        </p:pic>
      </p:grpSp>
      <p:grpSp>
        <p:nvGrpSpPr>
          <p:cNvPr id="267" name="Group 266">
            <a:extLst>
              <a:ext uri="{FF2B5EF4-FFF2-40B4-BE49-F238E27FC236}">
                <a16:creationId xmlns:a16="http://schemas.microsoft.com/office/drawing/2014/main" id="{2AF9DFA6-3B6D-1436-3F06-5591961FA56A}"/>
              </a:ext>
            </a:extLst>
          </p:cNvPr>
          <p:cNvGrpSpPr>
            <a:grpSpLocks noChangeAspect="1"/>
          </p:cNvGrpSpPr>
          <p:nvPr/>
        </p:nvGrpSpPr>
        <p:grpSpPr>
          <a:xfrm>
            <a:off x="9791362" y="4219503"/>
            <a:ext cx="182857" cy="182879"/>
            <a:chOff x="2724405" y="3881760"/>
            <a:chExt cx="201143" cy="187817"/>
          </a:xfrm>
        </p:grpSpPr>
        <p:sp>
          <p:nvSpPr>
            <p:cNvPr id="268" name="Rectangle 267">
              <a:extLst>
                <a:ext uri="{FF2B5EF4-FFF2-40B4-BE49-F238E27FC236}">
                  <a16:creationId xmlns:a16="http://schemas.microsoft.com/office/drawing/2014/main" id="{B68A38A2-1A78-0087-7C9A-DE97859BD93B}"/>
                </a:ext>
              </a:extLst>
            </p:cNvPr>
            <p:cNvSpPr/>
            <p:nvPr/>
          </p:nvSpPr>
          <p:spPr>
            <a:xfrm>
              <a:off x="2724405" y="3881760"/>
              <a:ext cx="201143" cy="180000"/>
            </a:xfrm>
            <a:prstGeom prst="rect">
              <a:avLst/>
            </a:prstGeom>
            <a:solidFill>
              <a:srgbClr val="00B05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69" name="Graphic 268" descr="Tools outline">
              <a:extLst>
                <a:ext uri="{FF2B5EF4-FFF2-40B4-BE49-F238E27FC236}">
                  <a16:creationId xmlns:a16="http://schemas.microsoft.com/office/drawing/2014/main" id="{C130AD54-25AD-558A-40F2-9CB21E048822}"/>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2733654" y="3881939"/>
              <a:ext cx="187638" cy="187638"/>
            </a:xfrm>
            <a:prstGeom prst="rect">
              <a:avLst/>
            </a:prstGeom>
          </p:spPr>
        </p:pic>
      </p:grpSp>
      <p:sp>
        <p:nvSpPr>
          <p:cNvPr id="270" name="TextBox 269">
            <a:extLst>
              <a:ext uri="{FF2B5EF4-FFF2-40B4-BE49-F238E27FC236}">
                <a16:creationId xmlns:a16="http://schemas.microsoft.com/office/drawing/2014/main" id="{A1C01F60-1559-7900-3AF8-C1F7642BF8CA}"/>
              </a:ext>
            </a:extLst>
          </p:cNvPr>
          <p:cNvSpPr txBox="1"/>
          <p:nvPr/>
        </p:nvSpPr>
        <p:spPr>
          <a:xfrm>
            <a:off x="10398455" y="2444745"/>
            <a:ext cx="558615"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Bottleneck resolution</a:t>
            </a:r>
          </a:p>
        </p:txBody>
      </p:sp>
      <p:sp>
        <p:nvSpPr>
          <p:cNvPr id="271" name="TextBox 270">
            <a:extLst>
              <a:ext uri="{FF2B5EF4-FFF2-40B4-BE49-F238E27FC236}">
                <a16:creationId xmlns:a16="http://schemas.microsoft.com/office/drawing/2014/main" id="{4115E1A8-5155-0BE7-2CF2-180FBBF5AFBA}"/>
              </a:ext>
            </a:extLst>
          </p:cNvPr>
          <p:cNvSpPr txBox="1"/>
          <p:nvPr/>
        </p:nvSpPr>
        <p:spPr>
          <a:xfrm>
            <a:off x="11019317" y="2446680"/>
            <a:ext cx="558615"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Approval</a:t>
            </a:r>
          </a:p>
        </p:txBody>
      </p:sp>
      <p:sp>
        <p:nvSpPr>
          <p:cNvPr id="272" name="Oval 271">
            <a:extLst>
              <a:ext uri="{FF2B5EF4-FFF2-40B4-BE49-F238E27FC236}">
                <a16:creationId xmlns:a16="http://schemas.microsoft.com/office/drawing/2014/main" id="{4BF4A857-8990-A8DC-B0CF-07E999C428D2}"/>
              </a:ext>
            </a:extLst>
          </p:cNvPr>
          <p:cNvSpPr/>
          <p:nvPr/>
        </p:nvSpPr>
        <p:spPr>
          <a:xfrm>
            <a:off x="9890061" y="2793309"/>
            <a:ext cx="62217" cy="68364"/>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273" name="Oval 272">
            <a:extLst>
              <a:ext uri="{FF2B5EF4-FFF2-40B4-BE49-F238E27FC236}">
                <a16:creationId xmlns:a16="http://schemas.microsoft.com/office/drawing/2014/main" id="{1974C6C2-7837-9786-C499-C970CB9354EE}"/>
              </a:ext>
            </a:extLst>
          </p:cNvPr>
          <p:cNvSpPr/>
          <p:nvPr/>
        </p:nvSpPr>
        <p:spPr>
          <a:xfrm>
            <a:off x="10187663" y="2793309"/>
            <a:ext cx="62217" cy="68364"/>
          </a:xfrm>
          <a:prstGeom prst="ellipse">
            <a:avLst/>
          </a:prstGeom>
          <a:solidFill>
            <a:srgbClr val="FF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274" name="Oval 273">
            <a:extLst>
              <a:ext uri="{FF2B5EF4-FFF2-40B4-BE49-F238E27FC236}">
                <a16:creationId xmlns:a16="http://schemas.microsoft.com/office/drawing/2014/main" id="{71003F20-B8E8-9374-869B-A857AA0834CC}"/>
              </a:ext>
            </a:extLst>
          </p:cNvPr>
          <p:cNvSpPr/>
          <p:nvPr/>
        </p:nvSpPr>
        <p:spPr>
          <a:xfrm>
            <a:off x="10025209" y="2793309"/>
            <a:ext cx="62217" cy="68364"/>
          </a:xfrm>
          <a:prstGeom prst="ellipse">
            <a:avLst/>
          </a:prstGeom>
          <a:solidFill>
            <a:schemeClr val="accent3">
              <a:lumMod val="50000"/>
              <a:lumOff val="5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275" name="Oval 274">
            <a:extLst>
              <a:ext uri="{FF2B5EF4-FFF2-40B4-BE49-F238E27FC236}">
                <a16:creationId xmlns:a16="http://schemas.microsoft.com/office/drawing/2014/main" id="{DC541EBB-6613-AD9C-9D31-D2B84238741A}"/>
              </a:ext>
            </a:extLst>
          </p:cNvPr>
          <p:cNvSpPr/>
          <p:nvPr/>
        </p:nvSpPr>
        <p:spPr>
          <a:xfrm>
            <a:off x="10522045" y="2793309"/>
            <a:ext cx="62217" cy="68364"/>
          </a:xfrm>
          <a:prstGeom prst="ellipse">
            <a:avLst/>
          </a:prstGeom>
          <a:solidFill>
            <a:schemeClr val="accent3">
              <a:lumMod val="50000"/>
              <a:lumOff val="5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276" name="Oval 275">
            <a:extLst>
              <a:ext uri="{FF2B5EF4-FFF2-40B4-BE49-F238E27FC236}">
                <a16:creationId xmlns:a16="http://schemas.microsoft.com/office/drawing/2014/main" id="{7D6AA047-2397-B53C-217D-546DAEDD0289}"/>
              </a:ext>
            </a:extLst>
          </p:cNvPr>
          <p:cNvSpPr/>
          <p:nvPr/>
        </p:nvSpPr>
        <p:spPr>
          <a:xfrm>
            <a:off x="10818214" y="2778929"/>
            <a:ext cx="62217" cy="68364"/>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277" name="Rectangle 276">
            <a:extLst>
              <a:ext uri="{FF2B5EF4-FFF2-40B4-BE49-F238E27FC236}">
                <a16:creationId xmlns:a16="http://schemas.microsoft.com/office/drawing/2014/main" id="{43E9B19F-7FBD-DF53-522E-9FF2A36B28BC}"/>
              </a:ext>
            </a:extLst>
          </p:cNvPr>
          <p:cNvSpPr/>
          <p:nvPr/>
        </p:nvSpPr>
        <p:spPr>
          <a:xfrm>
            <a:off x="10278252" y="4193372"/>
            <a:ext cx="993130" cy="2286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cxnSp>
        <p:nvCxnSpPr>
          <p:cNvPr id="278" name="Elbow Connector 277">
            <a:extLst>
              <a:ext uri="{FF2B5EF4-FFF2-40B4-BE49-F238E27FC236}">
                <a16:creationId xmlns:a16="http://schemas.microsoft.com/office/drawing/2014/main" id="{1F49A6A6-1103-493F-3177-7D6AEBC63282}"/>
              </a:ext>
            </a:extLst>
          </p:cNvPr>
          <p:cNvCxnSpPr>
            <a:cxnSpLocks/>
            <a:stCxn id="286" idx="0"/>
            <a:endCxn id="71" idx="2"/>
          </p:cNvCxnSpPr>
          <p:nvPr/>
        </p:nvCxnSpPr>
        <p:spPr>
          <a:xfrm rot="5400000" flipH="1" flipV="1">
            <a:off x="10388029" y="3829139"/>
            <a:ext cx="445097" cy="335104"/>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9" name="Elbow Connector 278">
            <a:extLst>
              <a:ext uri="{FF2B5EF4-FFF2-40B4-BE49-F238E27FC236}">
                <a16:creationId xmlns:a16="http://schemas.microsoft.com/office/drawing/2014/main" id="{83A84246-514A-9E85-7DF2-E17ABB79EF4B}"/>
              </a:ext>
            </a:extLst>
          </p:cNvPr>
          <p:cNvCxnSpPr>
            <a:cxnSpLocks/>
            <a:endCxn id="71" idx="2"/>
          </p:cNvCxnSpPr>
          <p:nvPr/>
        </p:nvCxnSpPr>
        <p:spPr>
          <a:xfrm rot="16200000" flipV="1">
            <a:off x="10620753" y="3931519"/>
            <a:ext cx="446873" cy="132120"/>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0" name="Rectangle 279">
            <a:extLst>
              <a:ext uri="{FF2B5EF4-FFF2-40B4-BE49-F238E27FC236}">
                <a16:creationId xmlns:a16="http://schemas.microsoft.com/office/drawing/2014/main" id="{D47D2CAB-24B2-38FE-5FA3-2542A0456E7C}"/>
              </a:ext>
            </a:extLst>
          </p:cNvPr>
          <p:cNvSpPr/>
          <p:nvPr/>
        </p:nvSpPr>
        <p:spPr>
          <a:xfrm>
            <a:off x="11048254" y="4225117"/>
            <a:ext cx="201143" cy="180000"/>
          </a:xfrm>
          <a:prstGeom prst="rect">
            <a:avLst/>
          </a:prstGeom>
          <a:solidFill>
            <a:schemeClr val="accent1">
              <a:lumMod val="75000"/>
            </a:schemeClr>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cxnSp>
        <p:nvCxnSpPr>
          <p:cNvPr id="281" name="Elbow Connector 280">
            <a:extLst>
              <a:ext uri="{FF2B5EF4-FFF2-40B4-BE49-F238E27FC236}">
                <a16:creationId xmlns:a16="http://schemas.microsoft.com/office/drawing/2014/main" id="{D5DB4DA8-C95C-C1B8-CE71-DC5106053A69}"/>
              </a:ext>
            </a:extLst>
          </p:cNvPr>
          <p:cNvCxnSpPr>
            <a:cxnSpLocks/>
            <a:stCxn id="280" idx="0"/>
            <a:endCxn id="71" idx="2"/>
          </p:cNvCxnSpPr>
          <p:nvPr/>
        </p:nvCxnSpPr>
        <p:spPr>
          <a:xfrm rot="16200000" flipV="1">
            <a:off x="10737991" y="3814281"/>
            <a:ext cx="450975" cy="370697"/>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82" name="Group 281">
            <a:extLst>
              <a:ext uri="{FF2B5EF4-FFF2-40B4-BE49-F238E27FC236}">
                <a16:creationId xmlns:a16="http://schemas.microsoft.com/office/drawing/2014/main" id="{26105504-A897-31E5-94DF-F9464317ED6F}"/>
              </a:ext>
            </a:extLst>
          </p:cNvPr>
          <p:cNvGrpSpPr/>
          <p:nvPr/>
        </p:nvGrpSpPr>
        <p:grpSpPr>
          <a:xfrm>
            <a:off x="6736163" y="3186804"/>
            <a:ext cx="230087" cy="230087"/>
            <a:chOff x="2000422" y="2990995"/>
            <a:chExt cx="253345" cy="253345"/>
          </a:xfrm>
        </p:grpSpPr>
        <p:sp>
          <p:nvSpPr>
            <p:cNvPr id="283" name="Rectangle 282">
              <a:extLst>
                <a:ext uri="{FF2B5EF4-FFF2-40B4-BE49-F238E27FC236}">
                  <a16:creationId xmlns:a16="http://schemas.microsoft.com/office/drawing/2014/main" id="{A51D23FF-9094-8DA0-F048-43E2C7BC087F}"/>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284" name="Graphic 283">
              <a:extLst>
                <a:ext uri="{FF2B5EF4-FFF2-40B4-BE49-F238E27FC236}">
                  <a16:creationId xmlns:a16="http://schemas.microsoft.com/office/drawing/2014/main" id="{CDE1D2F9-CBDF-A38C-4EA8-0568EEE84561}"/>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2000422" y="2990995"/>
              <a:ext cx="253345" cy="253345"/>
            </a:xfrm>
            <a:prstGeom prst="rect">
              <a:avLst/>
            </a:prstGeom>
          </p:spPr>
        </p:pic>
      </p:grpSp>
      <p:grpSp>
        <p:nvGrpSpPr>
          <p:cNvPr id="285" name="Group 284">
            <a:extLst>
              <a:ext uri="{FF2B5EF4-FFF2-40B4-BE49-F238E27FC236}">
                <a16:creationId xmlns:a16="http://schemas.microsoft.com/office/drawing/2014/main" id="{DD89B676-D3D3-9F70-5C77-32982E9B21DB}"/>
              </a:ext>
            </a:extLst>
          </p:cNvPr>
          <p:cNvGrpSpPr/>
          <p:nvPr/>
        </p:nvGrpSpPr>
        <p:grpSpPr>
          <a:xfrm>
            <a:off x="10342453" y="4215157"/>
            <a:ext cx="201144" cy="180001"/>
            <a:chOff x="2000422" y="2990995"/>
            <a:chExt cx="253345" cy="253345"/>
          </a:xfrm>
        </p:grpSpPr>
        <p:sp>
          <p:nvSpPr>
            <p:cNvPr id="286" name="Rectangle 285">
              <a:extLst>
                <a:ext uri="{FF2B5EF4-FFF2-40B4-BE49-F238E27FC236}">
                  <a16:creationId xmlns:a16="http://schemas.microsoft.com/office/drawing/2014/main" id="{343EB3F7-BFD3-4BE8-90BD-E6216A337EBC}"/>
                </a:ext>
              </a:extLst>
            </p:cNvPr>
            <p:cNvSpPr/>
            <p:nvPr/>
          </p:nvSpPr>
          <p:spPr>
            <a:xfrm>
              <a:off x="2006167" y="2996740"/>
              <a:ext cx="241856" cy="241856"/>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287" name="Graphic 286">
              <a:extLst>
                <a:ext uri="{FF2B5EF4-FFF2-40B4-BE49-F238E27FC236}">
                  <a16:creationId xmlns:a16="http://schemas.microsoft.com/office/drawing/2014/main" id="{477E7F16-37C6-E31F-DAC4-CCD441C5414E}"/>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2000422" y="2990995"/>
              <a:ext cx="253345" cy="253345"/>
            </a:xfrm>
            <a:prstGeom prst="rect">
              <a:avLst/>
            </a:prstGeom>
          </p:spPr>
        </p:pic>
      </p:grpSp>
      <p:grpSp>
        <p:nvGrpSpPr>
          <p:cNvPr id="288" name="Group 287">
            <a:extLst>
              <a:ext uri="{FF2B5EF4-FFF2-40B4-BE49-F238E27FC236}">
                <a16:creationId xmlns:a16="http://schemas.microsoft.com/office/drawing/2014/main" id="{ED6FAF13-6BE7-43B6-376B-4158F70E93FE}"/>
              </a:ext>
            </a:extLst>
          </p:cNvPr>
          <p:cNvGrpSpPr/>
          <p:nvPr/>
        </p:nvGrpSpPr>
        <p:grpSpPr>
          <a:xfrm>
            <a:off x="10575617" y="4215358"/>
            <a:ext cx="201143" cy="188059"/>
            <a:chOff x="1439009" y="3914251"/>
            <a:chExt cx="201143" cy="188059"/>
          </a:xfrm>
        </p:grpSpPr>
        <p:sp>
          <p:nvSpPr>
            <p:cNvPr id="289" name="Rectangle 288">
              <a:extLst>
                <a:ext uri="{FF2B5EF4-FFF2-40B4-BE49-F238E27FC236}">
                  <a16:creationId xmlns:a16="http://schemas.microsoft.com/office/drawing/2014/main" id="{E3FC445D-DC9D-5AB4-0440-1199DBC811B2}"/>
                </a:ext>
              </a:extLst>
            </p:cNvPr>
            <p:cNvSpPr/>
            <p:nvPr/>
          </p:nvSpPr>
          <p:spPr>
            <a:xfrm>
              <a:off x="1439009" y="3914251"/>
              <a:ext cx="201143" cy="180000"/>
            </a:xfrm>
            <a:prstGeom prst="rect">
              <a:avLst/>
            </a:prstGeom>
            <a:solidFill>
              <a:srgbClr val="E556AE"/>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90" name="Graphic 289" descr="Chat outline">
              <a:extLst>
                <a:ext uri="{FF2B5EF4-FFF2-40B4-BE49-F238E27FC236}">
                  <a16:creationId xmlns:a16="http://schemas.microsoft.com/office/drawing/2014/main" id="{B2FF816A-CA43-F2FE-6147-8EFC32FB746F}"/>
                </a:ext>
              </a:extLst>
            </p:cNvPr>
            <p:cNvPicPr>
              <a:picLocks noChangeAspect="1"/>
            </p:cNvPicPr>
            <p:nvPr/>
          </p:nvPicPr>
          <p:blipFill>
            <a:blip>
              <a:extLst>
                <a:ext uri="{96DAC541-7B7A-43D3-8B79-37D633B846F1}">
                  <asvg:svgBlip xmlns:asvg="http://schemas.microsoft.com/office/drawing/2016/SVG/main" r:embed="rId5"/>
                </a:ext>
              </a:extLst>
            </a:blip>
            <a:srcRect t="10263" b="1"/>
            <a:stretch/>
          </p:blipFill>
          <p:spPr>
            <a:xfrm>
              <a:off x="1458010" y="3945258"/>
              <a:ext cx="170113" cy="157052"/>
            </a:xfrm>
            <a:prstGeom prst="rect">
              <a:avLst/>
            </a:prstGeom>
          </p:spPr>
        </p:pic>
      </p:grpSp>
      <p:grpSp>
        <p:nvGrpSpPr>
          <p:cNvPr id="291" name="Group 290">
            <a:extLst>
              <a:ext uri="{FF2B5EF4-FFF2-40B4-BE49-F238E27FC236}">
                <a16:creationId xmlns:a16="http://schemas.microsoft.com/office/drawing/2014/main" id="{3A95CBE5-A9BF-93EF-7E74-184A4A3208EB}"/>
              </a:ext>
            </a:extLst>
          </p:cNvPr>
          <p:cNvGrpSpPr>
            <a:grpSpLocks noChangeAspect="1"/>
          </p:cNvGrpSpPr>
          <p:nvPr/>
        </p:nvGrpSpPr>
        <p:grpSpPr>
          <a:xfrm>
            <a:off x="10818820" y="4221015"/>
            <a:ext cx="182857" cy="182879"/>
            <a:chOff x="2724405" y="3881760"/>
            <a:chExt cx="201143" cy="187817"/>
          </a:xfrm>
        </p:grpSpPr>
        <p:sp>
          <p:nvSpPr>
            <p:cNvPr id="292" name="Rectangle 291">
              <a:extLst>
                <a:ext uri="{FF2B5EF4-FFF2-40B4-BE49-F238E27FC236}">
                  <a16:creationId xmlns:a16="http://schemas.microsoft.com/office/drawing/2014/main" id="{E11A02A4-FAAA-12AC-73B6-3A75077DE970}"/>
                </a:ext>
              </a:extLst>
            </p:cNvPr>
            <p:cNvSpPr/>
            <p:nvPr/>
          </p:nvSpPr>
          <p:spPr>
            <a:xfrm>
              <a:off x="2724405" y="3881760"/>
              <a:ext cx="201143" cy="180000"/>
            </a:xfrm>
            <a:prstGeom prst="rect">
              <a:avLst/>
            </a:prstGeom>
            <a:solidFill>
              <a:srgbClr val="00B05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93" name="Graphic 292" descr="Tools outline">
              <a:extLst>
                <a:ext uri="{FF2B5EF4-FFF2-40B4-BE49-F238E27FC236}">
                  <a16:creationId xmlns:a16="http://schemas.microsoft.com/office/drawing/2014/main" id="{9FACA987-567E-7876-F93A-DB6F548CD8D3}"/>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2733654" y="3881939"/>
              <a:ext cx="187638" cy="187638"/>
            </a:xfrm>
            <a:prstGeom prst="rect">
              <a:avLst/>
            </a:prstGeom>
          </p:spPr>
        </p:pic>
      </p:grpSp>
      <p:sp>
        <p:nvSpPr>
          <p:cNvPr id="294" name="Rectangle 293">
            <a:extLst>
              <a:ext uri="{FF2B5EF4-FFF2-40B4-BE49-F238E27FC236}">
                <a16:creationId xmlns:a16="http://schemas.microsoft.com/office/drawing/2014/main" id="{3AF47DBB-9AE3-EDCE-5F6C-49CCE20BD17D}"/>
              </a:ext>
            </a:extLst>
          </p:cNvPr>
          <p:cNvSpPr/>
          <p:nvPr/>
        </p:nvSpPr>
        <p:spPr>
          <a:xfrm>
            <a:off x="-16241" y="5952678"/>
            <a:ext cx="12192000" cy="992225"/>
          </a:xfrm>
          <a:prstGeom prst="rect">
            <a:avLst/>
          </a:prstGeom>
          <a:solidFill>
            <a:schemeClr val="accent4">
              <a:lumMod val="5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2000" b="0" i="0" u="none" strike="noStrike" kern="1200" cap="none" spc="0" normalizeH="0" baseline="0" noProof="0" err="1">
                <a:ln>
                  <a:noFill/>
                </a:ln>
                <a:solidFill>
                  <a:schemeClr val="bg1"/>
                </a:solidFill>
                <a:effectLst/>
                <a:uLnTx/>
                <a:uFillTx/>
                <a:latin typeface="Ubuntu"/>
                <a:ea typeface="+mn-ea"/>
                <a:cs typeface="+mn-cs"/>
              </a:rPr>
              <a:t>Outcomes</a:t>
            </a:r>
            <a:endParaRPr kumimoji="0" lang="fr-FR" sz="2000" b="0" i="0" u="none" strike="noStrike" kern="1200" cap="none" spc="0" normalizeH="0" baseline="0" noProof="0">
              <a:ln>
                <a:noFill/>
              </a:ln>
              <a:solidFill>
                <a:schemeClr val="bg1"/>
              </a:solidFill>
              <a:effectLst/>
              <a:uLnTx/>
              <a:uFillTx/>
              <a:latin typeface="Ubuntu"/>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50" b="0" i="0" u="none" strike="noStrike" kern="1200" cap="none" spc="0" normalizeH="0" baseline="0" noProof="0">
                <a:ln>
                  <a:noFill/>
                </a:ln>
                <a:solidFill>
                  <a:schemeClr val="bg1"/>
                </a:solidFill>
                <a:effectLst/>
                <a:uLnTx/>
                <a:uFillTx/>
                <a:latin typeface="Ubuntu"/>
                <a:ea typeface="+mn-ea"/>
                <a:cs typeface="+mn-cs"/>
              </a:rPr>
              <a:t>(if at </a:t>
            </a:r>
            <a:r>
              <a:rPr kumimoji="0" lang="fr-FR" sz="1050" b="0" i="0" u="none" strike="noStrike" kern="1200" cap="none" spc="0" normalizeH="0" baseline="0" noProof="0" err="1">
                <a:ln>
                  <a:noFill/>
                </a:ln>
                <a:solidFill>
                  <a:schemeClr val="bg1"/>
                </a:solidFill>
                <a:effectLst/>
                <a:uLnTx/>
                <a:uFillTx/>
                <a:latin typeface="Ubuntu"/>
                <a:ea typeface="+mn-ea"/>
                <a:cs typeface="+mn-cs"/>
              </a:rPr>
              <a:t>scale</a:t>
            </a:r>
            <a:r>
              <a:rPr kumimoji="0" lang="fr-FR" sz="1050" b="0" i="0" u="none" strike="noStrike" kern="1200" cap="none" spc="0" normalizeH="0" baseline="0" noProof="0">
                <a:ln>
                  <a:noFill/>
                </a:ln>
                <a:solidFill>
                  <a:schemeClr val="bg1"/>
                </a:solidFill>
                <a:effectLst/>
                <a:uLnTx/>
                <a:uFillTx/>
                <a:latin typeface="Ubuntu"/>
                <a:ea typeface="+mn-ea"/>
                <a:cs typeface="+mn-cs"/>
              </a:rPr>
              <a:t>)</a:t>
            </a:r>
          </a:p>
        </p:txBody>
      </p:sp>
      <p:sp>
        <p:nvSpPr>
          <p:cNvPr id="295" name="ZoneTexte 4">
            <a:extLst>
              <a:ext uri="{FF2B5EF4-FFF2-40B4-BE49-F238E27FC236}">
                <a16:creationId xmlns:a16="http://schemas.microsoft.com/office/drawing/2014/main" id="{AEC86DFA-092F-C58E-0227-1381E41A7949}"/>
              </a:ext>
            </a:extLst>
          </p:cNvPr>
          <p:cNvSpPr txBox="1"/>
          <p:nvPr/>
        </p:nvSpPr>
        <p:spPr>
          <a:xfrm>
            <a:off x="2265514" y="6003487"/>
            <a:ext cx="1113477" cy="365760"/>
          </a:xfrm>
          <a:prstGeom prst="rect">
            <a:avLst/>
          </a:prstGeom>
          <a:noFill/>
        </p:spPr>
        <p:txBody>
          <a:bodyPr wrap="square" lIns="0" r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mn-ea"/>
                <a:cs typeface="+mn-cs"/>
              </a:rPr>
              <a:t>+ 40-80%</a:t>
            </a:r>
          </a:p>
        </p:txBody>
      </p:sp>
      <p:sp>
        <p:nvSpPr>
          <p:cNvPr id="296" name="TextBox 32">
            <a:extLst>
              <a:ext uri="{FF2B5EF4-FFF2-40B4-BE49-F238E27FC236}">
                <a16:creationId xmlns:a16="http://schemas.microsoft.com/office/drawing/2014/main" id="{64D7BB8E-F3AE-E307-B4C2-77FE6FFC8448}"/>
              </a:ext>
            </a:extLst>
          </p:cNvPr>
          <p:cNvSpPr txBox="1"/>
          <p:nvPr/>
        </p:nvSpPr>
        <p:spPr>
          <a:xfrm>
            <a:off x="4753599" y="6349471"/>
            <a:ext cx="1680558" cy="184666"/>
          </a:xfrm>
          <a:prstGeom prst="rect">
            <a:avLst/>
          </a:prstGeom>
          <a:noFill/>
        </p:spPr>
        <p:txBody>
          <a:bodyPr wrap="square" lIns="0" tIns="0" rIns="0" bIns="0" rtlCol="0" anchor="t" anchorCtr="0">
            <a:spAutoFit/>
          </a:bodyPr>
          <a:lstStyle>
            <a:defPPr>
              <a:defRPr lang="fr-FR"/>
            </a:defPPr>
            <a:lvl1pPr>
              <a:lnSpc>
                <a:spcPct val="125000"/>
              </a:lnSpc>
              <a:defRPr sz="1200">
                <a:latin typeface="Segoe UI" panose="020B0502040204020203" pitchFamily="34" charset="0"/>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rPr>
              <a:t>More time on Strategy</a:t>
            </a:r>
          </a:p>
        </p:txBody>
      </p:sp>
      <p:sp>
        <p:nvSpPr>
          <p:cNvPr id="297" name="ZoneTexte 4">
            <a:extLst>
              <a:ext uri="{FF2B5EF4-FFF2-40B4-BE49-F238E27FC236}">
                <a16:creationId xmlns:a16="http://schemas.microsoft.com/office/drawing/2014/main" id="{F0EC926B-C019-700A-911C-D55CA8AA1BF7}"/>
              </a:ext>
            </a:extLst>
          </p:cNvPr>
          <p:cNvSpPr txBox="1"/>
          <p:nvPr/>
        </p:nvSpPr>
        <p:spPr>
          <a:xfrm>
            <a:off x="4753599" y="6003487"/>
            <a:ext cx="1113477" cy="365760"/>
          </a:xfrm>
          <a:prstGeom prst="rect">
            <a:avLst/>
          </a:prstGeom>
          <a:noFill/>
        </p:spPr>
        <p:txBody>
          <a:bodyPr wrap="square" lIns="0" r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mn-ea"/>
                <a:cs typeface="+mn-cs"/>
              </a:rPr>
              <a:t>+ 20-35%</a:t>
            </a:r>
          </a:p>
        </p:txBody>
      </p:sp>
      <p:sp>
        <p:nvSpPr>
          <p:cNvPr id="298" name="TextBox 32">
            <a:extLst>
              <a:ext uri="{FF2B5EF4-FFF2-40B4-BE49-F238E27FC236}">
                <a16:creationId xmlns:a16="http://schemas.microsoft.com/office/drawing/2014/main" id="{CBE125DC-78AB-BDE4-E690-5342820CF89A}"/>
              </a:ext>
            </a:extLst>
          </p:cNvPr>
          <p:cNvSpPr txBox="1"/>
          <p:nvPr/>
        </p:nvSpPr>
        <p:spPr>
          <a:xfrm>
            <a:off x="9638877" y="6349471"/>
            <a:ext cx="1680558" cy="369332"/>
          </a:xfrm>
          <a:prstGeom prst="rect">
            <a:avLst/>
          </a:prstGeom>
          <a:noFill/>
        </p:spPr>
        <p:txBody>
          <a:bodyPr wrap="square" lIns="0" tIns="0" rIns="0" bIns="0" rtlCol="0" anchor="t" anchorCtr="0">
            <a:spAutoFit/>
          </a:bodyPr>
          <a:lstStyle>
            <a:defPPr>
              <a:defRPr lang="fr-FR"/>
            </a:defPPr>
            <a:lvl1pPr>
              <a:lnSpc>
                <a:spcPct val="125000"/>
              </a:lnSpc>
              <a:defRPr sz="1200">
                <a:latin typeface="Segoe UI" panose="020B0502040204020203" pitchFamily="34" charset="0"/>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rPr>
              <a:t>Productivity (FTE Hours Saved)</a:t>
            </a:r>
          </a:p>
        </p:txBody>
      </p:sp>
      <p:sp>
        <p:nvSpPr>
          <p:cNvPr id="299" name="ZoneTexte 4">
            <a:extLst>
              <a:ext uri="{FF2B5EF4-FFF2-40B4-BE49-F238E27FC236}">
                <a16:creationId xmlns:a16="http://schemas.microsoft.com/office/drawing/2014/main" id="{9DC2418C-A626-E345-6124-30837F926427}"/>
              </a:ext>
            </a:extLst>
          </p:cNvPr>
          <p:cNvSpPr txBox="1"/>
          <p:nvPr/>
        </p:nvSpPr>
        <p:spPr>
          <a:xfrm>
            <a:off x="9638878" y="6003487"/>
            <a:ext cx="1113477" cy="365760"/>
          </a:xfrm>
          <a:prstGeom prst="rect">
            <a:avLst/>
          </a:prstGeom>
          <a:noFill/>
        </p:spPr>
        <p:txBody>
          <a:bodyPr wrap="square" lIns="0" r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mn-ea"/>
                <a:cs typeface="+mn-cs"/>
              </a:rPr>
              <a:t>+ 50-70% </a:t>
            </a:r>
          </a:p>
        </p:txBody>
      </p:sp>
      <p:sp>
        <p:nvSpPr>
          <p:cNvPr id="300" name="TextBox 32">
            <a:extLst>
              <a:ext uri="{FF2B5EF4-FFF2-40B4-BE49-F238E27FC236}">
                <a16:creationId xmlns:a16="http://schemas.microsoft.com/office/drawing/2014/main" id="{FFD296E0-094D-93E1-8E71-80368F423FD1}"/>
              </a:ext>
            </a:extLst>
          </p:cNvPr>
          <p:cNvSpPr txBox="1"/>
          <p:nvPr/>
        </p:nvSpPr>
        <p:spPr>
          <a:xfrm>
            <a:off x="2310057" y="6349471"/>
            <a:ext cx="1399302" cy="369332"/>
          </a:xfrm>
          <a:prstGeom prst="rect">
            <a:avLst/>
          </a:prstGeom>
          <a:noFill/>
        </p:spPr>
        <p:txBody>
          <a:bodyPr wrap="square" lIns="0" tIns="0" rIns="0" bIns="0" rtlCol="0" anchor="t" anchorCtr="0">
            <a:spAutoFit/>
          </a:bodyPr>
          <a:lstStyle>
            <a:defPPr>
              <a:defRPr lang="fr-FR"/>
            </a:defPPr>
            <a:lvl1pPr>
              <a:lnSpc>
                <a:spcPct val="125000"/>
              </a:lnSpc>
              <a:defRPr sz="1200">
                <a:latin typeface="Segoe UI" panose="020B0502040204020203" pitchFamily="34" charset="0"/>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rPr>
              <a:t>Faster Campaign Cycle Time</a:t>
            </a:r>
            <a:endParaRPr kumimoji="0" lang="en-US" sz="1200" b="0" i="0" u="none" strike="noStrike" kern="1200" cap="none" spc="0" normalizeH="0" baseline="0" noProof="0">
              <a:ln>
                <a:noFill/>
              </a:ln>
              <a:solidFill>
                <a:schemeClr val="bg1"/>
              </a:solidFill>
              <a:effectLst/>
              <a:uLnTx/>
              <a:uFillTx/>
              <a:latin typeface="Ubuntu"/>
              <a:ea typeface="+mn-ea"/>
              <a:cs typeface="Segoe UI"/>
            </a:endParaRPr>
          </a:p>
        </p:txBody>
      </p:sp>
      <p:sp>
        <p:nvSpPr>
          <p:cNvPr id="301" name="TextBox 32">
            <a:extLst>
              <a:ext uri="{FF2B5EF4-FFF2-40B4-BE49-F238E27FC236}">
                <a16:creationId xmlns:a16="http://schemas.microsoft.com/office/drawing/2014/main" id="{741C8066-FA61-9303-61A3-D923036FED99}"/>
              </a:ext>
            </a:extLst>
          </p:cNvPr>
          <p:cNvSpPr txBox="1"/>
          <p:nvPr/>
        </p:nvSpPr>
        <p:spPr>
          <a:xfrm>
            <a:off x="7152024" y="6349471"/>
            <a:ext cx="1680558" cy="369332"/>
          </a:xfrm>
          <a:prstGeom prst="rect">
            <a:avLst/>
          </a:prstGeom>
          <a:noFill/>
        </p:spPr>
        <p:txBody>
          <a:bodyPr wrap="square" lIns="0" tIns="0" rIns="0" bIns="0" rtlCol="0" anchor="t" anchorCtr="0">
            <a:spAutoFit/>
          </a:bodyPr>
          <a:lstStyle>
            <a:defPPr>
              <a:defRPr lang="fr-FR"/>
            </a:defPPr>
            <a:lvl1pPr>
              <a:lnSpc>
                <a:spcPct val="125000"/>
              </a:lnSpc>
              <a:defRPr sz="1200">
                <a:latin typeface="Segoe UI" panose="020B0502040204020203" pitchFamily="34" charset="0"/>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rPr>
              <a:t>Automated QA &amp; Compliance Checks</a:t>
            </a:r>
          </a:p>
        </p:txBody>
      </p:sp>
      <p:sp>
        <p:nvSpPr>
          <p:cNvPr id="302" name="ZoneTexte 4">
            <a:extLst>
              <a:ext uri="{FF2B5EF4-FFF2-40B4-BE49-F238E27FC236}">
                <a16:creationId xmlns:a16="http://schemas.microsoft.com/office/drawing/2014/main" id="{67DBF608-E673-7C4A-A2E5-D8FB5BCBE846}"/>
              </a:ext>
            </a:extLst>
          </p:cNvPr>
          <p:cNvSpPr txBox="1"/>
          <p:nvPr/>
        </p:nvSpPr>
        <p:spPr>
          <a:xfrm>
            <a:off x="7152024" y="6003487"/>
            <a:ext cx="1113477" cy="365760"/>
          </a:xfrm>
          <a:prstGeom prst="rect">
            <a:avLst/>
          </a:prstGeom>
          <a:noFill/>
        </p:spPr>
        <p:txBody>
          <a:bodyPr wrap="square" lIns="0" r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mn-ea"/>
                <a:cs typeface="+mn-cs"/>
              </a:rPr>
              <a:t>&gt;90+%</a:t>
            </a:r>
          </a:p>
        </p:txBody>
      </p:sp>
      <p:cxnSp>
        <p:nvCxnSpPr>
          <p:cNvPr id="304" name="Elbow Connector 303">
            <a:extLst>
              <a:ext uri="{FF2B5EF4-FFF2-40B4-BE49-F238E27FC236}">
                <a16:creationId xmlns:a16="http://schemas.microsoft.com/office/drawing/2014/main" id="{9ED264A3-2D0E-B7C4-37F3-52097B350A9F}"/>
              </a:ext>
            </a:extLst>
          </p:cNvPr>
          <p:cNvCxnSpPr>
            <a:cxnSpLocks/>
            <a:stCxn id="289" idx="0"/>
            <a:endCxn id="71" idx="2"/>
          </p:cNvCxnSpPr>
          <p:nvPr/>
        </p:nvCxnSpPr>
        <p:spPr>
          <a:xfrm rot="5400000" flipH="1" flipV="1">
            <a:off x="10506551" y="3943780"/>
            <a:ext cx="441216" cy="101940"/>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05" name="Group 304">
            <a:extLst>
              <a:ext uri="{FF2B5EF4-FFF2-40B4-BE49-F238E27FC236}">
                <a16:creationId xmlns:a16="http://schemas.microsoft.com/office/drawing/2014/main" id="{B5258944-078F-77B8-2331-F50B0E6AB16E}"/>
              </a:ext>
            </a:extLst>
          </p:cNvPr>
          <p:cNvGrpSpPr/>
          <p:nvPr/>
        </p:nvGrpSpPr>
        <p:grpSpPr>
          <a:xfrm>
            <a:off x="8649187" y="5620191"/>
            <a:ext cx="3422211" cy="131284"/>
            <a:chOff x="8260676" y="974846"/>
            <a:chExt cx="3422211" cy="131284"/>
          </a:xfrm>
        </p:grpSpPr>
        <p:sp>
          <p:nvSpPr>
            <p:cNvPr id="306" name="Rectangle 305">
              <a:extLst>
                <a:ext uri="{FF2B5EF4-FFF2-40B4-BE49-F238E27FC236}">
                  <a16:creationId xmlns:a16="http://schemas.microsoft.com/office/drawing/2014/main" id="{BBCB93F9-42D1-F05F-E75B-2AD314CFB8BA}"/>
                </a:ext>
              </a:extLst>
            </p:cNvPr>
            <p:cNvSpPr/>
            <p:nvPr/>
          </p:nvSpPr>
          <p:spPr>
            <a:xfrm>
              <a:off x="10981239" y="990422"/>
              <a:ext cx="193830" cy="115708"/>
            </a:xfrm>
            <a:prstGeom prst="rect">
              <a:avLst/>
            </a:prstGeom>
            <a:solidFill>
              <a:srgbClr val="FF304D"/>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chemeClr val="tx1"/>
                </a:solidFill>
                <a:effectLst/>
                <a:uLnTx/>
                <a:uFillTx/>
                <a:latin typeface="Ubuntu"/>
                <a:ea typeface="+mn-ea"/>
                <a:cs typeface="+mn-cs"/>
              </a:endParaRPr>
            </a:p>
          </p:txBody>
        </p:sp>
        <p:sp>
          <p:nvSpPr>
            <p:cNvPr id="307" name="ZoneTexte 7">
              <a:extLst>
                <a:ext uri="{FF2B5EF4-FFF2-40B4-BE49-F238E27FC236}">
                  <a16:creationId xmlns:a16="http://schemas.microsoft.com/office/drawing/2014/main" id="{FA0A83E2-C489-BAC7-750A-B74EF553808A}"/>
                </a:ext>
              </a:extLst>
            </p:cNvPr>
            <p:cNvSpPr txBox="1"/>
            <p:nvPr/>
          </p:nvSpPr>
          <p:spPr>
            <a:xfrm>
              <a:off x="11205192" y="974846"/>
              <a:ext cx="477695" cy="123111"/>
            </a:xfrm>
            <a:prstGeom prst="rect">
              <a:avLst/>
            </a:prstGeom>
            <a:noFill/>
            <a:ln>
              <a:noFill/>
            </a:ln>
          </p:spPr>
          <p:txBody>
            <a:bodyPr vert="horz" wrap="none" lIns="0" tIns="0" rIns="0" bIns="0" rtlCol="0" anchor="ctr">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effectLst/>
                  <a:uLnTx/>
                  <a:uFillTx/>
                  <a:latin typeface="Ubuntu"/>
                  <a:ea typeface="+mn-ea"/>
                  <a:cs typeface="+mn-cs"/>
                </a:rPr>
                <a:t>Agentic AI</a:t>
              </a:r>
            </a:p>
          </p:txBody>
        </p:sp>
        <p:sp>
          <p:nvSpPr>
            <p:cNvPr id="308" name="Rectangle 307">
              <a:extLst>
                <a:ext uri="{FF2B5EF4-FFF2-40B4-BE49-F238E27FC236}">
                  <a16:creationId xmlns:a16="http://schemas.microsoft.com/office/drawing/2014/main" id="{3EDC81DC-925A-9174-527E-D2848990562D}"/>
                </a:ext>
              </a:extLst>
            </p:cNvPr>
            <p:cNvSpPr/>
            <p:nvPr/>
          </p:nvSpPr>
          <p:spPr>
            <a:xfrm>
              <a:off x="9749231" y="990422"/>
              <a:ext cx="193830" cy="115708"/>
            </a:xfrm>
            <a:prstGeom prst="rect">
              <a:avLst/>
            </a:prstGeom>
            <a:solidFill>
              <a:srgbClr val="FFB24A"/>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chemeClr val="tx1"/>
                </a:solidFill>
                <a:effectLst/>
                <a:uLnTx/>
                <a:uFillTx/>
                <a:latin typeface="Ubuntu"/>
                <a:ea typeface="+mn-ea"/>
                <a:cs typeface="+mn-cs"/>
              </a:endParaRPr>
            </a:p>
          </p:txBody>
        </p:sp>
        <p:sp>
          <p:nvSpPr>
            <p:cNvPr id="309" name="ZoneTexte 52">
              <a:extLst>
                <a:ext uri="{FF2B5EF4-FFF2-40B4-BE49-F238E27FC236}">
                  <a16:creationId xmlns:a16="http://schemas.microsoft.com/office/drawing/2014/main" id="{D4D65649-327F-4E5D-0BF6-0CC848C5450A}"/>
                </a:ext>
              </a:extLst>
            </p:cNvPr>
            <p:cNvSpPr txBox="1"/>
            <p:nvPr/>
          </p:nvSpPr>
          <p:spPr>
            <a:xfrm>
              <a:off x="9984430" y="974846"/>
              <a:ext cx="277320" cy="123111"/>
            </a:xfrm>
            <a:prstGeom prst="rect">
              <a:avLst/>
            </a:prstGeom>
            <a:noFill/>
            <a:ln>
              <a:noFill/>
            </a:ln>
          </p:spPr>
          <p:txBody>
            <a:bodyPr vert="horz" wrap="none" lIns="0" tIns="0" rIns="0" bIns="0" rtlCol="0" anchor="ctr">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effectLst/>
                  <a:uLnTx/>
                  <a:uFillTx/>
                  <a:latin typeface="Ubuntu"/>
                  <a:ea typeface="+mn-ea"/>
                  <a:cs typeface="+mn-cs"/>
                </a:rPr>
                <a:t>AI/ML</a:t>
              </a:r>
            </a:p>
          </p:txBody>
        </p:sp>
        <p:sp>
          <p:nvSpPr>
            <p:cNvPr id="310" name="Rectangle 309">
              <a:extLst>
                <a:ext uri="{FF2B5EF4-FFF2-40B4-BE49-F238E27FC236}">
                  <a16:creationId xmlns:a16="http://schemas.microsoft.com/office/drawing/2014/main" id="{D019F243-997C-D462-7F7F-0E5963909ACA}"/>
                </a:ext>
              </a:extLst>
            </p:cNvPr>
            <p:cNvSpPr/>
            <p:nvPr/>
          </p:nvSpPr>
          <p:spPr>
            <a:xfrm>
              <a:off x="10352324" y="990422"/>
              <a:ext cx="193830" cy="115708"/>
            </a:xfrm>
            <a:prstGeom prst="rect">
              <a:avLst/>
            </a:prstGeom>
            <a:solidFill>
              <a:srgbClr val="E557AD"/>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chemeClr val="tx1"/>
                </a:solidFill>
                <a:effectLst/>
                <a:uLnTx/>
                <a:uFillTx/>
                <a:latin typeface="Ubuntu"/>
                <a:ea typeface="+mn-ea"/>
                <a:cs typeface="+mn-cs"/>
              </a:endParaRPr>
            </a:p>
          </p:txBody>
        </p:sp>
        <p:sp>
          <p:nvSpPr>
            <p:cNvPr id="311" name="ZoneTexte 62">
              <a:extLst>
                <a:ext uri="{FF2B5EF4-FFF2-40B4-BE49-F238E27FC236}">
                  <a16:creationId xmlns:a16="http://schemas.microsoft.com/office/drawing/2014/main" id="{FD97BB79-0F46-C82D-70DF-1444F138F0BC}"/>
                </a:ext>
              </a:extLst>
            </p:cNvPr>
            <p:cNvSpPr txBox="1"/>
            <p:nvPr/>
          </p:nvSpPr>
          <p:spPr>
            <a:xfrm>
              <a:off x="10576277" y="974846"/>
              <a:ext cx="304571" cy="123111"/>
            </a:xfrm>
            <a:prstGeom prst="rect">
              <a:avLst/>
            </a:prstGeom>
            <a:noFill/>
            <a:ln>
              <a:noFill/>
            </a:ln>
          </p:spPr>
          <p:txBody>
            <a:bodyPr vert="horz" wrap="none" lIns="0" tIns="0" rIns="0" bIns="0" rtlCol="0" anchor="ctr">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effectLst/>
                  <a:uLnTx/>
                  <a:uFillTx/>
                  <a:latin typeface="Ubuntu"/>
                  <a:ea typeface="+mn-ea"/>
                  <a:cs typeface="+mn-cs"/>
                </a:rPr>
                <a:t>Gen AI</a:t>
              </a:r>
            </a:p>
          </p:txBody>
        </p:sp>
        <p:sp>
          <p:nvSpPr>
            <p:cNvPr id="312" name="Rectangle 311">
              <a:extLst>
                <a:ext uri="{FF2B5EF4-FFF2-40B4-BE49-F238E27FC236}">
                  <a16:creationId xmlns:a16="http://schemas.microsoft.com/office/drawing/2014/main" id="{1D63EE05-CBE5-3558-68E9-8F2055C18709}"/>
                </a:ext>
              </a:extLst>
            </p:cNvPr>
            <p:cNvSpPr/>
            <p:nvPr/>
          </p:nvSpPr>
          <p:spPr>
            <a:xfrm>
              <a:off x="8915798" y="990422"/>
              <a:ext cx="193830" cy="115708"/>
            </a:xfrm>
            <a:prstGeom prst="rect">
              <a:avLst/>
            </a:prstGeom>
            <a:solidFill>
              <a:srgbClr val="2EA657"/>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chemeClr val="tx1"/>
                </a:solidFill>
                <a:effectLst/>
                <a:uLnTx/>
                <a:uFillTx/>
                <a:latin typeface="Ubuntu"/>
                <a:ea typeface="+mn-ea"/>
                <a:cs typeface="+mn-cs"/>
              </a:endParaRPr>
            </a:p>
          </p:txBody>
        </p:sp>
        <p:sp>
          <p:nvSpPr>
            <p:cNvPr id="313" name="ZoneTexte 52">
              <a:extLst>
                <a:ext uri="{FF2B5EF4-FFF2-40B4-BE49-F238E27FC236}">
                  <a16:creationId xmlns:a16="http://schemas.microsoft.com/office/drawing/2014/main" id="{9BCF583A-98B0-2BEF-35C5-05DADBE27DF7}"/>
                </a:ext>
              </a:extLst>
            </p:cNvPr>
            <p:cNvSpPr txBox="1"/>
            <p:nvPr/>
          </p:nvSpPr>
          <p:spPr>
            <a:xfrm>
              <a:off x="9154043" y="974846"/>
              <a:ext cx="496931" cy="123111"/>
            </a:xfrm>
            <a:prstGeom prst="rect">
              <a:avLst/>
            </a:prstGeom>
            <a:noFill/>
            <a:ln>
              <a:noFill/>
            </a:ln>
          </p:spPr>
          <p:txBody>
            <a:bodyPr vert="horz" wrap="none" lIns="0" tIns="0" rIns="0" bIns="0" rtlCol="0" anchor="ctr">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effectLst/>
                  <a:uLnTx/>
                  <a:uFillTx/>
                  <a:latin typeface="Ubuntu"/>
                  <a:ea typeface="+mn-ea"/>
                  <a:cs typeface="+mn-cs"/>
                </a:rPr>
                <a:t>RPA/script</a:t>
              </a:r>
            </a:p>
          </p:txBody>
        </p:sp>
        <p:sp>
          <p:nvSpPr>
            <p:cNvPr id="314" name="Rectangle 313">
              <a:extLst>
                <a:ext uri="{FF2B5EF4-FFF2-40B4-BE49-F238E27FC236}">
                  <a16:creationId xmlns:a16="http://schemas.microsoft.com/office/drawing/2014/main" id="{5E544E14-5595-A083-1678-F36E5AC7545F}"/>
                </a:ext>
              </a:extLst>
            </p:cNvPr>
            <p:cNvSpPr/>
            <p:nvPr/>
          </p:nvSpPr>
          <p:spPr>
            <a:xfrm>
              <a:off x="8260676" y="990422"/>
              <a:ext cx="193830" cy="115708"/>
            </a:xfrm>
            <a:prstGeom prst="rect">
              <a:avLst/>
            </a:prstGeom>
            <a:solidFill>
              <a:schemeClr val="accent1">
                <a:lumMod val="7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chemeClr val="tx1"/>
                </a:solidFill>
                <a:effectLst/>
                <a:uLnTx/>
                <a:uFillTx/>
                <a:latin typeface="Ubuntu"/>
                <a:ea typeface="+mn-ea"/>
                <a:cs typeface="+mn-cs"/>
              </a:endParaRPr>
            </a:p>
          </p:txBody>
        </p:sp>
        <p:sp>
          <p:nvSpPr>
            <p:cNvPr id="315" name="ZoneTexte 52">
              <a:extLst>
                <a:ext uri="{FF2B5EF4-FFF2-40B4-BE49-F238E27FC236}">
                  <a16:creationId xmlns:a16="http://schemas.microsoft.com/office/drawing/2014/main" id="{2CCE5216-440E-8DD7-D3AA-20EF0158A2D5}"/>
                </a:ext>
              </a:extLst>
            </p:cNvPr>
            <p:cNvSpPr txBox="1"/>
            <p:nvPr/>
          </p:nvSpPr>
          <p:spPr>
            <a:xfrm>
              <a:off x="8498921" y="974846"/>
              <a:ext cx="331822" cy="123111"/>
            </a:xfrm>
            <a:prstGeom prst="rect">
              <a:avLst/>
            </a:prstGeom>
            <a:noFill/>
            <a:ln>
              <a:noFill/>
            </a:ln>
          </p:spPr>
          <p:txBody>
            <a:bodyPr vert="horz" wrap="none" lIns="0" tIns="0" rIns="0" bIns="0" rtlCol="0" anchor="ctr">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effectLst/>
                  <a:uLnTx/>
                  <a:uFillTx/>
                  <a:latin typeface="Ubuntu"/>
                  <a:ea typeface="+mn-ea"/>
                  <a:cs typeface="+mn-cs"/>
                </a:rPr>
                <a:t>Human</a:t>
              </a:r>
            </a:p>
          </p:txBody>
        </p:sp>
      </p:grpSp>
      <p:sp>
        <p:nvSpPr>
          <p:cNvPr id="318" name="Rectangle 317">
            <a:extLst>
              <a:ext uri="{FF2B5EF4-FFF2-40B4-BE49-F238E27FC236}">
                <a16:creationId xmlns:a16="http://schemas.microsoft.com/office/drawing/2014/main" id="{F60B7213-2166-6F0B-76E7-2DF36EB64A0F}"/>
              </a:ext>
            </a:extLst>
          </p:cNvPr>
          <p:cNvSpPr/>
          <p:nvPr/>
        </p:nvSpPr>
        <p:spPr>
          <a:xfrm>
            <a:off x="7413667" y="1371601"/>
            <a:ext cx="4473533" cy="3581400"/>
          </a:xfrm>
          <a:prstGeom prst="rect">
            <a:avLst/>
          </a:prstGeom>
          <a:noFill/>
          <a:ln w="28575">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19" name="TextBox 318">
            <a:extLst>
              <a:ext uri="{FF2B5EF4-FFF2-40B4-BE49-F238E27FC236}">
                <a16:creationId xmlns:a16="http://schemas.microsoft.com/office/drawing/2014/main" id="{5F8145C2-4D94-A79B-8270-62629083FBED}"/>
              </a:ext>
            </a:extLst>
          </p:cNvPr>
          <p:cNvSpPr txBox="1"/>
          <p:nvPr/>
        </p:nvSpPr>
        <p:spPr>
          <a:xfrm>
            <a:off x="10459011" y="1366442"/>
            <a:ext cx="1428189" cy="309958"/>
          </a:xfrm>
          <a:prstGeom prst="rect">
            <a:avLst/>
          </a:prstGeom>
          <a:noFill/>
        </p:spPr>
        <p:txBody>
          <a:bodyPr vert="horz" wrap="none" lIns="90000" tIns="46800" rIns="90000" bIns="46800" rtlCol="0" anchor="ctr">
            <a:spAutoFit/>
          </a:bodyPr>
          <a:lstStyle/>
          <a:p>
            <a:pPr algn="l">
              <a:spcBef>
                <a:spcPct val="0"/>
              </a:spcBef>
            </a:pPr>
            <a:r>
              <a:rPr lang="en-US" sz="1400">
                <a:solidFill>
                  <a:srgbClr val="00B050"/>
                </a:solidFill>
              </a:rPr>
              <a:t>Use Case scope</a:t>
            </a:r>
          </a:p>
        </p:txBody>
      </p:sp>
      <p:sp>
        <p:nvSpPr>
          <p:cNvPr id="3" name="TextBox 2">
            <a:extLst>
              <a:ext uri="{FF2B5EF4-FFF2-40B4-BE49-F238E27FC236}">
                <a16:creationId xmlns:a16="http://schemas.microsoft.com/office/drawing/2014/main" id="{F6ADC974-9B03-5641-B9BB-BCF915AC4BCF}"/>
              </a:ext>
            </a:extLst>
          </p:cNvPr>
          <p:cNvSpPr txBox="1"/>
          <p:nvPr/>
        </p:nvSpPr>
        <p:spPr>
          <a:xfrm>
            <a:off x="19433" y="1300028"/>
            <a:ext cx="8282846" cy="369332"/>
          </a:xfrm>
          <a:prstGeom prst="rect">
            <a:avLst/>
          </a:prstGeom>
          <a:noFill/>
        </p:spPr>
        <p:txBody>
          <a:bodyPr wrap="square">
            <a:spAutoFit/>
          </a:bodyPr>
          <a:lstStyle/>
          <a:p>
            <a:r>
              <a:rPr lang="en-US" sz="1800" i="1">
                <a:highlight>
                  <a:srgbClr val="FFFF00"/>
                </a:highlight>
              </a:rPr>
              <a:t>Detail the business process and highlight the Use Case in the process</a:t>
            </a:r>
            <a:endParaRPr lang="en-US"/>
          </a:p>
        </p:txBody>
      </p:sp>
    </p:spTree>
    <p:extLst>
      <p:ext uri="{BB962C8B-B14F-4D97-AF65-F5344CB8AC3E}">
        <p14:creationId xmlns:p14="http://schemas.microsoft.com/office/powerpoint/2010/main" val="24178104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BDFA47-3131-D41A-22C6-EEB2C4526BFF}"/>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B444B612-394F-EF2B-A1CE-A63FFD554AF0}"/>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40286F9A-47A5-6B78-04AA-4A1D806EC6D7}"/>
              </a:ext>
            </a:extLst>
          </p:cNvPr>
          <p:cNvSpPr>
            <a:spLocks noGrp="1"/>
          </p:cNvSpPr>
          <p:nvPr>
            <p:ph type="sldNum" sz="quarter" idx="12"/>
          </p:nvPr>
        </p:nvSpPr>
        <p:spPr/>
        <p:txBody>
          <a:bodyPr/>
          <a:lstStyle/>
          <a:p>
            <a:pPr algn="r"/>
            <a:fld id="{5D9A5160-6218-4E5A-B9E6-B93E3DAE377C}" type="slidenum">
              <a:rPr lang="en-US" smtClean="0"/>
              <a:pPr algn="r"/>
              <a:t>6</a:t>
            </a:fld>
            <a:endParaRPr lang="en-US"/>
          </a:p>
        </p:txBody>
      </p:sp>
      <p:sp>
        <p:nvSpPr>
          <p:cNvPr id="5" name="Title 4">
            <a:extLst>
              <a:ext uri="{FF2B5EF4-FFF2-40B4-BE49-F238E27FC236}">
                <a16:creationId xmlns:a16="http://schemas.microsoft.com/office/drawing/2014/main" id="{F7C41EB7-CDC8-FDFB-88F4-67D96E0FE517}"/>
              </a:ext>
            </a:extLst>
          </p:cNvPr>
          <p:cNvSpPr>
            <a:spLocks noGrp="1"/>
          </p:cNvSpPr>
          <p:nvPr>
            <p:ph type="title"/>
          </p:nvPr>
        </p:nvSpPr>
        <p:spPr>
          <a:xfrm>
            <a:off x="3888610" y="324019"/>
            <a:ext cx="7998590" cy="666581"/>
          </a:xfrm>
        </p:spPr>
        <p:txBody>
          <a:bodyPr/>
          <a:lstStyle/>
          <a:p>
            <a:r>
              <a:rPr lang="en-US"/>
              <a:t>Functional Solution + AI-Human Chemistry</a:t>
            </a:r>
          </a:p>
        </p:txBody>
      </p:sp>
      <p:sp>
        <p:nvSpPr>
          <p:cNvPr id="6" name="TextBox 5">
            <a:extLst>
              <a:ext uri="{FF2B5EF4-FFF2-40B4-BE49-F238E27FC236}">
                <a16:creationId xmlns:a16="http://schemas.microsoft.com/office/drawing/2014/main" id="{38255EAA-115B-7CE6-9C4F-C36E1330BDA8}"/>
              </a:ext>
            </a:extLst>
          </p:cNvPr>
          <p:cNvSpPr txBox="1"/>
          <p:nvPr/>
        </p:nvSpPr>
        <p:spPr>
          <a:xfrm>
            <a:off x="451721" y="1207598"/>
            <a:ext cx="11145028" cy="525401"/>
          </a:xfrm>
          <a:prstGeom prst="rect">
            <a:avLst/>
          </a:prstGeom>
          <a:noFill/>
        </p:spPr>
        <p:txBody>
          <a:bodyPr vert="horz" wrap="square" lIns="90000" tIns="46800" rIns="90000" bIns="46800" rtlCol="0" anchor="ctr">
            <a:spAutoFit/>
          </a:bodyPr>
          <a:lstStyle/>
          <a:p>
            <a:pPr algn="l">
              <a:spcBef>
                <a:spcPct val="0"/>
              </a:spcBef>
            </a:pPr>
            <a:r>
              <a:rPr lang="en-US" sz="1400">
                <a:solidFill>
                  <a:schemeClr val="tx2"/>
                </a:solidFill>
                <a:highlight>
                  <a:srgbClr val="FFFF00"/>
                </a:highlight>
              </a:rPr>
              <a:t>Provide a Diagram with the functional components of the solution and the points where the Agent(s) will take decisions or will handle it to humans</a:t>
            </a:r>
          </a:p>
        </p:txBody>
      </p:sp>
      <p:sp>
        <p:nvSpPr>
          <p:cNvPr id="7" name="Flowchart: Document 1076">
            <a:extLst>
              <a:ext uri="{FF2B5EF4-FFF2-40B4-BE49-F238E27FC236}">
                <a16:creationId xmlns:a16="http://schemas.microsoft.com/office/drawing/2014/main" id="{A3EEC7B5-0FCD-0ADC-1F43-07FE4ED31ADE}"/>
              </a:ext>
            </a:extLst>
          </p:cNvPr>
          <p:cNvSpPr/>
          <p:nvPr/>
        </p:nvSpPr>
        <p:spPr>
          <a:xfrm>
            <a:off x="1370046" y="2870339"/>
            <a:ext cx="673637" cy="366911"/>
          </a:xfrm>
          <a:prstGeom prst="roundRect">
            <a:avLst/>
          </a:prstGeom>
          <a:no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685800">
              <a:defRPr/>
            </a:pPr>
            <a:r>
              <a:rPr lang="en-GB" sz="600" b="1">
                <a:solidFill>
                  <a:prstClr val="black"/>
                </a:solidFill>
                <a:latin typeface="Verdana"/>
                <a:ea typeface="Verdana"/>
              </a:rPr>
              <a:t>Job Failure in JCL </a:t>
            </a:r>
            <a:endParaRPr lang="en-GB" sz="600" b="1" i="0" u="none" strike="noStrike" kern="1200" cap="none" spc="0" normalizeH="0" baseline="0" noProof="0">
              <a:ln>
                <a:noFill/>
              </a:ln>
              <a:solidFill>
                <a:prstClr val="black"/>
              </a:solidFill>
              <a:effectLst/>
              <a:uLnTx/>
              <a:uFillTx/>
              <a:latin typeface="Verdana"/>
              <a:ea typeface="Verdana"/>
            </a:endParaRPr>
          </a:p>
        </p:txBody>
      </p:sp>
      <p:sp>
        <p:nvSpPr>
          <p:cNvPr id="8" name="Flowchart: Document 1076">
            <a:extLst>
              <a:ext uri="{FF2B5EF4-FFF2-40B4-BE49-F238E27FC236}">
                <a16:creationId xmlns:a16="http://schemas.microsoft.com/office/drawing/2014/main" id="{AAA400FE-1E9C-F79B-289B-ACD657115C56}"/>
              </a:ext>
            </a:extLst>
          </p:cNvPr>
          <p:cNvSpPr/>
          <p:nvPr/>
        </p:nvSpPr>
        <p:spPr>
          <a:xfrm>
            <a:off x="2395043" y="2867892"/>
            <a:ext cx="673637" cy="366911"/>
          </a:xfrm>
          <a:prstGeom prst="homePlate">
            <a:avLst/>
          </a:prstGeom>
          <a:no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685800">
              <a:defRPr/>
            </a:pPr>
            <a:r>
              <a:rPr lang="en-GB" sz="600" b="1" err="1">
                <a:solidFill>
                  <a:prstClr val="black"/>
                </a:solidFill>
                <a:latin typeface="Verdana"/>
                <a:ea typeface="Verdana"/>
              </a:rPr>
              <a:t>Mainfram</a:t>
            </a:r>
            <a:r>
              <a:rPr lang="en-GB" sz="600" b="1">
                <a:solidFill>
                  <a:prstClr val="black"/>
                </a:solidFill>
                <a:latin typeface="Verdana"/>
                <a:ea typeface="Verdana"/>
              </a:rPr>
              <a:t> job </a:t>
            </a:r>
            <a:r>
              <a:rPr lang="en-GB" sz="600" b="1" err="1">
                <a:solidFill>
                  <a:prstClr val="black"/>
                </a:solidFill>
                <a:latin typeface="Verdana"/>
                <a:ea typeface="Verdana"/>
              </a:rPr>
              <a:t>moni</a:t>
            </a:r>
            <a:endParaRPr lang="en-GB" sz="600" b="1" noProof="0" err="1">
              <a:solidFill>
                <a:prstClr val="black"/>
              </a:solidFill>
              <a:latin typeface="Verdana"/>
              <a:ea typeface="Verdana"/>
            </a:endParaRPr>
          </a:p>
        </p:txBody>
      </p:sp>
      <p:cxnSp>
        <p:nvCxnSpPr>
          <p:cNvPr id="9" name="Connector: Elbow 11">
            <a:extLst>
              <a:ext uri="{FF2B5EF4-FFF2-40B4-BE49-F238E27FC236}">
                <a16:creationId xmlns:a16="http://schemas.microsoft.com/office/drawing/2014/main" id="{DD3505B9-BAEE-2C47-4D45-0C7609397EC9}"/>
              </a:ext>
            </a:extLst>
          </p:cNvPr>
          <p:cNvCxnSpPr>
            <a:cxnSpLocks/>
            <a:stCxn id="7" idx="3"/>
            <a:endCxn id="8" idx="1"/>
          </p:cNvCxnSpPr>
          <p:nvPr/>
        </p:nvCxnSpPr>
        <p:spPr>
          <a:xfrm flipV="1">
            <a:off x="2043683" y="3051348"/>
            <a:ext cx="351360" cy="2447"/>
          </a:xfrm>
          <a:prstGeom prst="bentConnector3">
            <a:avLst>
              <a:gd name="adj1" fmla="val 50000"/>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 name="Connector: Elbow 44">
            <a:extLst>
              <a:ext uri="{FF2B5EF4-FFF2-40B4-BE49-F238E27FC236}">
                <a16:creationId xmlns:a16="http://schemas.microsoft.com/office/drawing/2014/main" id="{474C1D97-399A-F706-F75E-330E0E4EDEC2}"/>
              </a:ext>
            </a:extLst>
          </p:cNvPr>
          <p:cNvCxnSpPr>
            <a:cxnSpLocks/>
            <a:stCxn id="8" idx="3"/>
            <a:endCxn id="11" idx="1"/>
          </p:cNvCxnSpPr>
          <p:nvPr/>
        </p:nvCxnSpPr>
        <p:spPr>
          <a:xfrm>
            <a:off x="3068680" y="3051348"/>
            <a:ext cx="419155" cy="3137"/>
          </a:xfrm>
          <a:prstGeom prst="bentConnector3">
            <a:avLst>
              <a:gd name="adj1" fmla="val 50000"/>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 name="Rectangle: Rounded Corners 12">
            <a:extLst>
              <a:ext uri="{FF2B5EF4-FFF2-40B4-BE49-F238E27FC236}">
                <a16:creationId xmlns:a16="http://schemas.microsoft.com/office/drawing/2014/main" id="{201501E9-7566-5F6C-951F-1A57CED3173C}"/>
              </a:ext>
            </a:extLst>
          </p:cNvPr>
          <p:cNvSpPr/>
          <p:nvPr/>
        </p:nvSpPr>
        <p:spPr>
          <a:xfrm>
            <a:off x="3487835" y="1876004"/>
            <a:ext cx="5122765" cy="2356962"/>
          </a:xfrm>
          <a:prstGeom prst="roundRect">
            <a:avLst/>
          </a:prstGeom>
          <a:noFill/>
          <a:ln w="9525">
            <a:solidFill>
              <a:schemeClr val="accent2">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400" noProof="0">
              <a:solidFill>
                <a:schemeClr val="tx1"/>
              </a:solidFill>
            </a:endParaRPr>
          </a:p>
        </p:txBody>
      </p:sp>
      <p:grpSp>
        <p:nvGrpSpPr>
          <p:cNvPr id="12" name="Group 11">
            <a:extLst>
              <a:ext uri="{FF2B5EF4-FFF2-40B4-BE49-F238E27FC236}">
                <a16:creationId xmlns:a16="http://schemas.microsoft.com/office/drawing/2014/main" id="{08D3FB90-E2C9-390F-CECD-29175CE53AC0}"/>
              </a:ext>
            </a:extLst>
          </p:cNvPr>
          <p:cNvGrpSpPr/>
          <p:nvPr/>
        </p:nvGrpSpPr>
        <p:grpSpPr>
          <a:xfrm>
            <a:off x="3446849" y="1773521"/>
            <a:ext cx="338230" cy="343683"/>
            <a:chOff x="6591054" y="1922542"/>
            <a:chExt cx="604828" cy="614579"/>
          </a:xfrm>
        </p:grpSpPr>
        <p:sp>
          <p:nvSpPr>
            <p:cNvPr id="13" name="Oval 12">
              <a:extLst>
                <a:ext uri="{FF2B5EF4-FFF2-40B4-BE49-F238E27FC236}">
                  <a16:creationId xmlns:a16="http://schemas.microsoft.com/office/drawing/2014/main" id="{3B747354-E94B-F115-13D0-FB8FB5E1FF48}"/>
                </a:ext>
              </a:extLst>
            </p:cNvPr>
            <p:cNvSpPr/>
            <p:nvPr/>
          </p:nvSpPr>
          <p:spPr>
            <a:xfrm>
              <a:off x="6591054" y="1922542"/>
              <a:ext cx="604828" cy="614579"/>
            </a:xfrm>
            <a:prstGeom prst="ellipse">
              <a:avLst/>
            </a:prstGeom>
            <a:solidFill>
              <a:schemeClr val="accent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14" name="Picture 13">
              <a:extLst>
                <a:ext uri="{FF2B5EF4-FFF2-40B4-BE49-F238E27FC236}">
                  <a16:creationId xmlns:a16="http://schemas.microsoft.com/office/drawing/2014/main" id="{3D6B6A52-C1D4-98C8-73D8-D496C1DBBB53}"/>
                </a:ext>
              </a:extLst>
            </p:cNvPr>
            <p:cNvPicPr>
              <a:picLocks noChangeAspect="1"/>
            </p:cNvPicPr>
            <p:nvPr/>
          </p:nvPicPr>
          <p:blipFill>
            <a:blip r:embed="rId2"/>
            <a:stretch>
              <a:fillRect/>
            </a:stretch>
          </p:blipFill>
          <p:spPr>
            <a:xfrm>
              <a:off x="6621303" y="1957666"/>
              <a:ext cx="544330" cy="544330"/>
            </a:xfrm>
            <a:prstGeom prst="rect">
              <a:avLst/>
            </a:prstGeom>
          </p:spPr>
        </p:pic>
      </p:grpSp>
      <p:grpSp>
        <p:nvGrpSpPr>
          <p:cNvPr id="15" name="Group 14">
            <a:extLst>
              <a:ext uri="{FF2B5EF4-FFF2-40B4-BE49-F238E27FC236}">
                <a16:creationId xmlns:a16="http://schemas.microsoft.com/office/drawing/2014/main" id="{BB36258B-3121-0EB7-3128-A7903445F126}"/>
              </a:ext>
            </a:extLst>
          </p:cNvPr>
          <p:cNvGrpSpPr/>
          <p:nvPr/>
        </p:nvGrpSpPr>
        <p:grpSpPr>
          <a:xfrm>
            <a:off x="4622560" y="2730860"/>
            <a:ext cx="316762" cy="316762"/>
            <a:chOff x="3904884" y="4179013"/>
            <a:chExt cx="720000" cy="720000"/>
          </a:xfrm>
        </p:grpSpPr>
        <p:sp>
          <p:nvSpPr>
            <p:cNvPr id="16" name="Oval 15">
              <a:extLst>
                <a:ext uri="{FF2B5EF4-FFF2-40B4-BE49-F238E27FC236}">
                  <a16:creationId xmlns:a16="http://schemas.microsoft.com/office/drawing/2014/main" id="{0A69ACB4-376E-4A4F-6338-2E0DC7B04F0D}"/>
                </a:ext>
              </a:extLst>
            </p:cNvPr>
            <p:cNvSpPr/>
            <p:nvPr/>
          </p:nvSpPr>
          <p:spPr>
            <a:xfrm>
              <a:off x="3904884" y="4179013"/>
              <a:ext cx="720000" cy="720000"/>
            </a:xfrm>
            <a:prstGeom prst="ellipse">
              <a:avLst/>
            </a:prstGeom>
            <a:solidFill>
              <a:schemeClr val="bg1">
                <a:lumMod val="95000"/>
              </a:schemeClr>
            </a:solidFill>
            <a:ln w="9525">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17" name="Picture 16">
              <a:extLst>
                <a:ext uri="{FF2B5EF4-FFF2-40B4-BE49-F238E27FC236}">
                  <a16:creationId xmlns:a16="http://schemas.microsoft.com/office/drawing/2014/main" id="{3D5820B1-4466-9EE0-AE4E-1DDDB18E5A3E}"/>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18" name="ZoneTexte 40">
            <a:extLst>
              <a:ext uri="{FF2B5EF4-FFF2-40B4-BE49-F238E27FC236}">
                <a16:creationId xmlns:a16="http://schemas.microsoft.com/office/drawing/2014/main" id="{CF36EACB-4C54-5D97-F23B-ADBB6D53A349}"/>
              </a:ext>
            </a:extLst>
          </p:cNvPr>
          <p:cNvSpPr txBox="1"/>
          <p:nvPr/>
        </p:nvSpPr>
        <p:spPr>
          <a:xfrm>
            <a:off x="4422516" y="2982385"/>
            <a:ext cx="713375" cy="3461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Validate Information</a:t>
            </a:r>
          </a:p>
        </p:txBody>
      </p:sp>
      <p:grpSp>
        <p:nvGrpSpPr>
          <p:cNvPr id="19" name="Group 18">
            <a:extLst>
              <a:ext uri="{FF2B5EF4-FFF2-40B4-BE49-F238E27FC236}">
                <a16:creationId xmlns:a16="http://schemas.microsoft.com/office/drawing/2014/main" id="{9AAB84B9-B549-6F55-3B09-12D34E2CF3A5}"/>
              </a:ext>
            </a:extLst>
          </p:cNvPr>
          <p:cNvGrpSpPr/>
          <p:nvPr/>
        </p:nvGrpSpPr>
        <p:grpSpPr>
          <a:xfrm>
            <a:off x="5379290" y="2731933"/>
            <a:ext cx="316762" cy="316762"/>
            <a:chOff x="3904884" y="4179013"/>
            <a:chExt cx="720000" cy="720000"/>
          </a:xfrm>
        </p:grpSpPr>
        <p:sp>
          <p:nvSpPr>
            <p:cNvPr id="20" name="Oval 19">
              <a:extLst>
                <a:ext uri="{FF2B5EF4-FFF2-40B4-BE49-F238E27FC236}">
                  <a16:creationId xmlns:a16="http://schemas.microsoft.com/office/drawing/2014/main" id="{F207608D-9C69-E862-738A-83A8015861B3}"/>
                </a:ext>
              </a:extLst>
            </p:cNvPr>
            <p:cNvSpPr/>
            <p:nvPr/>
          </p:nvSpPr>
          <p:spPr>
            <a:xfrm>
              <a:off x="3904884" y="4179013"/>
              <a:ext cx="720000" cy="720000"/>
            </a:xfrm>
            <a:prstGeom prst="ellipse">
              <a:avLst/>
            </a:prstGeom>
            <a:solidFill>
              <a:schemeClr val="bg1">
                <a:lumMod val="95000"/>
              </a:schemeClr>
            </a:solidFill>
            <a:ln w="9525">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21" name="Picture 20">
              <a:extLst>
                <a:ext uri="{FF2B5EF4-FFF2-40B4-BE49-F238E27FC236}">
                  <a16:creationId xmlns:a16="http://schemas.microsoft.com/office/drawing/2014/main" id="{9773B1E7-FB30-1485-E630-1B626CDB1432}"/>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22" name="ZoneTexte 40">
            <a:extLst>
              <a:ext uri="{FF2B5EF4-FFF2-40B4-BE49-F238E27FC236}">
                <a16:creationId xmlns:a16="http://schemas.microsoft.com/office/drawing/2014/main" id="{13EC5845-E663-91BC-63CA-6172E2D472B8}"/>
              </a:ext>
            </a:extLst>
          </p:cNvPr>
          <p:cNvSpPr txBox="1"/>
          <p:nvPr/>
        </p:nvSpPr>
        <p:spPr>
          <a:xfrm>
            <a:off x="5217342" y="3025125"/>
            <a:ext cx="726512" cy="3461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Create</a:t>
            </a:r>
            <a:br>
              <a:rPr lang="en-GB" sz="675" noProof="0">
                <a:solidFill>
                  <a:prstClr val="black"/>
                </a:solidFill>
                <a:latin typeface="Verdana"/>
              </a:rPr>
            </a:br>
            <a:r>
              <a:rPr lang="en-GB" sz="675" noProof="0">
                <a:solidFill>
                  <a:prstClr val="black"/>
                </a:solidFill>
                <a:latin typeface="Verdana"/>
              </a:rPr>
              <a:t>contract</a:t>
            </a:r>
            <a:endParaRPr lang="en-GB" sz="675" noProof="0">
              <a:solidFill>
                <a:srgbClr val="FF304D"/>
              </a:solidFill>
              <a:latin typeface="Verdana"/>
            </a:endParaRPr>
          </a:p>
        </p:txBody>
      </p:sp>
      <p:grpSp>
        <p:nvGrpSpPr>
          <p:cNvPr id="23" name="Group 22">
            <a:extLst>
              <a:ext uri="{FF2B5EF4-FFF2-40B4-BE49-F238E27FC236}">
                <a16:creationId xmlns:a16="http://schemas.microsoft.com/office/drawing/2014/main" id="{DF59E00F-ADDA-45FE-274E-A0ABDE438F37}"/>
              </a:ext>
            </a:extLst>
          </p:cNvPr>
          <p:cNvGrpSpPr/>
          <p:nvPr/>
        </p:nvGrpSpPr>
        <p:grpSpPr>
          <a:xfrm>
            <a:off x="4610406" y="2187851"/>
            <a:ext cx="316762" cy="316762"/>
            <a:chOff x="3904884" y="4179013"/>
            <a:chExt cx="720000" cy="720000"/>
          </a:xfrm>
        </p:grpSpPr>
        <p:sp>
          <p:nvSpPr>
            <p:cNvPr id="24" name="Oval 23">
              <a:extLst>
                <a:ext uri="{FF2B5EF4-FFF2-40B4-BE49-F238E27FC236}">
                  <a16:creationId xmlns:a16="http://schemas.microsoft.com/office/drawing/2014/main" id="{F8289CD7-2A2B-4137-6145-7D0FCA782095}"/>
                </a:ext>
              </a:extLst>
            </p:cNvPr>
            <p:cNvSpPr/>
            <p:nvPr/>
          </p:nvSpPr>
          <p:spPr>
            <a:xfrm>
              <a:off x="3904884" y="4179013"/>
              <a:ext cx="720000" cy="720000"/>
            </a:xfrm>
            <a:prstGeom prst="ellipse">
              <a:avLst/>
            </a:prstGeom>
            <a:solidFill>
              <a:schemeClr val="bg1">
                <a:lumMod val="95000"/>
              </a:schemeClr>
            </a:solidFill>
            <a:ln w="19050">
              <a:solidFill>
                <a:srgbClr val="FFB24A"/>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25" name="Picture 24">
              <a:extLst>
                <a:ext uri="{FF2B5EF4-FFF2-40B4-BE49-F238E27FC236}">
                  <a16:creationId xmlns:a16="http://schemas.microsoft.com/office/drawing/2014/main" id="{B9EA7C71-6CD7-2227-8B46-0D3B0531BB31}"/>
                </a:ext>
              </a:extLst>
            </p:cNvPr>
            <p:cNvPicPr>
              <a:picLocks noChangeAspect="1"/>
            </p:cNvPicPr>
            <p:nvPr/>
          </p:nvPicPr>
          <p:blipFill>
            <a:blip r:embed="rId3"/>
            <a:stretch>
              <a:fillRect/>
            </a:stretch>
          </p:blipFill>
          <p:spPr>
            <a:xfrm>
              <a:off x="3936476" y="4189228"/>
              <a:ext cx="634622" cy="634622"/>
            </a:xfrm>
            <a:prstGeom prst="rect">
              <a:avLst/>
            </a:prstGeom>
          </p:spPr>
        </p:pic>
      </p:grpSp>
      <p:sp>
        <p:nvSpPr>
          <p:cNvPr id="26" name="ZoneTexte 40">
            <a:extLst>
              <a:ext uri="{FF2B5EF4-FFF2-40B4-BE49-F238E27FC236}">
                <a16:creationId xmlns:a16="http://schemas.microsoft.com/office/drawing/2014/main" id="{88245B1D-1D35-4708-41B5-85BD5C6BA568}"/>
              </a:ext>
            </a:extLst>
          </p:cNvPr>
          <p:cNvSpPr txBox="1"/>
          <p:nvPr/>
        </p:nvSpPr>
        <p:spPr>
          <a:xfrm>
            <a:off x="3904847" y="1910593"/>
            <a:ext cx="938605" cy="45000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Request missing/ conflicting information</a:t>
            </a:r>
          </a:p>
        </p:txBody>
      </p:sp>
      <p:grpSp>
        <p:nvGrpSpPr>
          <p:cNvPr id="27" name="Group 26">
            <a:extLst>
              <a:ext uri="{FF2B5EF4-FFF2-40B4-BE49-F238E27FC236}">
                <a16:creationId xmlns:a16="http://schemas.microsoft.com/office/drawing/2014/main" id="{43098DF1-A2B0-E67E-8DA4-5EFBB70EFE23}"/>
              </a:ext>
            </a:extLst>
          </p:cNvPr>
          <p:cNvGrpSpPr/>
          <p:nvPr/>
        </p:nvGrpSpPr>
        <p:grpSpPr>
          <a:xfrm>
            <a:off x="3716524" y="2756783"/>
            <a:ext cx="316762" cy="316762"/>
            <a:chOff x="3904884" y="4179013"/>
            <a:chExt cx="720000" cy="720000"/>
          </a:xfrm>
        </p:grpSpPr>
        <p:sp>
          <p:nvSpPr>
            <p:cNvPr id="28" name="Oval 27">
              <a:extLst>
                <a:ext uri="{FF2B5EF4-FFF2-40B4-BE49-F238E27FC236}">
                  <a16:creationId xmlns:a16="http://schemas.microsoft.com/office/drawing/2014/main" id="{BC2A9997-A7CB-9DEE-2B73-1051D9DAE32F}"/>
                </a:ext>
              </a:extLst>
            </p:cNvPr>
            <p:cNvSpPr/>
            <p:nvPr/>
          </p:nvSpPr>
          <p:spPr>
            <a:xfrm>
              <a:off x="3904884" y="4179013"/>
              <a:ext cx="720000" cy="720000"/>
            </a:xfrm>
            <a:prstGeom prst="ellipse">
              <a:avLst/>
            </a:prstGeom>
            <a:solidFill>
              <a:schemeClr val="bg1">
                <a:lumMod val="95000"/>
              </a:schemeClr>
            </a:solidFill>
            <a:ln w="9525">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29" name="Picture 28">
              <a:extLst>
                <a:ext uri="{FF2B5EF4-FFF2-40B4-BE49-F238E27FC236}">
                  <a16:creationId xmlns:a16="http://schemas.microsoft.com/office/drawing/2014/main" id="{BFF05D4A-D523-E28B-567F-8DD602FF3B76}"/>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30" name="ZoneTexte 40">
            <a:extLst>
              <a:ext uri="{FF2B5EF4-FFF2-40B4-BE49-F238E27FC236}">
                <a16:creationId xmlns:a16="http://schemas.microsoft.com/office/drawing/2014/main" id="{9ABC4B31-31C4-BD78-321E-7C951AA2A5C8}"/>
              </a:ext>
            </a:extLst>
          </p:cNvPr>
          <p:cNvSpPr txBox="1"/>
          <p:nvPr/>
        </p:nvSpPr>
        <p:spPr>
          <a:xfrm>
            <a:off x="3650383" y="2418120"/>
            <a:ext cx="449045" cy="3461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Text to Insight</a:t>
            </a:r>
          </a:p>
        </p:txBody>
      </p:sp>
      <p:cxnSp>
        <p:nvCxnSpPr>
          <p:cNvPr id="31" name="Straight Connector 30">
            <a:extLst>
              <a:ext uri="{FF2B5EF4-FFF2-40B4-BE49-F238E27FC236}">
                <a16:creationId xmlns:a16="http://schemas.microsoft.com/office/drawing/2014/main" id="{A80D65C8-14DF-C18B-2B56-4898D13EDA37}"/>
              </a:ext>
            </a:extLst>
          </p:cNvPr>
          <p:cNvCxnSpPr>
            <a:cxnSpLocks/>
          </p:cNvCxnSpPr>
          <p:nvPr/>
        </p:nvCxnSpPr>
        <p:spPr>
          <a:xfrm flipV="1">
            <a:off x="4038168" y="2889241"/>
            <a:ext cx="584392" cy="213"/>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DBD1FC84-7764-5714-63CC-E85C40A85A03}"/>
              </a:ext>
            </a:extLst>
          </p:cNvPr>
          <p:cNvCxnSpPr>
            <a:cxnSpLocks/>
          </p:cNvCxnSpPr>
          <p:nvPr/>
        </p:nvCxnSpPr>
        <p:spPr>
          <a:xfrm flipH="1" flipV="1">
            <a:off x="4768787" y="2504613"/>
            <a:ext cx="12154" cy="226247"/>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4D4B0CC6-5AA1-8092-DB1E-D1749FEDA344}"/>
              </a:ext>
            </a:extLst>
          </p:cNvPr>
          <p:cNvCxnSpPr>
            <a:cxnSpLocks/>
          </p:cNvCxnSpPr>
          <p:nvPr/>
        </p:nvCxnSpPr>
        <p:spPr>
          <a:xfrm>
            <a:off x="4939322" y="2889241"/>
            <a:ext cx="454528" cy="1073"/>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34" name="Group 33">
            <a:extLst>
              <a:ext uri="{FF2B5EF4-FFF2-40B4-BE49-F238E27FC236}">
                <a16:creationId xmlns:a16="http://schemas.microsoft.com/office/drawing/2014/main" id="{5E2419A6-0FCF-9D35-F5F0-533DF9E86F22}"/>
              </a:ext>
            </a:extLst>
          </p:cNvPr>
          <p:cNvGrpSpPr/>
          <p:nvPr/>
        </p:nvGrpSpPr>
        <p:grpSpPr>
          <a:xfrm>
            <a:off x="6337858" y="2727907"/>
            <a:ext cx="316762" cy="316762"/>
            <a:chOff x="3904884" y="4179013"/>
            <a:chExt cx="720000" cy="720000"/>
          </a:xfrm>
        </p:grpSpPr>
        <p:sp>
          <p:nvSpPr>
            <p:cNvPr id="35" name="Oval 34">
              <a:extLst>
                <a:ext uri="{FF2B5EF4-FFF2-40B4-BE49-F238E27FC236}">
                  <a16:creationId xmlns:a16="http://schemas.microsoft.com/office/drawing/2014/main" id="{C1B8985B-5A66-E7E3-0824-ABA763941002}"/>
                </a:ext>
              </a:extLst>
            </p:cNvPr>
            <p:cNvSpPr/>
            <p:nvPr/>
          </p:nvSpPr>
          <p:spPr>
            <a:xfrm>
              <a:off x="3904884" y="4179013"/>
              <a:ext cx="720000" cy="720000"/>
            </a:xfrm>
            <a:prstGeom prst="ellipse">
              <a:avLst/>
            </a:prstGeom>
            <a:solidFill>
              <a:schemeClr val="bg1">
                <a:lumMod val="95000"/>
              </a:schemeClr>
            </a:solidFill>
            <a:ln w="9525">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36" name="Picture 35">
              <a:extLst>
                <a:ext uri="{FF2B5EF4-FFF2-40B4-BE49-F238E27FC236}">
                  <a16:creationId xmlns:a16="http://schemas.microsoft.com/office/drawing/2014/main" id="{9DD3DC8F-404D-DB4C-FD27-4C7DBD9979EB}"/>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37" name="ZoneTexte 40">
            <a:extLst>
              <a:ext uri="{FF2B5EF4-FFF2-40B4-BE49-F238E27FC236}">
                <a16:creationId xmlns:a16="http://schemas.microsoft.com/office/drawing/2014/main" id="{51F41F83-75F7-1192-B2BD-24B11CC8D2E6}"/>
              </a:ext>
            </a:extLst>
          </p:cNvPr>
          <p:cNvSpPr txBox="1"/>
          <p:nvPr/>
        </p:nvSpPr>
        <p:spPr>
          <a:xfrm>
            <a:off x="6265146" y="3100579"/>
            <a:ext cx="573746" cy="45000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Update pricing &amp; Block</a:t>
            </a:r>
          </a:p>
        </p:txBody>
      </p:sp>
      <p:cxnSp>
        <p:nvCxnSpPr>
          <p:cNvPr id="38" name="Straight Connector 37">
            <a:extLst>
              <a:ext uri="{FF2B5EF4-FFF2-40B4-BE49-F238E27FC236}">
                <a16:creationId xmlns:a16="http://schemas.microsoft.com/office/drawing/2014/main" id="{19B4BC07-0DBC-8EC0-927D-96D6FF782550}"/>
              </a:ext>
            </a:extLst>
          </p:cNvPr>
          <p:cNvCxnSpPr>
            <a:cxnSpLocks/>
          </p:cNvCxnSpPr>
          <p:nvPr/>
        </p:nvCxnSpPr>
        <p:spPr>
          <a:xfrm flipV="1">
            <a:off x="5710612" y="2886288"/>
            <a:ext cx="627246" cy="4026"/>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39" name="Group 38">
            <a:extLst>
              <a:ext uri="{FF2B5EF4-FFF2-40B4-BE49-F238E27FC236}">
                <a16:creationId xmlns:a16="http://schemas.microsoft.com/office/drawing/2014/main" id="{0A214FC8-C62C-879F-CB84-839FBD389002}"/>
              </a:ext>
            </a:extLst>
          </p:cNvPr>
          <p:cNvGrpSpPr/>
          <p:nvPr/>
        </p:nvGrpSpPr>
        <p:grpSpPr>
          <a:xfrm>
            <a:off x="5458876" y="3530112"/>
            <a:ext cx="316762" cy="316762"/>
            <a:chOff x="3904884" y="4179013"/>
            <a:chExt cx="720000" cy="720000"/>
          </a:xfrm>
        </p:grpSpPr>
        <p:sp>
          <p:nvSpPr>
            <p:cNvPr id="40" name="Oval 39">
              <a:extLst>
                <a:ext uri="{FF2B5EF4-FFF2-40B4-BE49-F238E27FC236}">
                  <a16:creationId xmlns:a16="http://schemas.microsoft.com/office/drawing/2014/main" id="{D7CDA837-A742-D4F9-DDE4-C52168509928}"/>
                </a:ext>
              </a:extLst>
            </p:cNvPr>
            <p:cNvSpPr/>
            <p:nvPr/>
          </p:nvSpPr>
          <p:spPr>
            <a:xfrm>
              <a:off x="3904884" y="4179013"/>
              <a:ext cx="720000" cy="720000"/>
            </a:xfrm>
            <a:prstGeom prst="ellipse">
              <a:avLst/>
            </a:prstGeom>
            <a:solidFill>
              <a:schemeClr val="bg1">
                <a:lumMod val="95000"/>
              </a:schemeClr>
            </a:solidFill>
            <a:ln w="9525">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41" name="Picture 40">
              <a:extLst>
                <a:ext uri="{FF2B5EF4-FFF2-40B4-BE49-F238E27FC236}">
                  <a16:creationId xmlns:a16="http://schemas.microsoft.com/office/drawing/2014/main" id="{90F378A3-6342-A559-B19C-4373AE3F60BE}"/>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42" name="ZoneTexte 40">
            <a:extLst>
              <a:ext uri="{FF2B5EF4-FFF2-40B4-BE49-F238E27FC236}">
                <a16:creationId xmlns:a16="http://schemas.microsoft.com/office/drawing/2014/main" id="{89DAB789-2661-3F21-8D29-A9EA813B4132}"/>
              </a:ext>
            </a:extLst>
          </p:cNvPr>
          <p:cNvSpPr txBox="1"/>
          <p:nvPr/>
        </p:nvSpPr>
        <p:spPr>
          <a:xfrm>
            <a:off x="5329335" y="3818905"/>
            <a:ext cx="573746" cy="3461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Update Contract</a:t>
            </a:r>
          </a:p>
        </p:txBody>
      </p:sp>
      <p:cxnSp>
        <p:nvCxnSpPr>
          <p:cNvPr id="43" name="Straight Connector 42">
            <a:extLst>
              <a:ext uri="{FF2B5EF4-FFF2-40B4-BE49-F238E27FC236}">
                <a16:creationId xmlns:a16="http://schemas.microsoft.com/office/drawing/2014/main" id="{88C9E8FC-A9E7-1BF1-9595-F266D273CA45}"/>
              </a:ext>
            </a:extLst>
          </p:cNvPr>
          <p:cNvCxnSpPr>
            <a:cxnSpLocks/>
          </p:cNvCxnSpPr>
          <p:nvPr/>
        </p:nvCxnSpPr>
        <p:spPr>
          <a:xfrm flipV="1">
            <a:off x="5775638" y="2886288"/>
            <a:ext cx="562220" cy="802205"/>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AD5CC127-BC2A-3B1B-9957-D286450A7757}"/>
              </a:ext>
            </a:extLst>
          </p:cNvPr>
          <p:cNvCxnSpPr>
            <a:cxnSpLocks/>
          </p:cNvCxnSpPr>
          <p:nvPr/>
        </p:nvCxnSpPr>
        <p:spPr>
          <a:xfrm>
            <a:off x="4939322" y="2889241"/>
            <a:ext cx="519554" cy="799252"/>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45" name="Oval 44">
            <a:extLst>
              <a:ext uri="{FF2B5EF4-FFF2-40B4-BE49-F238E27FC236}">
                <a16:creationId xmlns:a16="http://schemas.microsoft.com/office/drawing/2014/main" id="{03B319BC-046D-ED78-49C4-934580389D9D}"/>
              </a:ext>
            </a:extLst>
          </p:cNvPr>
          <p:cNvSpPr/>
          <p:nvPr/>
        </p:nvSpPr>
        <p:spPr>
          <a:xfrm>
            <a:off x="7313060" y="2722591"/>
            <a:ext cx="324000" cy="324000"/>
          </a:xfrm>
          <a:prstGeom prst="ellipse">
            <a:avLst/>
          </a:prstGeom>
          <a:noFill/>
          <a:ln w="19050">
            <a:solidFill>
              <a:schemeClr val="accent2">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400" noProof="0">
              <a:solidFill>
                <a:schemeClr val="tx1"/>
              </a:solidFill>
            </a:endParaRPr>
          </a:p>
        </p:txBody>
      </p:sp>
      <p:sp>
        <p:nvSpPr>
          <p:cNvPr id="46" name="ZoneTexte 40">
            <a:extLst>
              <a:ext uri="{FF2B5EF4-FFF2-40B4-BE49-F238E27FC236}">
                <a16:creationId xmlns:a16="http://schemas.microsoft.com/office/drawing/2014/main" id="{DB5E02F4-CD15-9102-A138-BF4E31072B3B}"/>
              </a:ext>
            </a:extLst>
          </p:cNvPr>
          <p:cNvSpPr txBox="1"/>
          <p:nvPr/>
        </p:nvSpPr>
        <p:spPr>
          <a:xfrm>
            <a:off x="7637060" y="2701706"/>
            <a:ext cx="573746" cy="3461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Contract</a:t>
            </a:r>
            <a:br>
              <a:rPr lang="en-GB" sz="675" noProof="0">
                <a:solidFill>
                  <a:prstClr val="black"/>
                </a:solidFill>
                <a:latin typeface="Verdana"/>
              </a:rPr>
            </a:br>
            <a:r>
              <a:rPr lang="en-GB" sz="675" noProof="0">
                <a:solidFill>
                  <a:prstClr val="black"/>
                </a:solidFill>
                <a:latin typeface="Verdana"/>
              </a:rPr>
              <a:t>Created</a:t>
            </a:r>
          </a:p>
        </p:txBody>
      </p:sp>
      <p:sp>
        <p:nvSpPr>
          <p:cNvPr id="47" name="Flowchart: Document 1076">
            <a:extLst>
              <a:ext uri="{FF2B5EF4-FFF2-40B4-BE49-F238E27FC236}">
                <a16:creationId xmlns:a16="http://schemas.microsoft.com/office/drawing/2014/main" id="{293AB0DD-832B-855A-D0D7-CC217FC770D0}"/>
              </a:ext>
            </a:extLst>
          </p:cNvPr>
          <p:cNvSpPr/>
          <p:nvPr/>
        </p:nvSpPr>
        <p:spPr>
          <a:xfrm>
            <a:off x="1298038" y="5471675"/>
            <a:ext cx="673637" cy="366911"/>
          </a:xfrm>
          <a:prstGeom prst="roundRect">
            <a:avLst/>
          </a:prstGeom>
          <a:no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600" b="1" i="0" u="none" strike="noStrike" kern="1200" cap="none" spc="0" normalizeH="0" baseline="0" noProof="0">
                <a:ln>
                  <a:noFill/>
                </a:ln>
                <a:solidFill>
                  <a:prstClr val="black"/>
                </a:solidFill>
                <a:effectLst/>
                <a:uLnTx/>
                <a:uFillTx/>
                <a:latin typeface="Verdana"/>
                <a:ea typeface="+mn-ea"/>
                <a:cs typeface="+mn-cs"/>
              </a:rPr>
              <a:t>Sales request for Settlement of Agreement</a:t>
            </a:r>
          </a:p>
        </p:txBody>
      </p:sp>
      <p:sp>
        <p:nvSpPr>
          <p:cNvPr id="48" name="Flowchart: Document 1076">
            <a:extLst>
              <a:ext uri="{FF2B5EF4-FFF2-40B4-BE49-F238E27FC236}">
                <a16:creationId xmlns:a16="http://schemas.microsoft.com/office/drawing/2014/main" id="{67D500A2-7CE2-8137-E5BC-F9F7869DB7C6}"/>
              </a:ext>
            </a:extLst>
          </p:cNvPr>
          <p:cNvSpPr/>
          <p:nvPr/>
        </p:nvSpPr>
        <p:spPr>
          <a:xfrm>
            <a:off x="2352593" y="5478853"/>
            <a:ext cx="673637" cy="366911"/>
          </a:xfrm>
          <a:prstGeom prst="homePlate">
            <a:avLst/>
          </a:prstGeom>
          <a:no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defTabSz="685800">
              <a:defRPr/>
            </a:pPr>
            <a:r>
              <a:rPr lang="en-GB" sz="600" b="1" noProof="0">
                <a:solidFill>
                  <a:prstClr val="black"/>
                </a:solidFill>
                <a:latin typeface="Verdana"/>
              </a:rPr>
              <a:t>ServiceNow</a:t>
            </a:r>
          </a:p>
        </p:txBody>
      </p:sp>
      <p:cxnSp>
        <p:nvCxnSpPr>
          <p:cNvPr id="49" name="Connector: Elbow 170">
            <a:extLst>
              <a:ext uri="{FF2B5EF4-FFF2-40B4-BE49-F238E27FC236}">
                <a16:creationId xmlns:a16="http://schemas.microsoft.com/office/drawing/2014/main" id="{2A1BA142-3EC7-EC44-02AD-1B76808E7B77}"/>
              </a:ext>
            </a:extLst>
          </p:cNvPr>
          <p:cNvCxnSpPr>
            <a:cxnSpLocks/>
            <a:stCxn id="47" idx="3"/>
            <a:endCxn id="48" idx="1"/>
          </p:cNvCxnSpPr>
          <p:nvPr/>
        </p:nvCxnSpPr>
        <p:spPr>
          <a:xfrm>
            <a:off x="1971675" y="5655131"/>
            <a:ext cx="380918" cy="7178"/>
          </a:xfrm>
          <a:prstGeom prst="bentConnector3">
            <a:avLst>
              <a:gd name="adj1" fmla="val 50000"/>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0" name="Connector: Elbow 172">
            <a:extLst>
              <a:ext uri="{FF2B5EF4-FFF2-40B4-BE49-F238E27FC236}">
                <a16:creationId xmlns:a16="http://schemas.microsoft.com/office/drawing/2014/main" id="{BC7F38E1-169F-954F-A9ED-6C6756523002}"/>
              </a:ext>
            </a:extLst>
          </p:cNvPr>
          <p:cNvCxnSpPr>
            <a:cxnSpLocks/>
            <a:stCxn id="48" idx="3"/>
            <a:endCxn id="51" idx="1"/>
          </p:cNvCxnSpPr>
          <p:nvPr/>
        </p:nvCxnSpPr>
        <p:spPr>
          <a:xfrm>
            <a:off x="3026230" y="5662309"/>
            <a:ext cx="461605" cy="2202"/>
          </a:xfrm>
          <a:prstGeom prst="bentConnector3">
            <a:avLst>
              <a:gd name="adj1" fmla="val 50000"/>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1" name="Rectangle: Rounded Corners 173">
            <a:extLst>
              <a:ext uri="{FF2B5EF4-FFF2-40B4-BE49-F238E27FC236}">
                <a16:creationId xmlns:a16="http://schemas.microsoft.com/office/drawing/2014/main" id="{8EBED987-0E4E-C44E-2094-79D1F441E0FB}"/>
              </a:ext>
            </a:extLst>
          </p:cNvPr>
          <p:cNvSpPr/>
          <p:nvPr/>
        </p:nvSpPr>
        <p:spPr>
          <a:xfrm>
            <a:off x="3487835" y="4806627"/>
            <a:ext cx="5122765" cy="1715767"/>
          </a:xfrm>
          <a:prstGeom prst="roundRect">
            <a:avLst/>
          </a:prstGeom>
          <a:noFill/>
          <a:ln w="9525">
            <a:solidFill>
              <a:schemeClr val="accent2">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400" noProof="0">
              <a:solidFill>
                <a:schemeClr val="tx1"/>
              </a:solidFill>
            </a:endParaRPr>
          </a:p>
        </p:txBody>
      </p:sp>
      <p:grpSp>
        <p:nvGrpSpPr>
          <p:cNvPr id="52" name="Group 51">
            <a:extLst>
              <a:ext uri="{FF2B5EF4-FFF2-40B4-BE49-F238E27FC236}">
                <a16:creationId xmlns:a16="http://schemas.microsoft.com/office/drawing/2014/main" id="{DCB6CA6F-2A1A-866D-607D-2D8F405903EE}"/>
              </a:ext>
            </a:extLst>
          </p:cNvPr>
          <p:cNvGrpSpPr/>
          <p:nvPr/>
        </p:nvGrpSpPr>
        <p:grpSpPr>
          <a:xfrm>
            <a:off x="3721406" y="5351399"/>
            <a:ext cx="316762" cy="316762"/>
            <a:chOff x="3904884" y="4179013"/>
            <a:chExt cx="720000" cy="720000"/>
          </a:xfrm>
        </p:grpSpPr>
        <p:sp>
          <p:nvSpPr>
            <p:cNvPr id="53" name="Oval 52">
              <a:extLst>
                <a:ext uri="{FF2B5EF4-FFF2-40B4-BE49-F238E27FC236}">
                  <a16:creationId xmlns:a16="http://schemas.microsoft.com/office/drawing/2014/main" id="{608E467B-5868-5839-2257-EAF96A44FBD6}"/>
                </a:ext>
              </a:extLst>
            </p:cNvPr>
            <p:cNvSpPr/>
            <p:nvPr/>
          </p:nvSpPr>
          <p:spPr>
            <a:xfrm>
              <a:off x="3904884" y="4179013"/>
              <a:ext cx="720000" cy="720000"/>
            </a:xfrm>
            <a:prstGeom prst="ellipse">
              <a:avLst/>
            </a:prstGeom>
            <a:solidFill>
              <a:schemeClr val="bg1">
                <a:lumMod val="95000"/>
              </a:schemeClr>
            </a:solidFill>
            <a:ln w="9525">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54" name="Picture 53">
              <a:extLst>
                <a:ext uri="{FF2B5EF4-FFF2-40B4-BE49-F238E27FC236}">
                  <a16:creationId xmlns:a16="http://schemas.microsoft.com/office/drawing/2014/main" id="{85CB28FD-7B72-EF79-BA89-FDC4D5BF6AD2}"/>
                </a:ext>
              </a:extLst>
            </p:cNvPr>
            <p:cNvPicPr>
              <a:picLocks noChangeAspect="1"/>
            </p:cNvPicPr>
            <p:nvPr/>
          </p:nvPicPr>
          <p:blipFill>
            <a:blip r:embed="rId3"/>
            <a:stretch>
              <a:fillRect/>
            </a:stretch>
          </p:blipFill>
          <p:spPr>
            <a:xfrm>
              <a:off x="3954068" y="4189228"/>
              <a:ext cx="634621" cy="634621"/>
            </a:xfrm>
            <a:prstGeom prst="rect">
              <a:avLst/>
            </a:prstGeom>
          </p:spPr>
        </p:pic>
      </p:grpSp>
      <p:cxnSp>
        <p:nvCxnSpPr>
          <p:cNvPr id="55" name="Straight Connector 54">
            <a:extLst>
              <a:ext uri="{FF2B5EF4-FFF2-40B4-BE49-F238E27FC236}">
                <a16:creationId xmlns:a16="http://schemas.microsoft.com/office/drawing/2014/main" id="{082F3E46-AE07-5AF4-B34D-99FE00F96607}"/>
              </a:ext>
            </a:extLst>
          </p:cNvPr>
          <p:cNvCxnSpPr>
            <a:cxnSpLocks/>
          </p:cNvCxnSpPr>
          <p:nvPr/>
        </p:nvCxnSpPr>
        <p:spPr>
          <a:xfrm flipV="1">
            <a:off x="4038168" y="5504735"/>
            <a:ext cx="623804" cy="5045"/>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56" name="Flowchart: Document 1076">
            <a:extLst>
              <a:ext uri="{FF2B5EF4-FFF2-40B4-BE49-F238E27FC236}">
                <a16:creationId xmlns:a16="http://schemas.microsoft.com/office/drawing/2014/main" id="{D6AC4776-3617-E60A-AC7A-BCA89FCE0662}"/>
              </a:ext>
            </a:extLst>
          </p:cNvPr>
          <p:cNvSpPr/>
          <p:nvPr/>
        </p:nvSpPr>
        <p:spPr>
          <a:xfrm>
            <a:off x="1295929" y="6101451"/>
            <a:ext cx="673637" cy="366911"/>
          </a:xfrm>
          <a:prstGeom prst="roundRect">
            <a:avLst/>
          </a:prstGeom>
          <a:no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600" b="1" i="0" u="none" strike="noStrike" kern="1200" cap="none" spc="0" normalizeH="0" baseline="0" noProof="0">
                <a:ln>
                  <a:noFill/>
                </a:ln>
                <a:solidFill>
                  <a:prstClr val="black"/>
                </a:solidFill>
                <a:effectLst/>
                <a:uLnTx/>
                <a:uFillTx/>
                <a:latin typeface="Verdana"/>
                <a:ea typeface="+mn-ea"/>
                <a:cs typeface="+mn-cs"/>
              </a:rPr>
              <a:t>Capgemini </a:t>
            </a:r>
            <a:r>
              <a:rPr lang="en-GB" sz="600" b="1" noProof="0">
                <a:solidFill>
                  <a:prstClr val="black"/>
                </a:solidFill>
                <a:latin typeface="Verdana"/>
              </a:rPr>
              <a:t>r</a:t>
            </a:r>
            <a:r>
              <a:rPr kumimoji="0" lang="en-GB" sz="600" b="1" i="0" u="none" strike="noStrike" kern="1200" cap="none" spc="0" normalizeH="0" baseline="0" noProof="0">
                <a:ln>
                  <a:noFill/>
                </a:ln>
                <a:solidFill>
                  <a:prstClr val="black"/>
                </a:solidFill>
                <a:effectLst/>
                <a:uLnTx/>
                <a:uFillTx/>
                <a:latin typeface="Verdana"/>
                <a:ea typeface="+mn-ea"/>
                <a:cs typeface="+mn-cs"/>
              </a:rPr>
              <a:t>equest to validated Payout date</a:t>
            </a:r>
          </a:p>
        </p:txBody>
      </p:sp>
      <p:cxnSp>
        <p:nvCxnSpPr>
          <p:cNvPr id="57" name="Connector: Elbow 1066">
            <a:extLst>
              <a:ext uri="{FF2B5EF4-FFF2-40B4-BE49-F238E27FC236}">
                <a16:creationId xmlns:a16="http://schemas.microsoft.com/office/drawing/2014/main" id="{BADBA380-0F0D-8425-D057-2F051A584EE1}"/>
              </a:ext>
            </a:extLst>
          </p:cNvPr>
          <p:cNvCxnSpPr>
            <a:cxnSpLocks/>
            <a:stCxn id="56" idx="0"/>
            <a:endCxn id="47" idx="2"/>
          </p:cNvCxnSpPr>
          <p:nvPr/>
        </p:nvCxnSpPr>
        <p:spPr>
          <a:xfrm rot="5400000" flipH="1" flipV="1">
            <a:off x="1502370" y="5968965"/>
            <a:ext cx="262865" cy="2109"/>
          </a:xfrm>
          <a:prstGeom prst="bentConnector3">
            <a:avLst>
              <a:gd name="adj1" fmla="val 50000"/>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8" name="Flowchart: Document 1076">
            <a:extLst>
              <a:ext uri="{FF2B5EF4-FFF2-40B4-BE49-F238E27FC236}">
                <a16:creationId xmlns:a16="http://schemas.microsoft.com/office/drawing/2014/main" id="{9EC400FD-1E8B-D501-F3BF-A4CFA4D55928}"/>
              </a:ext>
            </a:extLst>
          </p:cNvPr>
          <p:cNvSpPr/>
          <p:nvPr/>
        </p:nvSpPr>
        <p:spPr>
          <a:xfrm>
            <a:off x="1370046" y="3361838"/>
            <a:ext cx="673637" cy="366911"/>
          </a:xfrm>
          <a:prstGeom prst="roundRect">
            <a:avLst/>
          </a:prstGeom>
          <a:no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600" b="1" i="0" u="none" strike="noStrike" kern="1200" cap="none" spc="0" normalizeH="0" baseline="0" noProof="0">
                <a:ln>
                  <a:noFill/>
                </a:ln>
                <a:solidFill>
                  <a:prstClr val="black"/>
                </a:solidFill>
                <a:effectLst/>
                <a:uLnTx/>
                <a:uFillTx/>
                <a:latin typeface="Verdana"/>
                <a:ea typeface="+mn-ea"/>
                <a:cs typeface="+mn-cs"/>
              </a:rPr>
              <a:t>Sales raises request to modify agreement</a:t>
            </a:r>
          </a:p>
        </p:txBody>
      </p:sp>
      <p:sp>
        <p:nvSpPr>
          <p:cNvPr id="59" name="Flowchart: Document 1076">
            <a:extLst>
              <a:ext uri="{FF2B5EF4-FFF2-40B4-BE49-F238E27FC236}">
                <a16:creationId xmlns:a16="http://schemas.microsoft.com/office/drawing/2014/main" id="{6E6FB37B-05AD-5095-2F38-6C3F10B63F4B}"/>
              </a:ext>
            </a:extLst>
          </p:cNvPr>
          <p:cNvSpPr/>
          <p:nvPr/>
        </p:nvSpPr>
        <p:spPr>
          <a:xfrm>
            <a:off x="2395043" y="3358076"/>
            <a:ext cx="673637" cy="366911"/>
          </a:xfrm>
          <a:prstGeom prst="homePlate">
            <a:avLst/>
          </a:prstGeom>
          <a:no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defTabSz="685800">
              <a:defRPr/>
            </a:pPr>
            <a:r>
              <a:rPr lang="en-GB" sz="600" b="1" noProof="0">
                <a:solidFill>
                  <a:prstClr val="black"/>
                </a:solidFill>
                <a:latin typeface="Verdana"/>
              </a:rPr>
              <a:t>ServiceNow</a:t>
            </a:r>
          </a:p>
        </p:txBody>
      </p:sp>
      <p:cxnSp>
        <p:nvCxnSpPr>
          <p:cNvPr id="60" name="Connector: Elbow 1080">
            <a:extLst>
              <a:ext uri="{FF2B5EF4-FFF2-40B4-BE49-F238E27FC236}">
                <a16:creationId xmlns:a16="http://schemas.microsoft.com/office/drawing/2014/main" id="{9C530E70-26B2-A8A2-322E-3D80A0C17086}"/>
              </a:ext>
            </a:extLst>
          </p:cNvPr>
          <p:cNvCxnSpPr>
            <a:cxnSpLocks/>
            <a:stCxn id="58" idx="3"/>
            <a:endCxn id="59" idx="1"/>
          </p:cNvCxnSpPr>
          <p:nvPr/>
        </p:nvCxnSpPr>
        <p:spPr>
          <a:xfrm flipV="1">
            <a:off x="2043683" y="3541532"/>
            <a:ext cx="351360" cy="3762"/>
          </a:xfrm>
          <a:prstGeom prst="bentConnector3">
            <a:avLst>
              <a:gd name="adj1" fmla="val 50000"/>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1" name="Connector: Elbow 1081">
            <a:extLst>
              <a:ext uri="{FF2B5EF4-FFF2-40B4-BE49-F238E27FC236}">
                <a16:creationId xmlns:a16="http://schemas.microsoft.com/office/drawing/2014/main" id="{FB45416D-1841-A622-B33F-CC593594EBAC}"/>
              </a:ext>
            </a:extLst>
          </p:cNvPr>
          <p:cNvCxnSpPr>
            <a:cxnSpLocks/>
            <a:stCxn id="59" idx="3"/>
            <a:endCxn id="11" idx="1"/>
          </p:cNvCxnSpPr>
          <p:nvPr/>
        </p:nvCxnSpPr>
        <p:spPr>
          <a:xfrm flipV="1">
            <a:off x="3068680" y="3054485"/>
            <a:ext cx="419155" cy="487047"/>
          </a:xfrm>
          <a:prstGeom prst="bentConnector3">
            <a:avLst>
              <a:gd name="adj1" fmla="val 50000"/>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2" name="ZoneTexte 40">
            <a:extLst>
              <a:ext uri="{FF2B5EF4-FFF2-40B4-BE49-F238E27FC236}">
                <a16:creationId xmlns:a16="http://schemas.microsoft.com/office/drawing/2014/main" id="{F1823CA4-96D6-1782-BAD4-22B525E63BD7}"/>
              </a:ext>
            </a:extLst>
          </p:cNvPr>
          <p:cNvSpPr txBox="1"/>
          <p:nvPr/>
        </p:nvSpPr>
        <p:spPr>
          <a:xfrm>
            <a:off x="4298339" y="5663116"/>
            <a:ext cx="1095512" cy="45000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latin typeface="Verdana"/>
              </a:rPr>
              <a:t>Gather CN approval</a:t>
            </a:r>
          </a:p>
          <a:p>
            <a:pPr algn="ctr" defTabSz="685115">
              <a:defRPr/>
            </a:pPr>
            <a:r>
              <a:rPr lang="en-GB" sz="675" noProof="0">
                <a:latin typeface="Verdana"/>
              </a:rPr>
              <a:t>(get approval in case out of def. threshold)</a:t>
            </a:r>
          </a:p>
        </p:txBody>
      </p:sp>
      <p:grpSp>
        <p:nvGrpSpPr>
          <p:cNvPr id="63" name="Group 62">
            <a:extLst>
              <a:ext uri="{FF2B5EF4-FFF2-40B4-BE49-F238E27FC236}">
                <a16:creationId xmlns:a16="http://schemas.microsoft.com/office/drawing/2014/main" id="{8B7DE295-D2F3-27EE-5259-B432B31B059B}"/>
              </a:ext>
            </a:extLst>
          </p:cNvPr>
          <p:cNvGrpSpPr/>
          <p:nvPr/>
        </p:nvGrpSpPr>
        <p:grpSpPr>
          <a:xfrm>
            <a:off x="4661972" y="5346354"/>
            <a:ext cx="316762" cy="316762"/>
            <a:chOff x="3904884" y="4179013"/>
            <a:chExt cx="720000" cy="720000"/>
          </a:xfrm>
        </p:grpSpPr>
        <p:sp>
          <p:nvSpPr>
            <p:cNvPr id="64" name="Oval 63">
              <a:extLst>
                <a:ext uri="{FF2B5EF4-FFF2-40B4-BE49-F238E27FC236}">
                  <a16:creationId xmlns:a16="http://schemas.microsoft.com/office/drawing/2014/main" id="{507D1C24-B488-BD7E-A424-F562594DAA2E}"/>
                </a:ext>
              </a:extLst>
            </p:cNvPr>
            <p:cNvSpPr/>
            <p:nvPr/>
          </p:nvSpPr>
          <p:spPr>
            <a:xfrm>
              <a:off x="3904884" y="4179013"/>
              <a:ext cx="720000" cy="720000"/>
            </a:xfrm>
            <a:prstGeom prst="ellipse">
              <a:avLst/>
            </a:prstGeom>
            <a:solidFill>
              <a:schemeClr val="bg1">
                <a:lumMod val="95000"/>
              </a:schemeClr>
            </a:solidFill>
            <a:ln w="19050">
              <a:solidFill>
                <a:srgbClr val="FFB24A"/>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65" name="Picture 64">
              <a:extLst>
                <a:ext uri="{FF2B5EF4-FFF2-40B4-BE49-F238E27FC236}">
                  <a16:creationId xmlns:a16="http://schemas.microsoft.com/office/drawing/2014/main" id="{D9A5B5A6-8155-3FC9-8BCF-6B56E743553D}"/>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66" name="ZoneTexte 40">
            <a:extLst>
              <a:ext uri="{FF2B5EF4-FFF2-40B4-BE49-F238E27FC236}">
                <a16:creationId xmlns:a16="http://schemas.microsoft.com/office/drawing/2014/main" id="{56D8EB83-2479-807C-9887-26C5A32C0DDD}"/>
              </a:ext>
            </a:extLst>
          </p:cNvPr>
          <p:cNvSpPr txBox="1"/>
          <p:nvPr/>
        </p:nvSpPr>
        <p:spPr>
          <a:xfrm>
            <a:off x="3485857" y="5023099"/>
            <a:ext cx="844507" cy="3461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Create/upload</a:t>
            </a:r>
            <a:br>
              <a:rPr lang="en-GB" sz="675" noProof="0">
                <a:solidFill>
                  <a:prstClr val="black"/>
                </a:solidFill>
                <a:latin typeface="Verdana"/>
              </a:rPr>
            </a:br>
            <a:r>
              <a:rPr lang="en-GB" sz="675" noProof="0">
                <a:solidFill>
                  <a:prstClr val="black"/>
                </a:solidFill>
                <a:latin typeface="Verdana"/>
              </a:rPr>
              <a:t>Settlement</a:t>
            </a:r>
          </a:p>
        </p:txBody>
      </p:sp>
      <p:grpSp>
        <p:nvGrpSpPr>
          <p:cNvPr id="67" name="Group 66">
            <a:extLst>
              <a:ext uri="{FF2B5EF4-FFF2-40B4-BE49-F238E27FC236}">
                <a16:creationId xmlns:a16="http://schemas.microsoft.com/office/drawing/2014/main" id="{55E2A598-B147-CF83-7B28-EECFD238BF6F}"/>
              </a:ext>
            </a:extLst>
          </p:cNvPr>
          <p:cNvGrpSpPr/>
          <p:nvPr/>
        </p:nvGrpSpPr>
        <p:grpSpPr>
          <a:xfrm>
            <a:off x="5616208" y="5340328"/>
            <a:ext cx="316762" cy="316762"/>
            <a:chOff x="3904884" y="4179013"/>
            <a:chExt cx="720000" cy="720000"/>
          </a:xfrm>
        </p:grpSpPr>
        <p:sp>
          <p:nvSpPr>
            <p:cNvPr id="68" name="Oval 67">
              <a:extLst>
                <a:ext uri="{FF2B5EF4-FFF2-40B4-BE49-F238E27FC236}">
                  <a16:creationId xmlns:a16="http://schemas.microsoft.com/office/drawing/2014/main" id="{CC77882E-2184-E7F3-C417-936363CBF9A1}"/>
                </a:ext>
              </a:extLst>
            </p:cNvPr>
            <p:cNvSpPr/>
            <p:nvPr/>
          </p:nvSpPr>
          <p:spPr>
            <a:xfrm>
              <a:off x="3904884" y="4179013"/>
              <a:ext cx="720000" cy="720000"/>
            </a:xfrm>
            <a:prstGeom prst="ellipse">
              <a:avLst/>
            </a:prstGeom>
            <a:solidFill>
              <a:schemeClr val="bg1">
                <a:lumMod val="95000"/>
              </a:schemeClr>
            </a:solidFill>
            <a:ln w="9525">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69" name="Picture 68">
              <a:extLst>
                <a:ext uri="{FF2B5EF4-FFF2-40B4-BE49-F238E27FC236}">
                  <a16:creationId xmlns:a16="http://schemas.microsoft.com/office/drawing/2014/main" id="{5B169900-D683-D4EB-8CB4-DF9FA65C912F}"/>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70" name="ZoneTexte 40">
            <a:extLst>
              <a:ext uri="{FF2B5EF4-FFF2-40B4-BE49-F238E27FC236}">
                <a16:creationId xmlns:a16="http://schemas.microsoft.com/office/drawing/2014/main" id="{F199BAC8-97C0-3860-4C15-7E4EBB92D840}"/>
              </a:ext>
            </a:extLst>
          </p:cNvPr>
          <p:cNvSpPr txBox="1"/>
          <p:nvPr/>
        </p:nvSpPr>
        <p:spPr>
          <a:xfrm>
            <a:off x="5458876" y="5660833"/>
            <a:ext cx="712561" cy="3461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Create Credit Note</a:t>
            </a:r>
          </a:p>
        </p:txBody>
      </p:sp>
      <p:cxnSp>
        <p:nvCxnSpPr>
          <p:cNvPr id="71" name="Straight Connector 70">
            <a:extLst>
              <a:ext uri="{FF2B5EF4-FFF2-40B4-BE49-F238E27FC236}">
                <a16:creationId xmlns:a16="http://schemas.microsoft.com/office/drawing/2014/main" id="{3ECFDC1D-45B5-B790-2520-82205FF1AA57}"/>
              </a:ext>
            </a:extLst>
          </p:cNvPr>
          <p:cNvCxnSpPr>
            <a:cxnSpLocks/>
          </p:cNvCxnSpPr>
          <p:nvPr/>
        </p:nvCxnSpPr>
        <p:spPr>
          <a:xfrm flipV="1">
            <a:off x="4978734" y="5498709"/>
            <a:ext cx="637474" cy="6026"/>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72" name="Group 71">
            <a:extLst>
              <a:ext uri="{FF2B5EF4-FFF2-40B4-BE49-F238E27FC236}">
                <a16:creationId xmlns:a16="http://schemas.microsoft.com/office/drawing/2014/main" id="{37A92F97-1414-AE41-C539-321F7D839768}"/>
              </a:ext>
            </a:extLst>
          </p:cNvPr>
          <p:cNvGrpSpPr/>
          <p:nvPr/>
        </p:nvGrpSpPr>
        <p:grpSpPr>
          <a:xfrm>
            <a:off x="6994596" y="5841674"/>
            <a:ext cx="316762" cy="316762"/>
            <a:chOff x="3904884" y="4179013"/>
            <a:chExt cx="720000" cy="720000"/>
          </a:xfrm>
        </p:grpSpPr>
        <p:sp>
          <p:nvSpPr>
            <p:cNvPr id="73" name="Oval 72">
              <a:extLst>
                <a:ext uri="{FF2B5EF4-FFF2-40B4-BE49-F238E27FC236}">
                  <a16:creationId xmlns:a16="http://schemas.microsoft.com/office/drawing/2014/main" id="{0C03C604-BF03-BA3D-26F2-882E42293C5B}"/>
                </a:ext>
              </a:extLst>
            </p:cNvPr>
            <p:cNvSpPr/>
            <p:nvPr/>
          </p:nvSpPr>
          <p:spPr>
            <a:xfrm>
              <a:off x="3904884" y="4179013"/>
              <a:ext cx="720000" cy="720000"/>
            </a:xfrm>
            <a:prstGeom prst="ellipse">
              <a:avLst/>
            </a:prstGeom>
            <a:solidFill>
              <a:schemeClr val="bg1">
                <a:lumMod val="95000"/>
              </a:schemeClr>
            </a:solidFill>
            <a:ln w="19050">
              <a:solidFill>
                <a:srgbClr val="FFB24A"/>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74" name="Picture 73">
              <a:extLst>
                <a:ext uri="{FF2B5EF4-FFF2-40B4-BE49-F238E27FC236}">
                  <a16:creationId xmlns:a16="http://schemas.microsoft.com/office/drawing/2014/main" id="{5D8411B5-2227-C821-A601-FEBA82F111DC}"/>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75" name="ZoneTexte 40">
            <a:extLst>
              <a:ext uri="{FF2B5EF4-FFF2-40B4-BE49-F238E27FC236}">
                <a16:creationId xmlns:a16="http://schemas.microsoft.com/office/drawing/2014/main" id="{DFEBACFE-B7C3-C9A9-301A-3376EA02BA5B}"/>
              </a:ext>
            </a:extLst>
          </p:cNvPr>
          <p:cNvSpPr txBox="1"/>
          <p:nvPr/>
        </p:nvSpPr>
        <p:spPr>
          <a:xfrm>
            <a:off x="6337858" y="6135280"/>
            <a:ext cx="1537678" cy="45000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Communicate to customer/Sales and AR team </a:t>
            </a:r>
            <a:br>
              <a:rPr lang="en-GB" sz="675" noProof="0">
                <a:solidFill>
                  <a:prstClr val="black"/>
                </a:solidFill>
                <a:latin typeface="Verdana"/>
              </a:rPr>
            </a:br>
            <a:endParaRPr lang="en-GB" sz="675" noProof="0">
              <a:solidFill>
                <a:srgbClr val="FF304D"/>
              </a:solidFill>
              <a:latin typeface="Verdana"/>
            </a:endParaRPr>
          </a:p>
        </p:txBody>
      </p:sp>
      <p:cxnSp>
        <p:nvCxnSpPr>
          <p:cNvPr id="76" name="Straight Connector 75">
            <a:extLst>
              <a:ext uri="{FF2B5EF4-FFF2-40B4-BE49-F238E27FC236}">
                <a16:creationId xmlns:a16="http://schemas.microsoft.com/office/drawing/2014/main" id="{442DDDD6-F14A-FD73-0E51-04E70FA7990D}"/>
              </a:ext>
            </a:extLst>
          </p:cNvPr>
          <p:cNvCxnSpPr>
            <a:cxnSpLocks/>
            <a:stCxn id="68" idx="6"/>
            <a:endCxn id="77" idx="2"/>
          </p:cNvCxnSpPr>
          <p:nvPr/>
        </p:nvCxnSpPr>
        <p:spPr>
          <a:xfrm flipV="1">
            <a:off x="5932970" y="5494560"/>
            <a:ext cx="1056090" cy="4149"/>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77" name="Oval 76">
            <a:extLst>
              <a:ext uri="{FF2B5EF4-FFF2-40B4-BE49-F238E27FC236}">
                <a16:creationId xmlns:a16="http://schemas.microsoft.com/office/drawing/2014/main" id="{8D39DCE0-0D5A-D409-7023-342C5EC32988}"/>
              </a:ext>
            </a:extLst>
          </p:cNvPr>
          <p:cNvSpPr/>
          <p:nvPr/>
        </p:nvSpPr>
        <p:spPr>
          <a:xfrm>
            <a:off x="6989060" y="5332560"/>
            <a:ext cx="324000" cy="324000"/>
          </a:xfrm>
          <a:prstGeom prst="ellipse">
            <a:avLst/>
          </a:prstGeom>
          <a:noFill/>
          <a:ln w="19050">
            <a:solidFill>
              <a:schemeClr val="accent2">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400" noProof="0">
              <a:solidFill>
                <a:schemeClr val="tx1"/>
              </a:solidFill>
            </a:endParaRPr>
          </a:p>
        </p:txBody>
      </p:sp>
      <p:sp>
        <p:nvSpPr>
          <p:cNvPr id="78" name="ZoneTexte 40">
            <a:extLst>
              <a:ext uri="{FF2B5EF4-FFF2-40B4-BE49-F238E27FC236}">
                <a16:creationId xmlns:a16="http://schemas.microsoft.com/office/drawing/2014/main" id="{222443CA-1877-2B2D-F2D6-0C3EB97DDB3D}"/>
              </a:ext>
            </a:extLst>
          </p:cNvPr>
          <p:cNvSpPr txBox="1"/>
          <p:nvPr/>
        </p:nvSpPr>
        <p:spPr>
          <a:xfrm>
            <a:off x="7313060" y="5329963"/>
            <a:ext cx="573746" cy="45000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Credit Note created</a:t>
            </a:r>
          </a:p>
        </p:txBody>
      </p:sp>
      <p:cxnSp>
        <p:nvCxnSpPr>
          <p:cNvPr id="79" name="Straight Connector 78">
            <a:extLst>
              <a:ext uri="{FF2B5EF4-FFF2-40B4-BE49-F238E27FC236}">
                <a16:creationId xmlns:a16="http://schemas.microsoft.com/office/drawing/2014/main" id="{71DDA509-C35A-2431-3DEE-AA87A79CDF4E}"/>
              </a:ext>
            </a:extLst>
          </p:cNvPr>
          <p:cNvCxnSpPr>
            <a:cxnSpLocks/>
            <a:stCxn id="77" idx="4"/>
          </p:cNvCxnSpPr>
          <p:nvPr/>
        </p:nvCxnSpPr>
        <p:spPr>
          <a:xfrm>
            <a:off x="7151060" y="5656560"/>
            <a:ext cx="4774" cy="340161"/>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80" name="Group 79">
            <a:extLst>
              <a:ext uri="{FF2B5EF4-FFF2-40B4-BE49-F238E27FC236}">
                <a16:creationId xmlns:a16="http://schemas.microsoft.com/office/drawing/2014/main" id="{A74C9616-F86A-D315-F323-B604D44024C7}"/>
              </a:ext>
            </a:extLst>
          </p:cNvPr>
          <p:cNvGrpSpPr/>
          <p:nvPr/>
        </p:nvGrpSpPr>
        <p:grpSpPr>
          <a:xfrm>
            <a:off x="7321462" y="3335554"/>
            <a:ext cx="316762" cy="316762"/>
            <a:chOff x="3904884" y="4179013"/>
            <a:chExt cx="720000" cy="720000"/>
          </a:xfrm>
        </p:grpSpPr>
        <p:sp>
          <p:nvSpPr>
            <p:cNvPr id="81" name="Oval 80">
              <a:extLst>
                <a:ext uri="{FF2B5EF4-FFF2-40B4-BE49-F238E27FC236}">
                  <a16:creationId xmlns:a16="http://schemas.microsoft.com/office/drawing/2014/main" id="{2A82483F-19C7-7E81-1FCC-A842EFC6D441}"/>
                </a:ext>
              </a:extLst>
            </p:cNvPr>
            <p:cNvSpPr/>
            <p:nvPr/>
          </p:nvSpPr>
          <p:spPr>
            <a:xfrm>
              <a:off x="3904884" y="4179013"/>
              <a:ext cx="720000" cy="720000"/>
            </a:xfrm>
            <a:prstGeom prst="ellipse">
              <a:avLst/>
            </a:prstGeom>
            <a:solidFill>
              <a:schemeClr val="bg1">
                <a:lumMod val="95000"/>
              </a:schemeClr>
            </a:solidFill>
            <a:ln w="19050">
              <a:solidFill>
                <a:srgbClr val="FFB24A"/>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82" name="Picture 81">
              <a:extLst>
                <a:ext uri="{FF2B5EF4-FFF2-40B4-BE49-F238E27FC236}">
                  <a16:creationId xmlns:a16="http://schemas.microsoft.com/office/drawing/2014/main" id="{040B5218-DC5B-1147-FE49-8A4EE88ED9CE}"/>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83" name="ZoneTexte 40">
            <a:extLst>
              <a:ext uri="{FF2B5EF4-FFF2-40B4-BE49-F238E27FC236}">
                <a16:creationId xmlns:a16="http://schemas.microsoft.com/office/drawing/2014/main" id="{567F352D-23EE-B9B0-8EDA-C5770422E1FB}"/>
              </a:ext>
            </a:extLst>
          </p:cNvPr>
          <p:cNvSpPr txBox="1"/>
          <p:nvPr/>
        </p:nvSpPr>
        <p:spPr>
          <a:xfrm>
            <a:off x="6812928" y="3638785"/>
            <a:ext cx="1400532" cy="3461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Communicate to customer/Sales &amp; AR team</a:t>
            </a:r>
            <a:endParaRPr lang="en-GB" sz="675" noProof="0">
              <a:solidFill>
                <a:srgbClr val="FF304D"/>
              </a:solidFill>
              <a:latin typeface="Verdana"/>
            </a:endParaRPr>
          </a:p>
        </p:txBody>
      </p:sp>
      <p:cxnSp>
        <p:nvCxnSpPr>
          <p:cNvPr id="84" name="Straight Connector 83">
            <a:extLst>
              <a:ext uri="{FF2B5EF4-FFF2-40B4-BE49-F238E27FC236}">
                <a16:creationId xmlns:a16="http://schemas.microsoft.com/office/drawing/2014/main" id="{8BDF23C8-15EC-CF78-AC57-4373BBB96EE8}"/>
              </a:ext>
            </a:extLst>
          </p:cNvPr>
          <p:cNvCxnSpPr>
            <a:cxnSpLocks/>
            <a:stCxn id="45" idx="4"/>
          </p:cNvCxnSpPr>
          <p:nvPr/>
        </p:nvCxnSpPr>
        <p:spPr>
          <a:xfrm>
            <a:off x="7475060" y="3046591"/>
            <a:ext cx="4783" cy="288963"/>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85" name="Rectangle 84">
            <a:extLst>
              <a:ext uri="{FF2B5EF4-FFF2-40B4-BE49-F238E27FC236}">
                <a16:creationId xmlns:a16="http://schemas.microsoft.com/office/drawing/2014/main" id="{99F0C937-8E08-51B5-ADBC-8A760176D8A9}"/>
              </a:ext>
            </a:extLst>
          </p:cNvPr>
          <p:cNvSpPr/>
          <p:nvPr/>
        </p:nvSpPr>
        <p:spPr>
          <a:xfrm>
            <a:off x="5219321" y="1811711"/>
            <a:ext cx="1260000" cy="178631"/>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800" b="1" noProof="0">
                <a:solidFill>
                  <a:schemeClr val="tx1"/>
                </a:solidFill>
              </a:rPr>
              <a:t>Service Agreement</a:t>
            </a:r>
          </a:p>
        </p:txBody>
      </p:sp>
      <p:sp>
        <p:nvSpPr>
          <p:cNvPr id="86" name="Rectangle 85">
            <a:extLst>
              <a:ext uri="{FF2B5EF4-FFF2-40B4-BE49-F238E27FC236}">
                <a16:creationId xmlns:a16="http://schemas.microsoft.com/office/drawing/2014/main" id="{601D0E53-2E73-68BF-C3C8-75B39235E7EA}"/>
              </a:ext>
            </a:extLst>
          </p:cNvPr>
          <p:cNvSpPr/>
          <p:nvPr/>
        </p:nvSpPr>
        <p:spPr>
          <a:xfrm>
            <a:off x="5143320" y="4711788"/>
            <a:ext cx="1080000" cy="178631"/>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800" b="1" noProof="0">
                <a:solidFill>
                  <a:schemeClr val="tx1"/>
                </a:solidFill>
              </a:rPr>
              <a:t>Rebates Payout</a:t>
            </a:r>
          </a:p>
        </p:txBody>
      </p:sp>
      <p:sp>
        <p:nvSpPr>
          <p:cNvPr id="87" name="Rectangle 86">
            <a:extLst>
              <a:ext uri="{FF2B5EF4-FFF2-40B4-BE49-F238E27FC236}">
                <a16:creationId xmlns:a16="http://schemas.microsoft.com/office/drawing/2014/main" id="{43F10EE4-923E-9475-71EA-FC9B20F3546F}"/>
              </a:ext>
            </a:extLst>
          </p:cNvPr>
          <p:cNvSpPr/>
          <p:nvPr/>
        </p:nvSpPr>
        <p:spPr>
          <a:xfrm>
            <a:off x="2349408" y="2644181"/>
            <a:ext cx="1017979" cy="130443"/>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800" noProof="0">
                <a:solidFill>
                  <a:schemeClr val="tx1"/>
                </a:solidFill>
              </a:rPr>
              <a:t>Inbound Channels</a:t>
            </a:r>
          </a:p>
        </p:txBody>
      </p:sp>
      <p:sp>
        <p:nvSpPr>
          <p:cNvPr id="88" name="Rectangle 87">
            <a:extLst>
              <a:ext uri="{FF2B5EF4-FFF2-40B4-BE49-F238E27FC236}">
                <a16:creationId xmlns:a16="http://schemas.microsoft.com/office/drawing/2014/main" id="{D46313C0-A85D-DC6E-F319-56C48A4140D8}"/>
              </a:ext>
            </a:extLst>
          </p:cNvPr>
          <p:cNvSpPr/>
          <p:nvPr/>
        </p:nvSpPr>
        <p:spPr>
          <a:xfrm>
            <a:off x="2349408" y="5254031"/>
            <a:ext cx="1017979" cy="130443"/>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800" noProof="0">
                <a:solidFill>
                  <a:schemeClr val="tx1"/>
                </a:solidFill>
              </a:rPr>
              <a:t>Inbound Channels</a:t>
            </a:r>
          </a:p>
        </p:txBody>
      </p:sp>
      <p:grpSp>
        <p:nvGrpSpPr>
          <p:cNvPr id="89" name="Group 88">
            <a:extLst>
              <a:ext uri="{FF2B5EF4-FFF2-40B4-BE49-F238E27FC236}">
                <a16:creationId xmlns:a16="http://schemas.microsoft.com/office/drawing/2014/main" id="{3A92B29D-F2CC-8327-A275-C0AEDC7B5A59}"/>
              </a:ext>
            </a:extLst>
          </p:cNvPr>
          <p:cNvGrpSpPr/>
          <p:nvPr/>
        </p:nvGrpSpPr>
        <p:grpSpPr>
          <a:xfrm>
            <a:off x="3716524" y="3617042"/>
            <a:ext cx="316762" cy="316762"/>
            <a:chOff x="3904884" y="4179013"/>
            <a:chExt cx="720000" cy="720000"/>
          </a:xfrm>
        </p:grpSpPr>
        <p:sp>
          <p:nvSpPr>
            <p:cNvPr id="90" name="Oval 89">
              <a:extLst>
                <a:ext uri="{FF2B5EF4-FFF2-40B4-BE49-F238E27FC236}">
                  <a16:creationId xmlns:a16="http://schemas.microsoft.com/office/drawing/2014/main" id="{4C5D4F18-A045-3C51-9914-8EDB6A53C54E}"/>
                </a:ext>
              </a:extLst>
            </p:cNvPr>
            <p:cNvSpPr/>
            <p:nvPr/>
          </p:nvSpPr>
          <p:spPr>
            <a:xfrm>
              <a:off x="3904884" y="4179013"/>
              <a:ext cx="720000" cy="720000"/>
            </a:xfrm>
            <a:prstGeom prst="ellipse">
              <a:avLst/>
            </a:prstGeom>
            <a:solidFill>
              <a:schemeClr val="bg1">
                <a:lumMod val="95000"/>
              </a:schemeClr>
            </a:solidFill>
            <a:ln w="9525">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91" name="Picture 90">
              <a:extLst>
                <a:ext uri="{FF2B5EF4-FFF2-40B4-BE49-F238E27FC236}">
                  <a16:creationId xmlns:a16="http://schemas.microsoft.com/office/drawing/2014/main" id="{32BBBF0D-851D-2C78-2185-065AE2F23695}"/>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92" name="ZoneTexte 40">
            <a:extLst>
              <a:ext uri="{FF2B5EF4-FFF2-40B4-BE49-F238E27FC236}">
                <a16:creationId xmlns:a16="http://schemas.microsoft.com/office/drawing/2014/main" id="{A753F950-5229-8F81-51AA-9DC0659A680C}"/>
              </a:ext>
            </a:extLst>
          </p:cNvPr>
          <p:cNvSpPr txBox="1"/>
          <p:nvPr/>
        </p:nvSpPr>
        <p:spPr>
          <a:xfrm>
            <a:off x="3558858" y="3304137"/>
            <a:ext cx="632094" cy="3461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latin typeface="Verdana"/>
              </a:rPr>
              <a:t>Language Translation</a:t>
            </a:r>
          </a:p>
        </p:txBody>
      </p:sp>
      <p:cxnSp>
        <p:nvCxnSpPr>
          <p:cNvPr id="93" name="Straight Connector 92">
            <a:extLst>
              <a:ext uri="{FF2B5EF4-FFF2-40B4-BE49-F238E27FC236}">
                <a16:creationId xmlns:a16="http://schemas.microsoft.com/office/drawing/2014/main" id="{044E5005-0FCE-AE65-931F-D33B41F16304}"/>
              </a:ext>
            </a:extLst>
          </p:cNvPr>
          <p:cNvCxnSpPr>
            <a:cxnSpLocks/>
          </p:cNvCxnSpPr>
          <p:nvPr/>
        </p:nvCxnSpPr>
        <p:spPr>
          <a:xfrm>
            <a:off x="3872464" y="3073545"/>
            <a:ext cx="0" cy="230592"/>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F77EE914-04F0-3512-7947-036B87D41D99}"/>
              </a:ext>
            </a:extLst>
          </p:cNvPr>
          <p:cNvCxnSpPr>
            <a:cxnSpLocks/>
            <a:endCxn id="45" idx="2"/>
          </p:cNvCxnSpPr>
          <p:nvPr/>
        </p:nvCxnSpPr>
        <p:spPr>
          <a:xfrm flipV="1">
            <a:off x="6654620" y="2884591"/>
            <a:ext cx="658440" cy="1697"/>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95" name="Group 94">
            <a:extLst>
              <a:ext uri="{FF2B5EF4-FFF2-40B4-BE49-F238E27FC236}">
                <a16:creationId xmlns:a16="http://schemas.microsoft.com/office/drawing/2014/main" id="{87992CAB-2BA4-465C-71CB-8DF24EE397A1}"/>
              </a:ext>
            </a:extLst>
          </p:cNvPr>
          <p:cNvGrpSpPr/>
          <p:nvPr/>
        </p:nvGrpSpPr>
        <p:grpSpPr>
          <a:xfrm>
            <a:off x="5379290" y="2187851"/>
            <a:ext cx="316762" cy="316762"/>
            <a:chOff x="3904884" y="4179013"/>
            <a:chExt cx="720000" cy="720000"/>
          </a:xfrm>
        </p:grpSpPr>
        <p:sp>
          <p:nvSpPr>
            <p:cNvPr id="96" name="Oval 95">
              <a:extLst>
                <a:ext uri="{FF2B5EF4-FFF2-40B4-BE49-F238E27FC236}">
                  <a16:creationId xmlns:a16="http://schemas.microsoft.com/office/drawing/2014/main" id="{47AF41EA-6510-AD18-01E0-CEC61DE27CEA}"/>
                </a:ext>
              </a:extLst>
            </p:cNvPr>
            <p:cNvSpPr/>
            <p:nvPr/>
          </p:nvSpPr>
          <p:spPr>
            <a:xfrm>
              <a:off x="3904884" y="4179013"/>
              <a:ext cx="720000" cy="720000"/>
            </a:xfrm>
            <a:prstGeom prst="ellipse">
              <a:avLst/>
            </a:prstGeom>
            <a:solidFill>
              <a:schemeClr val="bg1">
                <a:lumMod val="95000"/>
              </a:schemeClr>
            </a:solidFill>
            <a:ln w="19050">
              <a:solidFill>
                <a:srgbClr val="FFB24A"/>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97" name="Picture 96">
              <a:extLst>
                <a:ext uri="{FF2B5EF4-FFF2-40B4-BE49-F238E27FC236}">
                  <a16:creationId xmlns:a16="http://schemas.microsoft.com/office/drawing/2014/main" id="{005754FD-BC90-BD5F-DCC3-DC6B954F089F}"/>
                </a:ext>
              </a:extLst>
            </p:cNvPr>
            <p:cNvPicPr>
              <a:picLocks noChangeAspect="1"/>
            </p:cNvPicPr>
            <p:nvPr/>
          </p:nvPicPr>
          <p:blipFill>
            <a:blip r:embed="rId3"/>
            <a:stretch>
              <a:fillRect/>
            </a:stretch>
          </p:blipFill>
          <p:spPr>
            <a:xfrm>
              <a:off x="3936476" y="4189228"/>
              <a:ext cx="634622" cy="634622"/>
            </a:xfrm>
            <a:prstGeom prst="rect">
              <a:avLst/>
            </a:prstGeom>
          </p:spPr>
        </p:pic>
      </p:grpSp>
      <p:sp>
        <p:nvSpPr>
          <p:cNvPr id="98" name="ZoneTexte 40">
            <a:extLst>
              <a:ext uri="{FF2B5EF4-FFF2-40B4-BE49-F238E27FC236}">
                <a16:creationId xmlns:a16="http://schemas.microsoft.com/office/drawing/2014/main" id="{3D5DD285-8634-7F7B-004E-1364ABA3E71B}"/>
              </a:ext>
            </a:extLst>
          </p:cNvPr>
          <p:cNvSpPr txBox="1"/>
          <p:nvPr/>
        </p:nvSpPr>
        <p:spPr>
          <a:xfrm>
            <a:off x="5645382" y="2072565"/>
            <a:ext cx="837232" cy="3461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Gather approval if needed</a:t>
            </a:r>
          </a:p>
        </p:txBody>
      </p:sp>
      <p:cxnSp>
        <p:nvCxnSpPr>
          <p:cNvPr id="99" name="Straight Connector 98">
            <a:extLst>
              <a:ext uri="{FF2B5EF4-FFF2-40B4-BE49-F238E27FC236}">
                <a16:creationId xmlns:a16="http://schemas.microsoft.com/office/drawing/2014/main" id="{E1FBD5E6-9699-170C-05F5-60323F11BBD6}"/>
              </a:ext>
            </a:extLst>
          </p:cNvPr>
          <p:cNvCxnSpPr>
            <a:cxnSpLocks/>
          </p:cNvCxnSpPr>
          <p:nvPr/>
        </p:nvCxnSpPr>
        <p:spPr>
          <a:xfrm flipH="1" flipV="1">
            <a:off x="5537671" y="2504613"/>
            <a:ext cx="2857" cy="231814"/>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225C35B1-1CF2-FBD7-CC49-014C5577526F}"/>
              </a:ext>
            </a:extLst>
          </p:cNvPr>
          <p:cNvCxnSpPr>
            <a:cxnSpLocks/>
          </p:cNvCxnSpPr>
          <p:nvPr/>
        </p:nvCxnSpPr>
        <p:spPr>
          <a:xfrm flipH="1">
            <a:off x="4927168" y="2346232"/>
            <a:ext cx="452122" cy="0"/>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pic>
        <p:nvPicPr>
          <p:cNvPr id="101" name="Picture 100" descr="A person with short dark hair&#10;&#10;AI-generated content may be incorrect.">
            <a:extLst>
              <a:ext uri="{FF2B5EF4-FFF2-40B4-BE49-F238E27FC236}">
                <a16:creationId xmlns:a16="http://schemas.microsoft.com/office/drawing/2014/main" id="{0021D1A7-7E49-F90D-DB17-2DBDC5DF554F}"/>
              </a:ext>
            </a:extLst>
          </p:cNvPr>
          <p:cNvPicPr>
            <a:picLocks noChangeAspect="1"/>
          </p:cNvPicPr>
          <p:nvPr/>
        </p:nvPicPr>
        <p:blipFill>
          <a:blip r:embed="rId4"/>
          <a:stretch/>
        </p:blipFill>
        <p:spPr>
          <a:xfrm>
            <a:off x="3165496" y="1752600"/>
            <a:ext cx="621792" cy="621792"/>
          </a:xfrm>
          <a:prstGeom prst="roundRect">
            <a:avLst/>
          </a:prstGeom>
        </p:spPr>
      </p:pic>
      <p:sp>
        <p:nvSpPr>
          <p:cNvPr id="102" name="TextBox 101">
            <a:extLst>
              <a:ext uri="{FF2B5EF4-FFF2-40B4-BE49-F238E27FC236}">
                <a16:creationId xmlns:a16="http://schemas.microsoft.com/office/drawing/2014/main" id="{04C833AA-286C-8F8D-530E-86D5E9F45B3A}"/>
              </a:ext>
            </a:extLst>
          </p:cNvPr>
          <p:cNvSpPr txBox="1"/>
          <p:nvPr/>
        </p:nvSpPr>
        <p:spPr>
          <a:xfrm>
            <a:off x="2929202" y="5005736"/>
            <a:ext cx="604981" cy="230832"/>
          </a:xfrm>
          <a:prstGeom prst="rect">
            <a:avLst/>
          </a:prstGeom>
          <a:noFill/>
        </p:spPr>
        <p:txBody>
          <a:bodyPr wrap="square">
            <a:spAutoFit/>
          </a:bodyPr>
          <a:lstStyle/>
          <a:p>
            <a:r>
              <a:rPr lang="en-GB" sz="900" b="1" noProof="0">
                <a:solidFill>
                  <a:prstClr val="black"/>
                </a:solidFill>
                <a:ea typeface="Times New Roman" panose="02020603050405020304" pitchFamily="18" charset="0"/>
                <a:cs typeface="Aptos" panose="020B0004020202020204" pitchFamily="34" charset="0"/>
              </a:rPr>
              <a:t>Agent2</a:t>
            </a:r>
            <a:endParaRPr lang="en-GB" sz="900" i="1" noProof="0"/>
          </a:p>
        </p:txBody>
      </p:sp>
      <p:pic>
        <p:nvPicPr>
          <p:cNvPr id="103" name="Picture 102">
            <a:extLst>
              <a:ext uri="{FF2B5EF4-FFF2-40B4-BE49-F238E27FC236}">
                <a16:creationId xmlns:a16="http://schemas.microsoft.com/office/drawing/2014/main" id="{0210CDC0-FCAD-FFE1-360A-6E107D5B729B}"/>
              </a:ext>
            </a:extLst>
          </p:cNvPr>
          <p:cNvPicPr>
            <a:picLocks noChangeAspect="1"/>
          </p:cNvPicPr>
          <p:nvPr/>
        </p:nvPicPr>
        <p:blipFill>
          <a:blip r:embed="rId5"/>
          <a:stretch/>
        </p:blipFill>
        <p:spPr>
          <a:xfrm>
            <a:off x="3165496" y="4397628"/>
            <a:ext cx="621792" cy="621792"/>
          </a:xfrm>
          <a:prstGeom prst="roundRect">
            <a:avLst/>
          </a:prstGeom>
        </p:spPr>
      </p:pic>
      <p:sp>
        <p:nvSpPr>
          <p:cNvPr id="104" name="TextBox 103">
            <a:extLst>
              <a:ext uri="{FF2B5EF4-FFF2-40B4-BE49-F238E27FC236}">
                <a16:creationId xmlns:a16="http://schemas.microsoft.com/office/drawing/2014/main" id="{ABD92D18-EE38-C703-7778-99C9A5EBACF4}"/>
              </a:ext>
            </a:extLst>
          </p:cNvPr>
          <p:cNvSpPr txBox="1"/>
          <p:nvPr/>
        </p:nvSpPr>
        <p:spPr>
          <a:xfrm>
            <a:off x="2942637" y="2355964"/>
            <a:ext cx="604981" cy="230832"/>
          </a:xfrm>
          <a:prstGeom prst="rect">
            <a:avLst/>
          </a:prstGeom>
          <a:noFill/>
        </p:spPr>
        <p:txBody>
          <a:bodyPr wrap="square">
            <a:spAutoFit/>
          </a:bodyPr>
          <a:lstStyle/>
          <a:p>
            <a:r>
              <a:rPr lang="en-GB" sz="900" b="1" noProof="0">
                <a:solidFill>
                  <a:prstClr val="black"/>
                </a:solidFill>
                <a:ea typeface="Times New Roman" panose="02020603050405020304" pitchFamily="18" charset="0"/>
                <a:cs typeface="Aptos" panose="020B0004020202020204" pitchFamily="34" charset="0"/>
              </a:rPr>
              <a:t>Agent1</a:t>
            </a:r>
            <a:endParaRPr lang="en-GB" sz="900" i="1" noProof="0"/>
          </a:p>
        </p:txBody>
      </p:sp>
      <p:sp>
        <p:nvSpPr>
          <p:cNvPr id="105" name="Rectangle 104">
            <a:extLst>
              <a:ext uri="{FF2B5EF4-FFF2-40B4-BE49-F238E27FC236}">
                <a16:creationId xmlns:a16="http://schemas.microsoft.com/office/drawing/2014/main" id="{A1FA938B-5BAE-7333-8B7B-3798006B886E}"/>
              </a:ext>
            </a:extLst>
          </p:cNvPr>
          <p:cNvSpPr/>
          <p:nvPr/>
        </p:nvSpPr>
        <p:spPr>
          <a:xfrm>
            <a:off x="10077023" y="1866141"/>
            <a:ext cx="2182451" cy="399941"/>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GB" sz="1050" noProof="0">
                <a:solidFill>
                  <a:schemeClr val="tx1"/>
                </a:solidFill>
              </a:rPr>
              <a:t>Interaction (customer, third- party or internal teams)</a:t>
            </a:r>
          </a:p>
        </p:txBody>
      </p:sp>
      <p:grpSp>
        <p:nvGrpSpPr>
          <p:cNvPr id="106" name="Group 105">
            <a:extLst>
              <a:ext uri="{FF2B5EF4-FFF2-40B4-BE49-F238E27FC236}">
                <a16:creationId xmlns:a16="http://schemas.microsoft.com/office/drawing/2014/main" id="{CBF2E396-343E-1ED9-B2A3-DE874CA8BDAF}"/>
              </a:ext>
            </a:extLst>
          </p:cNvPr>
          <p:cNvGrpSpPr/>
          <p:nvPr/>
        </p:nvGrpSpPr>
        <p:grpSpPr>
          <a:xfrm>
            <a:off x="9672078" y="1907730"/>
            <a:ext cx="316762" cy="316762"/>
            <a:chOff x="3904884" y="4179013"/>
            <a:chExt cx="720000" cy="720000"/>
          </a:xfrm>
        </p:grpSpPr>
        <p:sp>
          <p:nvSpPr>
            <p:cNvPr id="107" name="Oval 106">
              <a:extLst>
                <a:ext uri="{FF2B5EF4-FFF2-40B4-BE49-F238E27FC236}">
                  <a16:creationId xmlns:a16="http://schemas.microsoft.com/office/drawing/2014/main" id="{1BEA5A9F-0CE6-D268-1530-B2D99C9AA518}"/>
                </a:ext>
              </a:extLst>
            </p:cNvPr>
            <p:cNvSpPr/>
            <p:nvPr/>
          </p:nvSpPr>
          <p:spPr>
            <a:xfrm>
              <a:off x="3904884" y="4179013"/>
              <a:ext cx="720000" cy="720000"/>
            </a:xfrm>
            <a:prstGeom prst="ellipse">
              <a:avLst/>
            </a:prstGeom>
            <a:solidFill>
              <a:schemeClr val="bg1">
                <a:lumMod val="95000"/>
              </a:schemeClr>
            </a:solidFill>
            <a:ln w="19050" cap="flat" cmpd="sng" algn="ctr">
              <a:solidFill>
                <a:srgbClr val="FF8E12"/>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endParaRPr>
            </a:p>
          </p:txBody>
        </p:sp>
        <p:pic>
          <p:nvPicPr>
            <p:cNvPr id="108" name="Picture 107">
              <a:extLst>
                <a:ext uri="{FF2B5EF4-FFF2-40B4-BE49-F238E27FC236}">
                  <a16:creationId xmlns:a16="http://schemas.microsoft.com/office/drawing/2014/main" id="{697E63A2-E1C1-F6F0-10ED-EB977399E93A}"/>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109" name="Rectangle 108">
            <a:extLst>
              <a:ext uri="{FF2B5EF4-FFF2-40B4-BE49-F238E27FC236}">
                <a16:creationId xmlns:a16="http://schemas.microsoft.com/office/drawing/2014/main" id="{548BFFA8-BE1A-9BB2-93BA-866F1A173C17}"/>
              </a:ext>
            </a:extLst>
          </p:cNvPr>
          <p:cNvSpPr/>
          <p:nvPr/>
        </p:nvSpPr>
        <p:spPr>
          <a:xfrm>
            <a:off x="10077023" y="2309934"/>
            <a:ext cx="2182451" cy="399941"/>
          </a:xfrm>
          <a:prstGeom prst="rect">
            <a:avLst/>
          </a:prstGeom>
          <a:noFill/>
          <a:ln w="9525" cap="flat" cmpd="sng" algn="ctr">
            <a:noFill/>
            <a:prstDash val="solid"/>
            <a:miter lim="800000"/>
          </a:ln>
          <a:effectLst/>
          <a:extLst>
            <a:ext uri="{909E8E84-426E-40DD-AFC4-6F175D3DCCD1}">
              <a14:hiddenFill xmlns:a14="http://schemas.microsoft.com/office/drawing/2010/main">
                <a:solidFill>
                  <a:schemeClr val="bg1">
                    <a:lumMod val="95000"/>
                  </a:schemeClr>
                </a:solidFill>
              </a14:hiddenFill>
            </a:ex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1050" b="0" i="0" u="none" strike="noStrike" kern="0" cap="none" spc="0" normalizeH="0" baseline="0" noProof="0">
                <a:ln>
                  <a:noFill/>
                </a:ln>
                <a:solidFill>
                  <a:prstClr val="black"/>
                </a:solidFill>
                <a:effectLst/>
                <a:uLnTx/>
                <a:uFillTx/>
                <a:ea typeface="+mn-ea"/>
                <a:cs typeface="+mn-cs"/>
              </a:rPr>
              <a:t>Agent interacting only with systems not with humans</a:t>
            </a:r>
          </a:p>
        </p:txBody>
      </p:sp>
      <p:grpSp>
        <p:nvGrpSpPr>
          <p:cNvPr id="110" name="Group 109">
            <a:extLst>
              <a:ext uri="{FF2B5EF4-FFF2-40B4-BE49-F238E27FC236}">
                <a16:creationId xmlns:a16="http://schemas.microsoft.com/office/drawing/2014/main" id="{45462EB2-F75A-CF0C-9681-571A3825BD3A}"/>
              </a:ext>
            </a:extLst>
          </p:cNvPr>
          <p:cNvGrpSpPr/>
          <p:nvPr/>
        </p:nvGrpSpPr>
        <p:grpSpPr>
          <a:xfrm>
            <a:off x="9672078" y="2351523"/>
            <a:ext cx="316762" cy="316762"/>
            <a:chOff x="3904884" y="4179013"/>
            <a:chExt cx="720000" cy="720000"/>
          </a:xfrm>
        </p:grpSpPr>
        <p:sp>
          <p:nvSpPr>
            <p:cNvPr id="111" name="Oval 110">
              <a:extLst>
                <a:ext uri="{FF2B5EF4-FFF2-40B4-BE49-F238E27FC236}">
                  <a16:creationId xmlns:a16="http://schemas.microsoft.com/office/drawing/2014/main" id="{C98025B4-6950-AEA0-BEEA-2782FC2A016F}"/>
                </a:ext>
              </a:extLst>
            </p:cNvPr>
            <p:cNvSpPr/>
            <p:nvPr/>
          </p:nvSpPr>
          <p:spPr>
            <a:xfrm>
              <a:off x="3904884" y="4179013"/>
              <a:ext cx="720000" cy="720000"/>
            </a:xfrm>
            <a:prstGeom prst="ellipse">
              <a:avLst/>
            </a:prstGeom>
            <a:solidFill>
              <a:srgbClr val="FFFFFF">
                <a:lumMod val="95000"/>
              </a:srgbClr>
            </a:solidFill>
            <a:ln w="9525" cap="flat" cmpd="sng" algn="ctr">
              <a:solidFill>
                <a:srgbClr val="ECECEC">
                  <a:lumMod val="90000"/>
                </a:srgbClr>
              </a:solidFill>
              <a:prstDash val="solid"/>
              <a:miter lim="800000"/>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prstClr val="black"/>
                </a:solidFill>
                <a:effectLst/>
                <a:uLnTx/>
                <a:uFillTx/>
                <a:ea typeface="+mn-ea"/>
                <a:cs typeface="+mn-cs"/>
              </a:endParaRPr>
            </a:p>
          </p:txBody>
        </p:sp>
        <p:pic>
          <p:nvPicPr>
            <p:cNvPr id="112" name="Picture 111">
              <a:extLst>
                <a:ext uri="{FF2B5EF4-FFF2-40B4-BE49-F238E27FC236}">
                  <a16:creationId xmlns:a16="http://schemas.microsoft.com/office/drawing/2014/main" id="{DC413086-7DE6-DC1E-E5A6-D93D31E49890}"/>
                </a:ext>
              </a:extLst>
            </p:cNvPr>
            <p:cNvPicPr>
              <a:picLocks noChangeAspect="1"/>
            </p:cNvPicPr>
            <p:nvPr/>
          </p:nvPicPr>
          <p:blipFill>
            <a:blip r:embed="rId3"/>
            <a:stretch>
              <a:fillRect/>
            </a:stretch>
          </p:blipFill>
          <p:spPr>
            <a:xfrm>
              <a:off x="3954068" y="4189228"/>
              <a:ext cx="634621" cy="634621"/>
            </a:xfrm>
            <a:prstGeom prst="rect">
              <a:avLst/>
            </a:prstGeom>
          </p:spPr>
        </p:pic>
      </p:grpSp>
    </p:spTree>
    <p:extLst>
      <p:ext uri="{BB962C8B-B14F-4D97-AF65-F5344CB8AC3E}">
        <p14:creationId xmlns:p14="http://schemas.microsoft.com/office/powerpoint/2010/main" val="29461894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A7D2478-0CE1-75B7-CBC4-12408C2B4FB8}"/>
              </a:ext>
            </a:extLst>
          </p:cNvPr>
          <p:cNvSpPr>
            <a:spLocks noGrp="1"/>
          </p:cNvSpPr>
          <p:nvPr>
            <p:ph type="sldNum" sz="quarter" idx="12"/>
          </p:nvPr>
        </p:nvSpPr>
        <p:spPr>
          <a:xfrm>
            <a:off x="11720758" y="6427316"/>
            <a:ext cx="232665" cy="123111"/>
          </a:xfrm>
        </p:spPr>
        <p:txBody>
          <a:bodyPr/>
          <a:lstStyle/>
          <a:p>
            <a:pPr algn="r"/>
            <a:fld id="{5D9A5160-6218-4E5A-B9E6-B93E3DAE377C}" type="slidenum">
              <a:rPr lang="en-US" smtClean="0"/>
              <a:pPr algn="r"/>
              <a:t>7</a:t>
            </a:fld>
            <a:endParaRPr lang="en-US"/>
          </a:p>
        </p:txBody>
      </p:sp>
      <p:sp>
        <p:nvSpPr>
          <p:cNvPr id="5" name="Title 4">
            <a:extLst>
              <a:ext uri="{FF2B5EF4-FFF2-40B4-BE49-F238E27FC236}">
                <a16:creationId xmlns:a16="http://schemas.microsoft.com/office/drawing/2014/main" id="{DFA8D951-D978-7E73-98AC-60005C9C2E14}"/>
              </a:ext>
            </a:extLst>
          </p:cNvPr>
          <p:cNvSpPr>
            <a:spLocks noGrp="1"/>
          </p:cNvSpPr>
          <p:nvPr>
            <p:ph type="title"/>
          </p:nvPr>
        </p:nvSpPr>
        <p:spPr/>
        <p:txBody>
          <a:bodyPr/>
          <a:lstStyle/>
          <a:p>
            <a:r>
              <a:rPr lang="en-US"/>
              <a:t>Technical Solution</a:t>
            </a:r>
          </a:p>
        </p:txBody>
      </p:sp>
      <p:sp>
        <p:nvSpPr>
          <p:cNvPr id="6" name="TextBox 5">
            <a:extLst>
              <a:ext uri="{FF2B5EF4-FFF2-40B4-BE49-F238E27FC236}">
                <a16:creationId xmlns:a16="http://schemas.microsoft.com/office/drawing/2014/main" id="{E6BB4061-8A1B-5EB2-94A6-FEEF050F190D}"/>
              </a:ext>
            </a:extLst>
          </p:cNvPr>
          <p:cNvSpPr txBox="1"/>
          <p:nvPr/>
        </p:nvSpPr>
        <p:spPr>
          <a:xfrm>
            <a:off x="451721" y="1315319"/>
            <a:ext cx="11145028" cy="309958"/>
          </a:xfrm>
          <a:prstGeom prst="rect">
            <a:avLst/>
          </a:prstGeom>
          <a:noFill/>
        </p:spPr>
        <p:txBody>
          <a:bodyPr vert="horz" wrap="square" lIns="90000" tIns="46800" rIns="90000" bIns="46800" rtlCol="0" anchor="ctr">
            <a:spAutoFit/>
          </a:bodyPr>
          <a:lstStyle/>
          <a:p>
            <a:pPr algn="l">
              <a:spcBef>
                <a:spcPct val="0"/>
              </a:spcBef>
            </a:pPr>
            <a:r>
              <a:rPr lang="en-US" sz="1400">
                <a:solidFill>
                  <a:schemeClr val="tx2"/>
                </a:solidFill>
                <a:highlight>
                  <a:srgbClr val="FFFF00"/>
                </a:highlight>
              </a:rPr>
              <a:t>Provide a Diagram with the Technical components of the solution and the key Microsoft components that will be used</a:t>
            </a:r>
          </a:p>
        </p:txBody>
      </p:sp>
      <p:sp>
        <p:nvSpPr>
          <p:cNvPr id="16" name="Rounded Rectangle 16">
            <a:extLst>
              <a:ext uri="{FF2B5EF4-FFF2-40B4-BE49-F238E27FC236}">
                <a16:creationId xmlns:a16="http://schemas.microsoft.com/office/drawing/2014/main" id="{ADE6283E-BF7C-6D70-85CE-C945269B8AA0}"/>
              </a:ext>
            </a:extLst>
          </p:cNvPr>
          <p:cNvSpPr/>
          <p:nvPr/>
        </p:nvSpPr>
        <p:spPr>
          <a:xfrm>
            <a:off x="10210800" y="1841770"/>
            <a:ext cx="1676400" cy="2120630"/>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17" name="Rectangle 16">
            <a:extLst>
              <a:ext uri="{FF2B5EF4-FFF2-40B4-BE49-F238E27FC236}">
                <a16:creationId xmlns:a16="http://schemas.microsoft.com/office/drawing/2014/main" id="{571FD420-8E7B-0CB8-E454-5D9587C40C40}"/>
              </a:ext>
            </a:extLst>
          </p:cNvPr>
          <p:cNvSpPr/>
          <p:nvPr/>
        </p:nvSpPr>
        <p:spPr>
          <a:xfrm>
            <a:off x="9324384" y="2086059"/>
            <a:ext cx="2562816" cy="242217"/>
          </a:xfrm>
          <a:prstGeom prst="rect">
            <a:avLst/>
          </a:prstGeom>
          <a:gradFill flip="none" rotWithShape="1">
            <a:gsLst>
              <a:gs pos="0">
                <a:schemeClr val="bg1">
                  <a:lumMod val="95000"/>
                </a:schemeClr>
              </a:gs>
              <a:gs pos="74000">
                <a:schemeClr val="accent4"/>
              </a:gs>
              <a:gs pos="83000">
                <a:schemeClr val="accent4">
                  <a:lumMod val="75000"/>
                </a:schemeClr>
              </a:gs>
              <a:gs pos="100000">
                <a:schemeClr val="accent4">
                  <a:lumMod val="75000"/>
                </a:schemeClr>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8" name="TextBox 17">
            <a:extLst>
              <a:ext uri="{FF2B5EF4-FFF2-40B4-BE49-F238E27FC236}">
                <a16:creationId xmlns:a16="http://schemas.microsoft.com/office/drawing/2014/main" id="{09D395F4-7C2A-1E15-3009-B1E322836C26}"/>
              </a:ext>
            </a:extLst>
          </p:cNvPr>
          <p:cNvSpPr txBox="1"/>
          <p:nvPr/>
        </p:nvSpPr>
        <p:spPr>
          <a:xfrm>
            <a:off x="9349124" y="2049853"/>
            <a:ext cx="1007305"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technologies</a:t>
            </a:r>
          </a:p>
        </p:txBody>
      </p:sp>
      <p:sp>
        <p:nvSpPr>
          <p:cNvPr id="21" name="TextBox 20">
            <a:extLst>
              <a:ext uri="{FF2B5EF4-FFF2-40B4-BE49-F238E27FC236}">
                <a16:creationId xmlns:a16="http://schemas.microsoft.com/office/drawing/2014/main" id="{5A916AD3-09F3-7D33-29F2-28FB8C3EFBF5}"/>
              </a:ext>
            </a:extLst>
          </p:cNvPr>
          <p:cNvSpPr txBox="1"/>
          <p:nvPr/>
        </p:nvSpPr>
        <p:spPr>
          <a:xfrm>
            <a:off x="9448800" y="2476448"/>
            <a:ext cx="2209800" cy="1358352"/>
          </a:xfrm>
          <a:prstGeom prst="rect">
            <a:avLst/>
          </a:prstGeom>
          <a:noFill/>
        </p:spPr>
        <p:txBody>
          <a:bodyPr vert="horz" wrap="square" lIns="90000" tIns="46800" rIns="90000" bIns="46800" rtlCol="0" anchor="t">
            <a:noAutofit/>
          </a:bodyPr>
          <a:lstStyle/>
          <a:p>
            <a:pPr marL="285750" indent="-285750" algn="l">
              <a:spcBef>
                <a:spcPct val="0"/>
              </a:spcBef>
              <a:buFont typeface="Arial" panose="020B0604020202020204" pitchFamily="34" charset="0"/>
              <a:buChar char="•"/>
            </a:pPr>
            <a:r>
              <a:rPr lang="en-US" sz="1400">
                <a:highlight>
                  <a:srgbClr val="FFFF00"/>
                </a:highlight>
              </a:rPr>
              <a:t>GitHub Copilot</a:t>
            </a:r>
          </a:p>
          <a:p>
            <a:pPr marL="285750" indent="-285750" algn="l">
              <a:spcBef>
                <a:spcPct val="0"/>
              </a:spcBef>
              <a:buFont typeface="Arial" panose="020B0604020202020204" pitchFamily="34" charset="0"/>
              <a:buChar char="•"/>
            </a:pPr>
            <a:r>
              <a:rPr lang="en-US" sz="1400">
                <a:highlight>
                  <a:srgbClr val="FFFF00"/>
                </a:highlight>
              </a:rPr>
              <a:t>Microsoft Foundry</a:t>
            </a:r>
          </a:p>
          <a:p>
            <a:pPr marL="285750" indent="-285750" algn="l">
              <a:spcBef>
                <a:spcPct val="0"/>
              </a:spcBef>
              <a:buFont typeface="Arial" panose="020B0604020202020204" pitchFamily="34" charset="0"/>
              <a:buChar char="•"/>
            </a:pPr>
            <a:r>
              <a:rPr lang="en-US" sz="1400">
                <a:highlight>
                  <a:srgbClr val="FFFF00"/>
                </a:highlight>
              </a:rPr>
              <a:t>Microsoft Fabric</a:t>
            </a:r>
          </a:p>
          <a:p>
            <a:pPr marL="285750" indent="-285750" algn="l">
              <a:spcBef>
                <a:spcPct val="0"/>
              </a:spcBef>
              <a:buFont typeface="Arial" panose="020B0604020202020204" pitchFamily="34" charset="0"/>
              <a:buChar char="•"/>
            </a:pPr>
            <a:r>
              <a:rPr lang="en-US" sz="1400">
                <a:highlight>
                  <a:srgbClr val="FFFF00"/>
                </a:highlight>
              </a:rPr>
              <a:t>M365 Copilot</a:t>
            </a:r>
          </a:p>
          <a:p>
            <a:pPr marL="285750" indent="-285750" algn="l">
              <a:spcBef>
                <a:spcPct val="0"/>
              </a:spcBef>
              <a:buFont typeface="Arial" panose="020B0604020202020204" pitchFamily="34" charset="0"/>
              <a:buChar char="•"/>
            </a:pPr>
            <a:r>
              <a:rPr lang="en-US" sz="1400">
                <a:highlight>
                  <a:srgbClr val="FFFF00"/>
                </a:highlight>
              </a:rPr>
              <a:t>Copilot Studio</a:t>
            </a:r>
          </a:p>
          <a:p>
            <a:pPr marL="285750" indent="-285750" algn="l">
              <a:spcBef>
                <a:spcPct val="0"/>
              </a:spcBef>
              <a:buFont typeface="Arial" panose="020B0604020202020204" pitchFamily="34" charset="0"/>
              <a:buChar char="•"/>
            </a:pPr>
            <a:r>
              <a:rPr lang="en-US" sz="1400">
                <a:highlight>
                  <a:srgbClr val="FFFF00"/>
                </a:highlight>
              </a:rPr>
              <a:t>D365 Copilot</a:t>
            </a:r>
          </a:p>
        </p:txBody>
      </p:sp>
      <p:pic>
        <p:nvPicPr>
          <p:cNvPr id="2" name="Picture 1" descr="A diagram of a service management process&#10;&#10;AI-generated content may be incorrect.">
            <a:extLst>
              <a:ext uri="{FF2B5EF4-FFF2-40B4-BE49-F238E27FC236}">
                <a16:creationId xmlns:a16="http://schemas.microsoft.com/office/drawing/2014/main" id="{58A5796B-1A3D-1D3E-C5D5-176BB95728C2}"/>
              </a:ext>
            </a:extLst>
          </p:cNvPr>
          <p:cNvPicPr>
            <a:picLocks noChangeAspect="1"/>
          </p:cNvPicPr>
          <p:nvPr/>
        </p:nvPicPr>
        <p:blipFill>
          <a:blip r:embed="rId2"/>
          <a:srcRect l="-77" t="-1256" r="-77" b="-126"/>
          <a:stretch>
            <a:fillRect/>
          </a:stretch>
        </p:blipFill>
        <p:spPr>
          <a:xfrm>
            <a:off x="450953" y="1556735"/>
            <a:ext cx="8391920" cy="5212459"/>
          </a:xfrm>
          <a:prstGeom prst="rect">
            <a:avLst/>
          </a:prstGeom>
        </p:spPr>
      </p:pic>
    </p:spTree>
    <p:extLst>
      <p:ext uri="{BB962C8B-B14F-4D97-AF65-F5344CB8AC3E}">
        <p14:creationId xmlns:p14="http://schemas.microsoft.com/office/powerpoint/2010/main" val="36576488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1417C8-9DC8-DC53-E1AB-36B713DAD0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18180A-08A9-77BB-892B-EAD50ADCB617}"/>
              </a:ext>
            </a:extLst>
          </p:cNvPr>
          <p:cNvSpPr>
            <a:spLocks noGrp="1"/>
          </p:cNvSpPr>
          <p:nvPr>
            <p:ph type="title"/>
          </p:nvPr>
        </p:nvSpPr>
        <p:spPr>
          <a:xfrm>
            <a:off x="4057499" y="138501"/>
            <a:ext cx="7792161" cy="1090577"/>
          </a:xfrm>
        </p:spPr>
        <p:txBody>
          <a:bodyPr/>
          <a:lstStyle/>
          <a:p>
            <a:pPr fontAlgn="base"/>
            <a:br>
              <a:rPr lang="en-IN"/>
            </a:br>
            <a:br>
              <a:rPr lang="en-IN"/>
            </a:br>
            <a:r>
              <a:rPr lang="en-IN"/>
              <a:t>  Business Case Proposal – Medical AI      Assistant</a:t>
            </a:r>
            <a:endParaRPr lang="en-US"/>
          </a:p>
        </p:txBody>
      </p:sp>
      <p:sp>
        <p:nvSpPr>
          <p:cNvPr id="3" name="Rounded Rectangle 2">
            <a:extLst>
              <a:ext uri="{FF2B5EF4-FFF2-40B4-BE49-F238E27FC236}">
                <a16:creationId xmlns:a16="http://schemas.microsoft.com/office/drawing/2014/main" id="{AD302E24-8DBE-2AC7-27B4-80AF96401941}"/>
              </a:ext>
            </a:extLst>
          </p:cNvPr>
          <p:cNvSpPr/>
          <p:nvPr/>
        </p:nvSpPr>
        <p:spPr>
          <a:xfrm>
            <a:off x="3544770" y="1409701"/>
            <a:ext cx="8182720" cy="5181600"/>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4" name="Rectangle 3">
            <a:extLst>
              <a:ext uri="{FF2B5EF4-FFF2-40B4-BE49-F238E27FC236}">
                <a16:creationId xmlns:a16="http://schemas.microsoft.com/office/drawing/2014/main" id="{B0C83741-63CA-03D3-DB1F-178724DB93C2}"/>
              </a:ext>
            </a:extLst>
          </p:cNvPr>
          <p:cNvSpPr/>
          <p:nvPr/>
        </p:nvSpPr>
        <p:spPr>
          <a:xfrm>
            <a:off x="3700875" y="1539691"/>
            <a:ext cx="5852160" cy="219990"/>
          </a:xfrm>
          <a:prstGeom prst="rect">
            <a:avLst/>
          </a:prstGeom>
          <a:gradFill flip="none" rotWithShape="1">
            <a:gsLst>
              <a:gs pos="0">
                <a:schemeClr val="bg1">
                  <a:lumMod val="95000"/>
                </a:schemeClr>
              </a:gs>
              <a:gs pos="74000">
                <a:schemeClr val="accent1">
                  <a:lumMod val="45000"/>
                  <a:lumOff val="55000"/>
                </a:schemeClr>
              </a:gs>
              <a:gs pos="83000">
                <a:schemeClr val="accent1">
                  <a:lumMod val="60000"/>
                  <a:lumOff val="40000"/>
                </a:schemeClr>
              </a:gs>
              <a:gs pos="100000">
                <a:schemeClr val="tx2"/>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5" name="TextBox 4">
            <a:extLst>
              <a:ext uri="{FF2B5EF4-FFF2-40B4-BE49-F238E27FC236}">
                <a16:creationId xmlns:a16="http://schemas.microsoft.com/office/drawing/2014/main" id="{933DF499-9FA7-4289-B993-3A3112127636}"/>
              </a:ext>
            </a:extLst>
          </p:cNvPr>
          <p:cNvSpPr txBox="1"/>
          <p:nvPr/>
        </p:nvSpPr>
        <p:spPr>
          <a:xfrm>
            <a:off x="3725208" y="1517790"/>
            <a:ext cx="1186841"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BUSINESS CASE</a:t>
            </a:r>
          </a:p>
        </p:txBody>
      </p:sp>
      <p:sp>
        <p:nvSpPr>
          <p:cNvPr id="7" name="Rounded Rectangle 6">
            <a:extLst>
              <a:ext uri="{FF2B5EF4-FFF2-40B4-BE49-F238E27FC236}">
                <a16:creationId xmlns:a16="http://schemas.microsoft.com/office/drawing/2014/main" id="{9B4DC1EB-B79B-E7B1-B561-512C16AF6DC3}"/>
              </a:ext>
            </a:extLst>
          </p:cNvPr>
          <p:cNvSpPr/>
          <p:nvPr/>
        </p:nvSpPr>
        <p:spPr>
          <a:xfrm>
            <a:off x="3800996" y="1817123"/>
            <a:ext cx="3742803"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1" name="TextBox 10">
            <a:extLst>
              <a:ext uri="{FF2B5EF4-FFF2-40B4-BE49-F238E27FC236}">
                <a16:creationId xmlns:a16="http://schemas.microsoft.com/office/drawing/2014/main" id="{5A4FA0AF-D0FA-476C-FB79-B5531644745E}"/>
              </a:ext>
            </a:extLst>
          </p:cNvPr>
          <p:cNvSpPr txBox="1"/>
          <p:nvPr/>
        </p:nvSpPr>
        <p:spPr>
          <a:xfrm>
            <a:off x="4057499" y="1793610"/>
            <a:ext cx="1061807" cy="263791"/>
          </a:xfrm>
          <a:prstGeom prst="rect">
            <a:avLst/>
          </a:prstGeom>
          <a:noFill/>
        </p:spPr>
        <p:txBody>
          <a:bodyPr vert="horz" wrap="none" lIns="90000" tIns="46800" rIns="90000" bIns="46800" rtlCol="0" anchor="ctr">
            <a:spAutoFit/>
          </a:bodyPr>
          <a:lstStyle/>
          <a:p>
            <a:pPr algn="l">
              <a:spcBef>
                <a:spcPct val="0"/>
              </a:spcBef>
            </a:pPr>
            <a:r>
              <a:rPr lang="en-US" sz="1100"/>
              <a:t>Current Costs</a:t>
            </a:r>
          </a:p>
        </p:txBody>
      </p:sp>
      <p:sp>
        <p:nvSpPr>
          <p:cNvPr id="13" name="TextBox 12">
            <a:extLst>
              <a:ext uri="{FF2B5EF4-FFF2-40B4-BE49-F238E27FC236}">
                <a16:creationId xmlns:a16="http://schemas.microsoft.com/office/drawing/2014/main" id="{5372F71A-9E26-9BCA-1983-79414CAC2982}"/>
              </a:ext>
            </a:extLst>
          </p:cNvPr>
          <p:cNvSpPr txBox="1"/>
          <p:nvPr/>
        </p:nvSpPr>
        <p:spPr>
          <a:xfrm>
            <a:off x="3800996" y="2178483"/>
            <a:ext cx="2599793" cy="640918"/>
          </a:xfrm>
          <a:prstGeom prst="rect">
            <a:avLst/>
          </a:prstGeom>
          <a:noFill/>
        </p:spPr>
        <p:txBody>
          <a:bodyPr vert="horz" wrap="square" lIns="90000" tIns="46800" rIns="90000" bIns="46800" rtlCol="0" anchor="t">
            <a:noAutofit/>
          </a:bodyPr>
          <a:lstStyle/>
          <a:p>
            <a:pPr>
              <a:spcBef>
                <a:spcPct val="0"/>
              </a:spcBef>
            </a:pPr>
            <a:r>
              <a:rPr lang="en-US" sz="900"/>
              <a:t>Manual documentation workload: High operational cost</a:t>
            </a:r>
            <a:br>
              <a:rPr lang="en-US" sz="900"/>
            </a:br>
            <a:r>
              <a:rPr lang="en-US" sz="900"/>
              <a:t>Administrative staff dependency: ₹15–20 Lakhs/year</a:t>
            </a:r>
            <a:br>
              <a:rPr lang="en-US" sz="900"/>
            </a:br>
            <a:r>
              <a:rPr lang="en-US" sz="900"/>
              <a:t>Delayed patient handling → indirect revenue loss</a:t>
            </a:r>
            <a:endParaRPr lang="en-US" sz="900" b="1"/>
          </a:p>
        </p:txBody>
      </p:sp>
      <p:sp>
        <p:nvSpPr>
          <p:cNvPr id="14" name="Rounded Rectangle 13">
            <a:extLst>
              <a:ext uri="{FF2B5EF4-FFF2-40B4-BE49-F238E27FC236}">
                <a16:creationId xmlns:a16="http://schemas.microsoft.com/office/drawing/2014/main" id="{7F309A65-3997-B8CD-81BD-84E1763E9A83}"/>
              </a:ext>
            </a:extLst>
          </p:cNvPr>
          <p:cNvSpPr/>
          <p:nvPr/>
        </p:nvSpPr>
        <p:spPr>
          <a:xfrm>
            <a:off x="7894320" y="1816792"/>
            <a:ext cx="361188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6" name="TextBox 15">
            <a:extLst>
              <a:ext uri="{FF2B5EF4-FFF2-40B4-BE49-F238E27FC236}">
                <a16:creationId xmlns:a16="http://schemas.microsoft.com/office/drawing/2014/main" id="{9FD818BF-2FBD-1EF3-1EC9-5FCE1074DB8C}"/>
              </a:ext>
            </a:extLst>
          </p:cNvPr>
          <p:cNvSpPr txBox="1"/>
          <p:nvPr/>
        </p:nvSpPr>
        <p:spPr>
          <a:xfrm>
            <a:off x="8198046" y="1814901"/>
            <a:ext cx="1178826" cy="263791"/>
          </a:xfrm>
          <a:prstGeom prst="rect">
            <a:avLst/>
          </a:prstGeom>
          <a:noFill/>
        </p:spPr>
        <p:txBody>
          <a:bodyPr vert="horz" wrap="none" lIns="90000" tIns="46800" rIns="90000" bIns="46800" rtlCol="0" anchor="ctr">
            <a:spAutoFit/>
          </a:bodyPr>
          <a:lstStyle/>
          <a:p>
            <a:pPr algn="l">
              <a:spcBef>
                <a:spcPct val="0"/>
              </a:spcBef>
            </a:pPr>
            <a:r>
              <a:rPr lang="en-US" sz="1100"/>
              <a:t>Current Income</a:t>
            </a:r>
          </a:p>
        </p:txBody>
      </p:sp>
      <p:cxnSp>
        <p:nvCxnSpPr>
          <p:cNvPr id="17" name="Straight Connector 16">
            <a:extLst>
              <a:ext uri="{FF2B5EF4-FFF2-40B4-BE49-F238E27FC236}">
                <a16:creationId xmlns:a16="http://schemas.microsoft.com/office/drawing/2014/main" id="{55E94A6E-D470-5747-DF1A-8DDD1C661C37}"/>
              </a:ext>
            </a:extLst>
          </p:cNvPr>
          <p:cNvCxnSpPr>
            <a:cxnSpLocks/>
          </p:cNvCxnSpPr>
          <p:nvPr/>
        </p:nvCxnSpPr>
        <p:spPr>
          <a:xfrm flipH="1">
            <a:off x="7759265" y="2231236"/>
            <a:ext cx="13135" cy="3331364"/>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26" name="Rounded Rectangle 25">
            <a:extLst>
              <a:ext uri="{FF2B5EF4-FFF2-40B4-BE49-F238E27FC236}">
                <a16:creationId xmlns:a16="http://schemas.microsoft.com/office/drawing/2014/main" id="{8250910B-988C-35EF-A589-E15DA6F2B02A}"/>
              </a:ext>
            </a:extLst>
          </p:cNvPr>
          <p:cNvSpPr/>
          <p:nvPr/>
        </p:nvSpPr>
        <p:spPr>
          <a:xfrm>
            <a:off x="283666" y="1295401"/>
            <a:ext cx="3170329" cy="5410200"/>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27" name="Rectangle 26">
            <a:extLst>
              <a:ext uri="{FF2B5EF4-FFF2-40B4-BE49-F238E27FC236}">
                <a16:creationId xmlns:a16="http://schemas.microsoft.com/office/drawing/2014/main" id="{7E8259DE-A4A0-F4FE-6089-19F3C0E53B2E}"/>
              </a:ext>
            </a:extLst>
          </p:cNvPr>
          <p:cNvSpPr/>
          <p:nvPr/>
        </p:nvSpPr>
        <p:spPr>
          <a:xfrm>
            <a:off x="283666" y="1539691"/>
            <a:ext cx="2834640" cy="219990"/>
          </a:xfrm>
          <a:prstGeom prst="rect">
            <a:avLst/>
          </a:prstGeom>
          <a:gradFill flip="none" rotWithShape="1">
            <a:gsLst>
              <a:gs pos="0">
                <a:schemeClr val="bg1">
                  <a:lumMod val="95000"/>
                </a:schemeClr>
              </a:gs>
              <a:gs pos="74000">
                <a:schemeClr val="accent3">
                  <a:lumMod val="50000"/>
                  <a:lumOff val="50000"/>
                </a:schemeClr>
              </a:gs>
              <a:gs pos="83000">
                <a:schemeClr val="accent3">
                  <a:lumMod val="75000"/>
                  <a:lumOff val="25000"/>
                </a:schemeClr>
              </a:gs>
              <a:gs pos="100000">
                <a:schemeClr val="accent3">
                  <a:lumMod val="75000"/>
                  <a:lumOff val="25000"/>
                </a:schemeClr>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28" name="TextBox 27">
            <a:extLst>
              <a:ext uri="{FF2B5EF4-FFF2-40B4-BE49-F238E27FC236}">
                <a16:creationId xmlns:a16="http://schemas.microsoft.com/office/drawing/2014/main" id="{E94BEA51-E831-F2BE-7F5D-7EA3C416EDC0}"/>
              </a:ext>
            </a:extLst>
          </p:cNvPr>
          <p:cNvSpPr txBox="1"/>
          <p:nvPr/>
        </p:nvSpPr>
        <p:spPr>
          <a:xfrm>
            <a:off x="308406" y="1503484"/>
            <a:ext cx="497550"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WHY</a:t>
            </a:r>
          </a:p>
        </p:txBody>
      </p:sp>
      <p:sp>
        <p:nvSpPr>
          <p:cNvPr id="30" name="Rounded Rectangle 29">
            <a:extLst>
              <a:ext uri="{FF2B5EF4-FFF2-40B4-BE49-F238E27FC236}">
                <a16:creationId xmlns:a16="http://schemas.microsoft.com/office/drawing/2014/main" id="{520498E2-FA23-DD99-257B-39C1340BE324}"/>
              </a:ext>
            </a:extLst>
          </p:cNvPr>
          <p:cNvSpPr/>
          <p:nvPr/>
        </p:nvSpPr>
        <p:spPr>
          <a:xfrm>
            <a:off x="402419" y="1804222"/>
            <a:ext cx="283464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1" name="TextBox 30">
            <a:extLst>
              <a:ext uri="{FF2B5EF4-FFF2-40B4-BE49-F238E27FC236}">
                <a16:creationId xmlns:a16="http://schemas.microsoft.com/office/drawing/2014/main" id="{09C96EC3-7B4F-79D0-3CBE-A54FEE7B6FC5}"/>
              </a:ext>
            </a:extLst>
          </p:cNvPr>
          <p:cNvSpPr txBox="1"/>
          <p:nvPr/>
        </p:nvSpPr>
        <p:spPr>
          <a:xfrm>
            <a:off x="649299" y="1789589"/>
            <a:ext cx="1090661" cy="263791"/>
          </a:xfrm>
          <a:prstGeom prst="rect">
            <a:avLst/>
          </a:prstGeom>
          <a:noFill/>
        </p:spPr>
        <p:txBody>
          <a:bodyPr vert="horz" wrap="none" lIns="90000" tIns="46800" rIns="90000" bIns="46800" rtlCol="0" anchor="ctr">
            <a:spAutoFit/>
          </a:bodyPr>
          <a:lstStyle/>
          <a:p>
            <a:pPr algn="l">
              <a:spcBef>
                <a:spcPct val="0"/>
              </a:spcBef>
            </a:pPr>
            <a:r>
              <a:rPr lang="en-US" sz="1100"/>
              <a:t>KPIs Impacted</a:t>
            </a:r>
          </a:p>
        </p:txBody>
      </p:sp>
      <p:sp>
        <p:nvSpPr>
          <p:cNvPr id="32" name="Rounded Rectangle 31">
            <a:extLst>
              <a:ext uri="{FF2B5EF4-FFF2-40B4-BE49-F238E27FC236}">
                <a16:creationId xmlns:a16="http://schemas.microsoft.com/office/drawing/2014/main" id="{6A3A188B-6A9C-A2F5-73AC-D1DE0C7C801A}"/>
              </a:ext>
            </a:extLst>
          </p:cNvPr>
          <p:cNvSpPr/>
          <p:nvPr/>
        </p:nvSpPr>
        <p:spPr>
          <a:xfrm>
            <a:off x="402419" y="3325038"/>
            <a:ext cx="283464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3" name="TextBox 32">
            <a:extLst>
              <a:ext uri="{FF2B5EF4-FFF2-40B4-BE49-F238E27FC236}">
                <a16:creationId xmlns:a16="http://schemas.microsoft.com/office/drawing/2014/main" id="{DB4F5145-CF7F-3122-30FA-42FD48CD7FFA}"/>
              </a:ext>
            </a:extLst>
          </p:cNvPr>
          <p:cNvSpPr txBox="1"/>
          <p:nvPr/>
        </p:nvSpPr>
        <p:spPr>
          <a:xfrm>
            <a:off x="649299" y="3310405"/>
            <a:ext cx="1209283" cy="263791"/>
          </a:xfrm>
          <a:prstGeom prst="rect">
            <a:avLst/>
          </a:prstGeom>
          <a:noFill/>
        </p:spPr>
        <p:txBody>
          <a:bodyPr vert="horz" wrap="none" lIns="90000" tIns="46800" rIns="90000" bIns="46800" rtlCol="0" anchor="ctr">
            <a:spAutoFit/>
          </a:bodyPr>
          <a:lstStyle/>
          <a:p>
            <a:pPr algn="l">
              <a:spcBef>
                <a:spcPct val="0"/>
              </a:spcBef>
            </a:pPr>
            <a:r>
              <a:rPr lang="en-US" sz="1100"/>
              <a:t>Business Impact</a:t>
            </a:r>
          </a:p>
        </p:txBody>
      </p:sp>
      <p:sp>
        <p:nvSpPr>
          <p:cNvPr id="36" name="TextBox 35">
            <a:extLst>
              <a:ext uri="{FF2B5EF4-FFF2-40B4-BE49-F238E27FC236}">
                <a16:creationId xmlns:a16="http://schemas.microsoft.com/office/drawing/2014/main" id="{59981193-D36F-B6C9-3844-14C3987E75C1}"/>
              </a:ext>
            </a:extLst>
          </p:cNvPr>
          <p:cNvSpPr txBox="1"/>
          <p:nvPr/>
        </p:nvSpPr>
        <p:spPr>
          <a:xfrm>
            <a:off x="411412" y="2082646"/>
            <a:ext cx="2494369" cy="1089575"/>
          </a:xfrm>
          <a:prstGeom prst="rect">
            <a:avLst/>
          </a:prstGeom>
          <a:noFill/>
        </p:spPr>
        <p:txBody>
          <a:bodyPr vert="horz" wrap="none" lIns="90000" tIns="46800" rIns="90000" bIns="46800" rtlCol="0" anchor="t">
            <a:noAutofit/>
          </a:bodyPr>
          <a:lstStyle/>
          <a:p>
            <a:pPr>
              <a:spcBef>
                <a:spcPct val="0"/>
              </a:spcBef>
            </a:pPr>
            <a:r>
              <a:rPr lang="en-US" sz="800"/>
              <a:t>⬆️ 25–35% Reduction in clinician administrative workload</a:t>
            </a:r>
            <a:br>
              <a:rPr lang="en-US" sz="800"/>
            </a:br>
            <a:r>
              <a:rPr lang="en-US" sz="800"/>
              <a:t>⬆️ 20–30% Faster patient response time</a:t>
            </a:r>
            <a:br>
              <a:rPr lang="en-US" sz="800"/>
            </a:br>
            <a:r>
              <a:rPr lang="en-US" sz="800"/>
              <a:t>⬆️ 15–25% Improvement in patient satisfaction scores</a:t>
            </a:r>
            <a:br>
              <a:rPr lang="en-US" sz="800"/>
            </a:br>
            <a:r>
              <a:rPr lang="en-US" sz="800"/>
              <a:t>⬆️ 10–20% Increase in operational efficiency</a:t>
            </a:r>
          </a:p>
        </p:txBody>
      </p:sp>
      <p:sp>
        <p:nvSpPr>
          <p:cNvPr id="37" name="TextBox 36">
            <a:extLst>
              <a:ext uri="{FF2B5EF4-FFF2-40B4-BE49-F238E27FC236}">
                <a16:creationId xmlns:a16="http://schemas.microsoft.com/office/drawing/2014/main" id="{EC0EDD4D-8E6B-9DE9-DEC9-92C5D04342C0}"/>
              </a:ext>
            </a:extLst>
          </p:cNvPr>
          <p:cNvSpPr txBox="1"/>
          <p:nvPr/>
        </p:nvSpPr>
        <p:spPr>
          <a:xfrm>
            <a:off x="464510" y="3574196"/>
            <a:ext cx="2755968" cy="2895604"/>
          </a:xfrm>
          <a:prstGeom prst="rect">
            <a:avLst/>
          </a:prstGeom>
          <a:noFill/>
        </p:spPr>
        <p:txBody>
          <a:bodyPr vert="horz" wrap="square" lIns="90000" tIns="46800" rIns="90000" bIns="46800" rtlCol="0" anchor="t">
            <a:noAutofit/>
          </a:bodyPr>
          <a:lstStyle/>
          <a:p>
            <a:pPr marL="171450" indent="-171450">
              <a:spcBef>
                <a:spcPct val="0"/>
              </a:spcBef>
              <a:buFont typeface="Wingdings" panose="05000000000000000000" pitchFamily="2" charset="2"/>
              <a:buChar char="§"/>
            </a:pPr>
            <a:r>
              <a:rPr lang="en-US" sz="1000"/>
              <a:t>Reduces clinician burnout by automating documentation and routine queries</a:t>
            </a:r>
          </a:p>
          <a:p>
            <a:pPr marL="171450" indent="-171450">
              <a:spcBef>
                <a:spcPct val="0"/>
              </a:spcBef>
              <a:buFont typeface="Wingdings" panose="05000000000000000000" pitchFamily="2" charset="2"/>
              <a:buChar char="§"/>
            </a:pPr>
            <a:r>
              <a:rPr lang="en-US" sz="1000"/>
              <a:t>Improves patient experience through faster triage and appointment handling</a:t>
            </a:r>
          </a:p>
          <a:p>
            <a:pPr marL="171450" indent="-171450">
              <a:spcBef>
                <a:spcPct val="0"/>
              </a:spcBef>
              <a:buFont typeface="Wingdings" panose="05000000000000000000" pitchFamily="2" charset="2"/>
              <a:buChar char="§"/>
            </a:pPr>
            <a:r>
              <a:rPr lang="en-US" sz="1000"/>
              <a:t>Enables doctors to focus more on critical care instead of paperwork</a:t>
            </a:r>
          </a:p>
          <a:p>
            <a:pPr marL="171450" indent="-171450">
              <a:spcBef>
                <a:spcPct val="0"/>
              </a:spcBef>
              <a:buFont typeface="Wingdings" panose="05000000000000000000" pitchFamily="2" charset="2"/>
              <a:buChar char="§"/>
            </a:pPr>
            <a:r>
              <a:rPr lang="en-US" sz="1000"/>
              <a:t>Enhances decision-making with AI-powered clinical support</a:t>
            </a:r>
          </a:p>
          <a:p>
            <a:pPr marL="171450" indent="-171450">
              <a:spcBef>
                <a:spcPct val="0"/>
              </a:spcBef>
              <a:buFont typeface="Wingdings" panose="05000000000000000000" pitchFamily="2" charset="2"/>
              <a:buChar char="§"/>
            </a:pPr>
            <a:r>
              <a:rPr lang="en-US" sz="1000"/>
              <a:t>Ensures standardized and accurate medical documentation</a:t>
            </a:r>
          </a:p>
        </p:txBody>
      </p:sp>
      <p:sp>
        <p:nvSpPr>
          <p:cNvPr id="38" name="Rounded Rectangle 37">
            <a:extLst>
              <a:ext uri="{FF2B5EF4-FFF2-40B4-BE49-F238E27FC236}">
                <a16:creationId xmlns:a16="http://schemas.microsoft.com/office/drawing/2014/main" id="{9D54CA7C-223C-1D2C-B8AA-225D3FB0FAC9}"/>
              </a:ext>
            </a:extLst>
          </p:cNvPr>
          <p:cNvSpPr/>
          <p:nvPr/>
        </p:nvSpPr>
        <p:spPr>
          <a:xfrm>
            <a:off x="3800996" y="2946319"/>
            <a:ext cx="3711389"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9" name="TextBox 38">
            <a:extLst>
              <a:ext uri="{FF2B5EF4-FFF2-40B4-BE49-F238E27FC236}">
                <a16:creationId xmlns:a16="http://schemas.microsoft.com/office/drawing/2014/main" id="{95DA12D6-43D2-57B2-2D8D-125EDF566114}"/>
              </a:ext>
            </a:extLst>
          </p:cNvPr>
          <p:cNvSpPr txBox="1"/>
          <p:nvPr/>
        </p:nvSpPr>
        <p:spPr>
          <a:xfrm>
            <a:off x="4057499" y="2922806"/>
            <a:ext cx="856623" cy="263791"/>
          </a:xfrm>
          <a:prstGeom prst="rect">
            <a:avLst/>
          </a:prstGeom>
          <a:noFill/>
        </p:spPr>
        <p:txBody>
          <a:bodyPr vert="horz" wrap="none" lIns="90000" tIns="46800" rIns="90000" bIns="46800" rtlCol="0" anchor="ctr">
            <a:spAutoFit/>
          </a:bodyPr>
          <a:lstStyle/>
          <a:p>
            <a:pPr algn="l">
              <a:spcBef>
                <a:spcPct val="0"/>
              </a:spcBef>
            </a:pPr>
            <a:r>
              <a:rPr lang="en-US" sz="1100"/>
              <a:t>New Costs</a:t>
            </a:r>
          </a:p>
        </p:txBody>
      </p:sp>
      <p:sp>
        <p:nvSpPr>
          <p:cNvPr id="41" name="Rounded Rectangle 40">
            <a:extLst>
              <a:ext uri="{FF2B5EF4-FFF2-40B4-BE49-F238E27FC236}">
                <a16:creationId xmlns:a16="http://schemas.microsoft.com/office/drawing/2014/main" id="{44256278-A8F0-F9B2-DF76-32CC841EFA79}"/>
              </a:ext>
            </a:extLst>
          </p:cNvPr>
          <p:cNvSpPr/>
          <p:nvPr/>
        </p:nvSpPr>
        <p:spPr>
          <a:xfrm>
            <a:off x="7894320" y="2945988"/>
            <a:ext cx="3533394"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42" name="TextBox 41">
            <a:extLst>
              <a:ext uri="{FF2B5EF4-FFF2-40B4-BE49-F238E27FC236}">
                <a16:creationId xmlns:a16="http://schemas.microsoft.com/office/drawing/2014/main" id="{8D042850-03A7-4AA7-0961-645011D8A038}"/>
              </a:ext>
            </a:extLst>
          </p:cNvPr>
          <p:cNvSpPr txBox="1"/>
          <p:nvPr/>
        </p:nvSpPr>
        <p:spPr>
          <a:xfrm>
            <a:off x="8198046" y="2944097"/>
            <a:ext cx="973641" cy="263791"/>
          </a:xfrm>
          <a:prstGeom prst="rect">
            <a:avLst/>
          </a:prstGeom>
          <a:noFill/>
        </p:spPr>
        <p:txBody>
          <a:bodyPr vert="horz" wrap="none" lIns="90000" tIns="46800" rIns="90000" bIns="46800" rtlCol="0" anchor="ctr">
            <a:spAutoFit/>
          </a:bodyPr>
          <a:lstStyle/>
          <a:p>
            <a:pPr algn="l">
              <a:spcBef>
                <a:spcPct val="0"/>
              </a:spcBef>
            </a:pPr>
            <a:r>
              <a:rPr lang="en-US" sz="1100"/>
              <a:t>New Income</a:t>
            </a:r>
          </a:p>
        </p:txBody>
      </p:sp>
      <p:sp>
        <p:nvSpPr>
          <p:cNvPr id="49" name="TextBox 48">
            <a:extLst>
              <a:ext uri="{FF2B5EF4-FFF2-40B4-BE49-F238E27FC236}">
                <a16:creationId xmlns:a16="http://schemas.microsoft.com/office/drawing/2014/main" id="{5010B932-93FF-0111-7279-156D13AAE372}"/>
              </a:ext>
            </a:extLst>
          </p:cNvPr>
          <p:cNvSpPr txBox="1"/>
          <p:nvPr/>
        </p:nvSpPr>
        <p:spPr>
          <a:xfrm>
            <a:off x="3739304" y="3298169"/>
            <a:ext cx="2366061" cy="759247"/>
          </a:xfrm>
          <a:prstGeom prst="rect">
            <a:avLst/>
          </a:prstGeom>
          <a:noFill/>
        </p:spPr>
        <p:txBody>
          <a:bodyPr vert="horz" wrap="square" lIns="90000" tIns="46800" rIns="90000" bIns="46800" rtlCol="0" anchor="t">
            <a:noAutofit/>
          </a:bodyPr>
          <a:lstStyle/>
          <a:p>
            <a:pPr>
              <a:spcBef>
                <a:spcPct val="0"/>
              </a:spcBef>
            </a:pPr>
            <a:r>
              <a:rPr lang="en-IN" sz="900"/>
              <a:t>Model Development (Mistral Fine-tuning): ₹8–10 Lakhs</a:t>
            </a:r>
            <a:br>
              <a:rPr lang="en-IN" sz="900"/>
            </a:br>
            <a:r>
              <a:rPr lang="en-IN" sz="900"/>
              <a:t>Azure Deployment &amp; Infrastructure: ₹5–7 Lakhs/year</a:t>
            </a:r>
            <a:br>
              <a:rPr lang="en-IN" sz="900"/>
            </a:br>
            <a:r>
              <a:rPr lang="en-IN" sz="900"/>
              <a:t>Maintenance &amp; Updates: ₹3–5 Lakhs/year</a:t>
            </a:r>
            <a:endParaRPr lang="en-US" sz="900"/>
          </a:p>
        </p:txBody>
      </p:sp>
      <p:sp>
        <p:nvSpPr>
          <p:cNvPr id="50" name="TextBox 49">
            <a:extLst>
              <a:ext uri="{FF2B5EF4-FFF2-40B4-BE49-F238E27FC236}">
                <a16:creationId xmlns:a16="http://schemas.microsoft.com/office/drawing/2014/main" id="{60B391CE-B096-0695-F075-4735456DC2EF}"/>
              </a:ext>
            </a:extLst>
          </p:cNvPr>
          <p:cNvSpPr txBox="1"/>
          <p:nvPr/>
        </p:nvSpPr>
        <p:spPr>
          <a:xfrm>
            <a:off x="8001000" y="2178483"/>
            <a:ext cx="2328550" cy="444712"/>
          </a:xfrm>
          <a:prstGeom prst="rect">
            <a:avLst/>
          </a:prstGeom>
          <a:noFill/>
        </p:spPr>
        <p:txBody>
          <a:bodyPr vert="horz" wrap="square" lIns="90000" tIns="46800" rIns="90000" bIns="46800" rtlCol="0" anchor="t">
            <a:noAutofit/>
          </a:bodyPr>
          <a:lstStyle/>
          <a:p>
            <a:pPr>
              <a:spcBef>
                <a:spcPct val="0"/>
              </a:spcBef>
            </a:pPr>
            <a:r>
              <a:rPr lang="en-US" sz="900" b="1"/>
              <a:t>Revenue (Rv1):</a:t>
            </a:r>
            <a:r>
              <a:rPr lang="en-US" sz="900"/>
              <a:t> Revenue impacted due to delays and inefficiencies</a:t>
            </a:r>
            <a:br>
              <a:rPr lang="en-US" sz="900"/>
            </a:br>
            <a:r>
              <a:rPr lang="en-US" sz="900"/>
              <a:t> Estimated Annual Revenue: ₹1–2 Crores</a:t>
            </a:r>
          </a:p>
        </p:txBody>
      </p:sp>
      <p:sp>
        <p:nvSpPr>
          <p:cNvPr id="51" name="TextBox 50">
            <a:extLst>
              <a:ext uri="{FF2B5EF4-FFF2-40B4-BE49-F238E27FC236}">
                <a16:creationId xmlns:a16="http://schemas.microsoft.com/office/drawing/2014/main" id="{A1C58A5A-7DB6-9A3C-67D2-C148031904F4}"/>
              </a:ext>
            </a:extLst>
          </p:cNvPr>
          <p:cNvSpPr txBox="1"/>
          <p:nvPr/>
        </p:nvSpPr>
        <p:spPr>
          <a:xfrm>
            <a:off x="3860539" y="4554381"/>
            <a:ext cx="3398252" cy="787011"/>
          </a:xfrm>
          <a:prstGeom prst="rect">
            <a:avLst/>
          </a:prstGeom>
          <a:noFill/>
        </p:spPr>
        <p:txBody>
          <a:bodyPr vert="horz" wrap="square" lIns="90000" tIns="46800" rIns="90000" bIns="46800" rtlCol="0" anchor="ctr">
            <a:spAutoFit/>
          </a:bodyPr>
          <a:lstStyle/>
          <a:p>
            <a:pPr algn="ctr">
              <a:spcBef>
                <a:spcPct val="0"/>
              </a:spcBef>
            </a:pPr>
            <a:r>
              <a:rPr lang="en-US" sz="900" b="1"/>
              <a:t>BREAK EVEN:</a:t>
            </a:r>
            <a:r>
              <a:rPr lang="en-US" sz="900"/>
              <a:t> </a:t>
            </a:r>
          </a:p>
          <a:p>
            <a:pPr algn="ctr">
              <a:spcBef>
                <a:spcPct val="0"/>
              </a:spcBef>
            </a:pPr>
            <a:r>
              <a:rPr lang="en-US" sz="900"/>
              <a:t>Time to recover implementation cost:</a:t>
            </a:r>
            <a:br>
              <a:rPr lang="en-US" sz="900"/>
            </a:br>
            <a:r>
              <a:rPr lang="en-US" sz="900"/>
              <a:t>12–18 months through:</a:t>
            </a:r>
            <a:br>
              <a:rPr lang="en-US" sz="900"/>
            </a:br>
            <a:r>
              <a:rPr lang="en-US" sz="900"/>
              <a:t>Reduced admin staffing costs</a:t>
            </a:r>
            <a:br>
              <a:rPr lang="en-US" sz="900"/>
            </a:br>
            <a:r>
              <a:rPr lang="en-US" sz="900"/>
              <a:t>Faster workflows</a:t>
            </a:r>
          </a:p>
        </p:txBody>
      </p:sp>
      <p:sp>
        <p:nvSpPr>
          <p:cNvPr id="53" name="TextBox 52">
            <a:extLst>
              <a:ext uri="{FF2B5EF4-FFF2-40B4-BE49-F238E27FC236}">
                <a16:creationId xmlns:a16="http://schemas.microsoft.com/office/drawing/2014/main" id="{9A210A51-6CD0-F11A-79BE-CEC3C2CA53B3}"/>
              </a:ext>
            </a:extLst>
          </p:cNvPr>
          <p:cNvSpPr txBox="1"/>
          <p:nvPr/>
        </p:nvSpPr>
        <p:spPr>
          <a:xfrm>
            <a:off x="8006144" y="3287317"/>
            <a:ext cx="2375408" cy="1081521"/>
          </a:xfrm>
          <a:prstGeom prst="rect">
            <a:avLst/>
          </a:prstGeom>
          <a:noFill/>
        </p:spPr>
        <p:txBody>
          <a:bodyPr vert="horz" wrap="square" lIns="90000" tIns="46800" rIns="90000" bIns="46800" rtlCol="0" anchor="t">
            <a:noAutofit/>
          </a:bodyPr>
          <a:lstStyle/>
          <a:p>
            <a:pPr>
              <a:spcBef>
                <a:spcPct val="0"/>
              </a:spcBef>
            </a:pPr>
            <a:r>
              <a:rPr lang="en-US" sz="900" b="1"/>
              <a:t>Revenue (Rv2):</a:t>
            </a:r>
            <a:r>
              <a:rPr lang="en-US" sz="900"/>
              <a:t> Increased patient handling capacity</a:t>
            </a:r>
            <a:br>
              <a:rPr lang="en-US" sz="900"/>
            </a:br>
            <a:r>
              <a:rPr lang="en-US" sz="900"/>
              <a:t>Faster turnaround → more consultations</a:t>
            </a:r>
            <a:br>
              <a:rPr lang="en-US" sz="900"/>
            </a:br>
            <a:r>
              <a:rPr lang="en-US" sz="900"/>
              <a:t>Improved service quality → higher retention</a:t>
            </a:r>
          </a:p>
          <a:p>
            <a:pPr>
              <a:spcBef>
                <a:spcPct val="0"/>
              </a:spcBef>
            </a:pPr>
            <a:r>
              <a:rPr lang="en-US" sz="900"/>
              <a:t> Expected Revenue Increase: +10–20% (₹20–40 Lakhs/year)</a:t>
            </a:r>
          </a:p>
        </p:txBody>
      </p:sp>
      <p:sp>
        <p:nvSpPr>
          <p:cNvPr id="55" name="TextBox 54">
            <a:extLst>
              <a:ext uri="{FF2B5EF4-FFF2-40B4-BE49-F238E27FC236}">
                <a16:creationId xmlns:a16="http://schemas.microsoft.com/office/drawing/2014/main" id="{5CE59DD4-C974-1527-7BA5-6F485A8EC6C4}"/>
              </a:ext>
            </a:extLst>
          </p:cNvPr>
          <p:cNvSpPr txBox="1"/>
          <p:nvPr/>
        </p:nvSpPr>
        <p:spPr>
          <a:xfrm>
            <a:off x="3874561" y="4075515"/>
            <a:ext cx="2341449" cy="707886"/>
          </a:xfrm>
          <a:prstGeom prst="rect">
            <a:avLst/>
          </a:prstGeom>
          <a:noFill/>
        </p:spPr>
        <p:txBody>
          <a:bodyPr wrap="square">
            <a:spAutoFit/>
          </a:bodyPr>
          <a:lstStyle/>
          <a:p>
            <a:pPr fontAlgn="base"/>
            <a:r>
              <a:rPr lang="en-US" sz="1000" b="1"/>
              <a:t>Total New Cost </a:t>
            </a:r>
            <a:r>
              <a:rPr lang="en-US" sz="1000"/>
              <a:t>(Year 1): ~₹15–20 Lakhs</a:t>
            </a:r>
          </a:p>
          <a:p>
            <a:br>
              <a:rPr lang="en-US" sz="1000"/>
            </a:br>
            <a:endParaRPr kumimoji="0" lang="en-US" sz="1000" b="1" i="0" u="none" strike="noStrike" kern="1200" cap="none" spc="0" normalizeH="0" baseline="0" noProof="0">
              <a:ln>
                <a:noFill/>
              </a:ln>
              <a:solidFill>
                <a:srgbClr val="000000"/>
              </a:solidFill>
              <a:effectLst/>
              <a:uLnTx/>
              <a:uFillTx/>
              <a:latin typeface="Ubuntu"/>
              <a:ea typeface="+mn-ea"/>
              <a:cs typeface="+mn-cs"/>
            </a:endParaRPr>
          </a:p>
        </p:txBody>
      </p:sp>
      <p:cxnSp>
        <p:nvCxnSpPr>
          <p:cNvPr id="59" name="Straight Connector 58">
            <a:extLst>
              <a:ext uri="{FF2B5EF4-FFF2-40B4-BE49-F238E27FC236}">
                <a16:creationId xmlns:a16="http://schemas.microsoft.com/office/drawing/2014/main" id="{F5FCC555-5619-6160-00C2-32F8DCC53516}"/>
              </a:ext>
            </a:extLst>
          </p:cNvPr>
          <p:cNvCxnSpPr>
            <a:cxnSpLocks/>
          </p:cNvCxnSpPr>
          <p:nvPr/>
        </p:nvCxnSpPr>
        <p:spPr>
          <a:xfrm>
            <a:off x="3825608" y="5715000"/>
            <a:ext cx="7680592" cy="0"/>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45F28D58-EC0D-2841-83FE-19B96684F48D}"/>
              </a:ext>
            </a:extLst>
          </p:cNvPr>
          <p:cNvSpPr txBox="1"/>
          <p:nvPr/>
        </p:nvSpPr>
        <p:spPr>
          <a:xfrm>
            <a:off x="3791039" y="5803060"/>
            <a:ext cx="7936451" cy="784830"/>
          </a:xfrm>
          <a:prstGeom prst="rect">
            <a:avLst/>
          </a:prstGeom>
          <a:noFill/>
        </p:spPr>
        <p:txBody>
          <a:bodyPr wrap="square">
            <a:spAutoFit/>
          </a:bodyPr>
          <a:lstStyle/>
          <a:p>
            <a:pPr>
              <a:spcBef>
                <a:spcPct val="0"/>
              </a:spcBef>
              <a:defRPr/>
            </a:pPr>
            <a:r>
              <a:rPr lang="en-US" sz="900" b="1">
                <a:solidFill>
                  <a:srgbClr val="000000"/>
                </a:solidFill>
                <a:latin typeface="Ubuntu"/>
              </a:rPr>
              <a:t>BREAK EVEN: </a:t>
            </a:r>
            <a:r>
              <a:rPr lang="en-US" sz="900"/>
              <a:t>The solution becomes financially viable within the first year due to:</a:t>
            </a:r>
            <a:br>
              <a:rPr lang="en-US" sz="900"/>
            </a:br>
            <a:r>
              <a:rPr lang="en-US" sz="900"/>
              <a:t>Immediate reduction in administrative burden</a:t>
            </a:r>
            <a:br>
              <a:rPr lang="en-US" sz="900"/>
            </a:br>
            <a:r>
              <a:rPr lang="en-US" sz="900"/>
              <a:t>Increased efficiency and patient handling capacity</a:t>
            </a:r>
            <a:br>
              <a:rPr lang="en-US" sz="900"/>
            </a:br>
            <a:r>
              <a:rPr lang="en-US" sz="900"/>
              <a:t>Scalable AI model with long-term cost benefits</a:t>
            </a:r>
            <a:br>
              <a:rPr lang="en-US" sz="900"/>
            </a:br>
            <a:r>
              <a:rPr lang="en-US" sz="900"/>
              <a:t>This makes the solution highly feasible and ROI-positive for healthcare organizations.</a:t>
            </a:r>
            <a:endParaRPr kumimoji="0" lang="en-US" sz="900" i="0" u="none" strike="noStrike" kern="1200" cap="none" spc="0" normalizeH="0" baseline="0" noProof="0">
              <a:ln>
                <a:noFill/>
              </a:ln>
              <a:solidFill>
                <a:srgbClr val="000000"/>
              </a:solidFill>
              <a:effectLst/>
              <a:uLnTx/>
              <a:uFillTx/>
              <a:latin typeface="Ubuntu"/>
              <a:ea typeface="+mn-ea"/>
              <a:cs typeface="+mn-cs"/>
            </a:endParaRPr>
          </a:p>
        </p:txBody>
      </p:sp>
      <p:sp>
        <p:nvSpPr>
          <p:cNvPr id="119" name="TextBox 118">
            <a:extLst>
              <a:ext uri="{FF2B5EF4-FFF2-40B4-BE49-F238E27FC236}">
                <a16:creationId xmlns:a16="http://schemas.microsoft.com/office/drawing/2014/main" id="{DCB584E6-F3A5-A824-4068-1118526B3E64}"/>
              </a:ext>
            </a:extLst>
          </p:cNvPr>
          <p:cNvSpPr txBox="1"/>
          <p:nvPr/>
        </p:nvSpPr>
        <p:spPr>
          <a:xfrm>
            <a:off x="7972805" y="4559495"/>
            <a:ext cx="3533395" cy="787011"/>
          </a:xfrm>
          <a:prstGeom prst="rect">
            <a:avLst/>
          </a:prstGeom>
          <a:noFill/>
        </p:spPr>
        <p:txBody>
          <a:bodyPr vert="horz" wrap="square" lIns="90000" tIns="46800" rIns="90000" bIns="46800" rtlCol="0" anchor="ctr">
            <a:spAutoFit/>
          </a:bodyPr>
          <a:lstStyle/>
          <a:p>
            <a:pPr algn="ctr">
              <a:spcBef>
                <a:spcPct val="0"/>
              </a:spcBef>
            </a:pPr>
            <a:r>
              <a:rPr lang="en-US" sz="900" b="1"/>
              <a:t>BREAK EVEN:</a:t>
            </a:r>
            <a:br>
              <a:rPr lang="en-US" sz="900"/>
            </a:br>
            <a:r>
              <a:rPr lang="en-US" sz="900"/>
              <a:t>Time to recover via extra revenue:</a:t>
            </a:r>
            <a:br>
              <a:rPr lang="en-US" sz="900"/>
            </a:br>
            <a:r>
              <a:rPr lang="en-US" sz="900"/>
              <a:t> 8–12 months due to:</a:t>
            </a:r>
            <a:br>
              <a:rPr lang="en-US" sz="900"/>
            </a:br>
            <a:r>
              <a:rPr lang="en-US" sz="900"/>
              <a:t>Increased patient throughput</a:t>
            </a:r>
            <a:br>
              <a:rPr lang="en-US" sz="900"/>
            </a:br>
            <a:r>
              <a:rPr lang="en-US" sz="900"/>
              <a:t>Better service quality</a:t>
            </a:r>
          </a:p>
        </p:txBody>
      </p:sp>
    </p:spTree>
    <p:extLst>
      <p:ext uri="{BB962C8B-B14F-4D97-AF65-F5344CB8AC3E}">
        <p14:creationId xmlns:p14="http://schemas.microsoft.com/office/powerpoint/2010/main" val="175612282"/>
      </p:ext>
    </p:extLst>
  </p:cSld>
  <p:clrMapOvr>
    <a:masterClrMapping/>
  </p:clrMapOvr>
</p:sld>
</file>

<file path=ppt/theme/theme1.xml><?xml version="1.0" encoding="utf-8"?>
<a:theme xmlns:a="http://schemas.openxmlformats.org/drawingml/2006/main" name="Capgemini_Bright_2025">
  <a:themeElements>
    <a:clrScheme name="Capgemini Bright 2026">
      <a:dk1>
        <a:srgbClr val="000000"/>
      </a:dk1>
      <a:lt1>
        <a:srgbClr val="FFFFFF"/>
      </a:lt1>
      <a:dk2>
        <a:srgbClr val="0058AB"/>
      </a:dk2>
      <a:lt2>
        <a:srgbClr val="FFFFFF"/>
      </a:lt2>
      <a:accent1>
        <a:srgbClr val="0058AB"/>
      </a:accent1>
      <a:accent2>
        <a:srgbClr val="1DB8F2"/>
      </a:accent2>
      <a:accent3>
        <a:srgbClr val="121A38"/>
      </a:accent3>
      <a:accent4>
        <a:srgbClr val="00828E"/>
      </a:accent4>
      <a:accent5>
        <a:srgbClr val="BE4D00"/>
      </a:accent5>
      <a:accent6>
        <a:srgbClr val="8F3237"/>
      </a:accent6>
      <a:hlink>
        <a:srgbClr val="0058AB"/>
      </a:hlink>
      <a:folHlink>
        <a:srgbClr val="1DB8F2"/>
      </a:folHlink>
    </a:clrScheme>
    <a:fontScheme name="Capgemini 2024">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defPPr>
      </a:lstStyle>
    </a:txDef>
  </a:objectDefaults>
  <a:extraClrSchemeLst/>
  <a:custClrLst>
    <a:custClr name="Turquoise">
      <a:srgbClr val="00D5D0"/>
    </a:custClr>
    <a:custClr name="Yellow">
      <a:srgbClr val="FEB100"/>
    </a:custClr>
    <a:custClr name="Orange">
      <a:srgbClr val="FF816E"/>
    </a:custClr>
    <a:custClr name="Lilac">
      <a:srgbClr val="D4D3F1"/>
    </a:custClr>
    <a:custClr name="Teal">
      <a:srgbClr val="00828E"/>
    </a:custClr>
    <a:custClr name="Terracotta">
      <a:srgbClr val="BE4D00"/>
    </a:custClr>
    <a:custClr name="Deep Red">
      <a:srgbClr val="8F3237"/>
    </a:custClr>
    <a:custClr name="Purple">
      <a:srgbClr val="71609E"/>
    </a:custClr>
  </a:custClrLst>
  <a:extLst>
    <a:ext uri="{05A4C25C-085E-4340-85A3-A5531E510DB2}">
      <thm15:themeFamily xmlns:thm15="http://schemas.microsoft.com/office/thememl/2012/main" name="Capgemini_PPT-template_Master_February-02-2026" id="{643CFCD9-5D42-47EC-8CC7-8D856D17DCD2}" vid="{146F7EC5-EAD0-403A-8A34-B166E4CB0DE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71ec4482-8a5f-419e-a3fb-f1ff39837bb1">
      <Terms xmlns="http://schemas.microsoft.com/office/infopath/2007/PartnerControls"/>
    </lcf76f155ced4ddcb4097134ff3c332f>
    <TaxCatchAll xmlns="289d593b-f9da-44ad-aeed-35e8c5022e7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D72C44C9799C9545A5261C0AF70B4333" ma:contentTypeVersion="12" ma:contentTypeDescription="Create a new document." ma:contentTypeScope="" ma:versionID="5e4cadbf8931f3a42467c8a0955d4fc4">
  <xsd:schema xmlns:xsd="http://www.w3.org/2001/XMLSchema" xmlns:xs="http://www.w3.org/2001/XMLSchema" xmlns:p="http://schemas.microsoft.com/office/2006/metadata/properties" xmlns:ns2="71ec4482-8a5f-419e-a3fb-f1ff39837bb1" xmlns:ns3="289d593b-f9da-44ad-aeed-35e8c5022e75" targetNamespace="http://schemas.microsoft.com/office/2006/metadata/properties" ma:root="true" ma:fieldsID="914513dae8da38dff2ffd10bf6795a4a" ns2:_="" ns3:_="">
    <xsd:import namespace="71ec4482-8a5f-419e-a3fb-f1ff39837bb1"/>
    <xsd:import namespace="289d593b-f9da-44ad-aeed-35e8c5022e7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ec4482-8a5f-419e-a3fb-f1ff39837b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89d593b-f9da-44ad-aeed-35e8c5022e75"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f21e7f45-79c5-438a-9c31-31bb88d8ed8a}" ma:internalName="TaxCatchAll" ma:showField="CatchAllData" ma:web="289d593b-f9da-44ad-aeed-35e8c5022e7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0A0046D-0765-4685-8521-7D1E34B9A377}">
  <ds:schemaRefs>
    <ds:schemaRef ds:uri="http://schemas.microsoft.com/office/infopath/2007/PartnerControls"/>
    <ds:schemaRef ds:uri="http://www.w3.org/XML/1998/namespace"/>
    <ds:schemaRef ds:uri="289d593b-f9da-44ad-aeed-35e8c5022e75"/>
    <ds:schemaRef ds:uri="http://purl.org/dc/terms/"/>
    <ds:schemaRef ds:uri="http://schemas.microsoft.com/office/2006/documentManagement/types"/>
    <ds:schemaRef ds:uri="http://purl.org/dc/dcmitype/"/>
    <ds:schemaRef ds:uri="http://schemas.openxmlformats.org/package/2006/metadata/core-properties"/>
    <ds:schemaRef ds:uri="71ec4482-8a5f-419e-a3fb-f1ff39837bb1"/>
    <ds:schemaRef ds:uri="http://schemas.microsoft.com/office/2006/metadata/properties"/>
    <ds:schemaRef ds:uri="http://purl.org/dc/elements/1.1/"/>
  </ds:schemaRefs>
</ds:datastoreItem>
</file>

<file path=customXml/itemProps2.xml><?xml version="1.0" encoding="utf-8"?>
<ds:datastoreItem xmlns:ds="http://schemas.openxmlformats.org/officeDocument/2006/customXml" ds:itemID="{ACDFA666-4023-4E72-97FE-59E9D6D9235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ec4482-8a5f-419e-a3fb-f1ff39837bb1"/>
    <ds:schemaRef ds:uri="289d593b-f9da-44ad-aeed-35e8c5022e7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7CF04F0-456A-483D-A7D2-D6142AA5B354}">
  <ds:schemaRefs>
    <ds:schemaRef ds:uri="http://schemas.microsoft.com/sharepoint/v3/contenttype/forms"/>
  </ds:schemaRefs>
</ds:datastoreItem>
</file>

<file path=docMetadata/LabelInfo.xml><?xml version="1.0" encoding="utf-8"?>
<clbl:labelList xmlns:clbl="http://schemas.microsoft.com/office/2020/mipLabelMetadata">
  <clbl:label id="{bb5d96ea-ab39-44a0-a6d6-b6f0aac5958b}" enabled="1" method="Privileged" siteId="{76a2ae5a-9f00-4f6b-95ed-5d33d77c4d61}" removed="0"/>
</clbl:labelList>
</file>

<file path=docProps/app.xml><?xml version="1.0" encoding="utf-8"?>
<Properties xmlns="http://schemas.openxmlformats.org/officeDocument/2006/extended-properties" xmlns:vt="http://schemas.openxmlformats.org/officeDocument/2006/docPropsVTypes">
  <Template>Capgemini_Bright_2025</Template>
  <TotalTime>0</TotalTime>
  <Words>2135</Words>
  <Application>Microsoft Office PowerPoint</Application>
  <PresentationFormat>Widescreen</PresentationFormat>
  <Paragraphs>264</Paragraphs>
  <Slides>8</Slides>
  <Notes>1</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Capgemini_Bright_2025</vt:lpstr>
      <vt:lpstr>INSTRUCTIONS</vt:lpstr>
      <vt:lpstr>USE CASE AND ARCHITECTURE TIPS  </vt:lpstr>
      <vt:lpstr>Half Finals check Criteria  </vt:lpstr>
      <vt:lpstr>PowerPoint Presentation</vt:lpstr>
      <vt:lpstr>Use Case Scope in the Business Process</vt:lpstr>
      <vt:lpstr>Functional Solution + AI-Human Chemistry</vt:lpstr>
      <vt:lpstr>Technical Solution</vt:lpstr>
      <vt:lpstr>    Business Case Proposal – Medical AI      Assistant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Bartolome Ruiz, Raul</dc:creator>
  <cp:keywords/>
  <dc:description/>
  <cp:lastModifiedBy>Nazir Shaikh, Sameer</cp:lastModifiedBy>
  <cp:revision>7</cp:revision>
  <dcterms:created xsi:type="dcterms:W3CDTF">2026-02-09T11:16:54Z</dcterms:created>
  <dcterms:modified xsi:type="dcterms:W3CDTF">2026-03-31T13:20:02Z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0x010100D72C44C9799C9545A5261C0AF70B4333</vt:lpwstr>
  </property>
  <property fmtid="{D5CDD505-2E9C-101B-9397-08002B2CF9AE}" pid="4" name="MSIP_Label_e760c494-6550-44b4-8258-77c175d778b7_Enabled">
    <vt:lpwstr>true</vt:lpwstr>
  </property>
  <property fmtid="{D5CDD505-2E9C-101B-9397-08002B2CF9AE}" pid="5" name="MSIP_Label_e760c494-6550-44b4-8258-77c175d778b7_SetDate">
    <vt:lpwstr>2026-02-09T12:25:45Z</vt:lpwstr>
  </property>
  <property fmtid="{D5CDD505-2E9C-101B-9397-08002B2CF9AE}" pid="6" name="MSIP_Label_e760c494-6550-44b4-8258-77c175d778b7_Method">
    <vt:lpwstr>Standard</vt:lpwstr>
  </property>
  <property fmtid="{D5CDD505-2E9C-101B-9397-08002B2CF9AE}" pid="7" name="MSIP_Label_e760c494-6550-44b4-8258-77c175d778b7_Name">
    <vt:lpwstr>Capgemini-SEC0-Public</vt:lpwstr>
  </property>
  <property fmtid="{D5CDD505-2E9C-101B-9397-08002B2CF9AE}" pid="8" name="MSIP_Label_e760c494-6550-44b4-8258-77c175d778b7_SiteId">
    <vt:lpwstr>76a2ae5a-9f00-4f6b-95ed-5d33d77c4d61</vt:lpwstr>
  </property>
  <property fmtid="{D5CDD505-2E9C-101B-9397-08002B2CF9AE}" pid="9" name="MSIP_Label_e760c494-6550-44b4-8258-77c175d778b7_ActionId">
    <vt:lpwstr>23bd5236-fbda-4184-9ddc-04c9b8b6f575</vt:lpwstr>
  </property>
  <property fmtid="{D5CDD505-2E9C-101B-9397-08002B2CF9AE}" pid="10" name="MSIP_Label_e760c494-6550-44b4-8258-77c175d778b7_ContentBits">
    <vt:lpwstr>0</vt:lpwstr>
  </property>
  <property fmtid="{D5CDD505-2E9C-101B-9397-08002B2CF9AE}" pid="11" name="xd_ProgID">
    <vt:lpwstr/>
  </property>
  <property fmtid="{D5CDD505-2E9C-101B-9397-08002B2CF9AE}" pid="12" name="ComplianceAssetId">
    <vt:lpwstr/>
  </property>
  <property fmtid="{D5CDD505-2E9C-101B-9397-08002B2CF9AE}" pid="13" name="TemplateUrl">
    <vt:lpwstr/>
  </property>
  <property fmtid="{D5CDD505-2E9C-101B-9397-08002B2CF9AE}" pid="14" name="_ExtendedDescription">
    <vt:lpwstr/>
  </property>
  <property fmtid="{D5CDD505-2E9C-101B-9397-08002B2CF9AE}" pid="15" name="TriggerFlowInfo">
    <vt:lpwstr/>
  </property>
  <property fmtid="{D5CDD505-2E9C-101B-9397-08002B2CF9AE}" pid="16" name="xd_Signature">
    <vt:bool>false</vt:bool>
  </property>
  <property fmtid="{D5CDD505-2E9C-101B-9397-08002B2CF9AE}" pid="17" name="docLang">
    <vt:lpwstr>en</vt:lpwstr>
  </property>
</Properties>
</file>